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20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9143640" cy="103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42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edit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forma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73840" y="6555600"/>
            <a:ext cx="201600" cy="1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CC05CF2E-F6F1-45E1-9CA4-0187D99A2760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26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9143640" cy="103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84120" y="1065960"/>
            <a:ext cx="7837560" cy="199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8673840" y="6555600"/>
            <a:ext cx="201600" cy="1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6D96D740-0C06-4F6F-AEBF-5180B4DED266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26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9143640" cy="103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3977280" cy="591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709160" y="1577520"/>
            <a:ext cx="3977280" cy="591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7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8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8673840" y="6555600"/>
            <a:ext cx="201600" cy="1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E5EE48DC-DBAC-4309-A370-07B5FE4819E4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26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 object 16" hidden="1"/>
          <p:cNvPicPr/>
          <p:nvPr/>
        </p:nvPicPr>
        <p:blipFill>
          <a:blip r:embed="rId2"/>
          <a:stretch/>
        </p:blipFill>
        <p:spPr>
          <a:xfrm>
            <a:off x="0" y="0"/>
            <a:ext cx="9143640" cy="103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bg object 16"/>
          <p:cNvPicPr/>
          <p:nvPr/>
        </p:nvPicPr>
        <p:blipFill>
          <a:blip r:embed="rId3"/>
          <a:stretch/>
        </p:blipFill>
        <p:spPr>
          <a:xfrm>
            <a:off x="0" y="0"/>
            <a:ext cx="9143640" cy="103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bg object 17"/>
          <p:cNvPicPr/>
          <p:nvPr/>
        </p:nvPicPr>
        <p:blipFill>
          <a:blip r:embed="rId4"/>
          <a:stretch/>
        </p:blipFill>
        <p:spPr>
          <a:xfrm>
            <a:off x="1577160" y="131040"/>
            <a:ext cx="598140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bg object 18"/>
          <p:cNvSpPr/>
          <p:nvPr/>
        </p:nvSpPr>
        <p:spPr>
          <a:xfrm>
            <a:off x="0" y="0"/>
            <a:ext cx="9143640" cy="99036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990360"/>
              <a:gd name="textAreaBottom" fmla="*/ 990720 h 990360"/>
            </a:gdLst>
            <a:ahLst/>
            <a:cxnLst/>
            <a:rect l="textAreaLeft" t="textAreaTop" r="textAreaRight" b="textAreaBottom"/>
            <a:pathLst>
              <a:path w="9144000" h="990600">
                <a:moveTo>
                  <a:pt x="9144000" y="0"/>
                </a:moveTo>
                <a:lnTo>
                  <a:pt x="0" y="0"/>
                </a:lnTo>
                <a:lnTo>
                  <a:pt x="0" y="990600"/>
                </a:lnTo>
                <a:lnTo>
                  <a:pt x="9144000" y="990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0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1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2"/>
          </p:nvPr>
        </p:nvSpPr>
        <p:spPr>
          <a:xfrm>
            <a:off x="8673840" y="6555600"/>
            <a:ext cx="201600" cy="1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C521008A-BAC9-4FCD-9918-26F891B5A189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26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9143640" cy="103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ftr" idx="13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4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5"/>
          </p:nvPr>
        </p:nvSpPr>
        <p:spPr>
          <a:xfrm>
            <a:off x="8673840" y="6555600"/>
            <a:ext cx="201600" cy="1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CE034206-3140-4994-B9ED-2D0F4B560BE3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image" Target="../media/image28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Relationship Id="rId9" Type="http://schemas.openxmlformats.org/officeDocument/2006/relationships/image" Target="../media/image19.png"/><Relationship Id="rId10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4.png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5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6.png"/><Relationship Id="rId1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5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6.png"/><Relationship Id="rId12" Type="http://schemas.openxmlformats.org/officeDocument/2006/relationships/image" Target="../media/image33.png"/><Relationship Id="rId13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5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6.png"/><Relationship Id="rId12" Type="http://schemas.openxmlformats.org/officeDocument/2006/relationships/image" Target="../media/image31.png"/><Relationship Id="rId1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50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45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6.png"/><Relationship Id="rId13" Type="http://schemas.openxmlformats.org/officeDocument/2006/relationships/image" Target="../media/image31.png"/><Relationship Id="rId14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50.png"/><Relationship Id="rId6" Type="http://schemas.openxmlformats.org/officeDocument/2006/relationships/image" Target="../media/image35.png"/><Relationship Id="rId7" Type="http://schemas.openxmlformats.org/officeDocument/2006/relationships/image" Target="../media/image52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53.png"/><Relationship Id="rId11" Type="http://schemas.openxmlformats.org/officeDocument/2006/relationships/image" Target="../media/image31.png"/><Relationship Id="rId1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50.png"/><Relationship Id="rId6" Type="http://schemas.openxmlformats.org/officeDocument/2006/relationships/image" Target="../media/image31.png"/><Relationship Id="rId7" Type="http://schemas.openxmlformats.org/officeDocument/2006/relationships/image" Target="../media/image57.png"/><Relationship Id="rId8" Type="http://schemas.openxmlformats.org/officeDocument/2006/relationships/image" Target="../media/image57.png"/><Relationship Id="rId9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image" Target="../media/image33.png"/><Relationship Id="rId5" Type="http://schemas.openxmlformats.org/officeDocument/2006/relationships/image" Target="../media/image59.png"/><Relationship Id="rId6" Type="http://schemas.openxmlformats.org/officeDocument/2006/relationships/image" Target="../media/image31.png"/><Relationship Id="rId7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image" Target="../media/image33.png"/><Relationship Id="rId5" Type="http://schemas.openxmlformats.org/officeDocument/2006/relationships/image" Target="../media/image59.png"/><Relationship Id="rId6" Type="http://schemas.openxmlformats.org/officeDocument/2006/relationships/image" Target="../media/image33.png"/><Relationship Id="rId7" Type="http://schemas.openxmlformats.org/officeDocument/2006/relationships/image" Target="../media/image61.png"/><Relationship Id="rId8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image" Target="../media/image33.png"/><Relationship Id="rId5" Type="http://schemas.openxmlformats.org/officeDocument/2006/relationships/image" Target="../media/image59.pn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image" Target="../media/image33.png"/><Relationship Id="rId5" Type="http://schemas.openxmlformats.org/officeDocument/2006/relationships/image" Target="../media/image59.png"/><Relationship Id="rId6" Type="http://schemas.openxmlformats.org/officeDocument/2006/relationships/image" Target="../media/image31.png"/><Relationship Id="rId7" Type="http://schemas.openxmlformats.org/officeDocument/2006/relationships/image" Target="../media/image50.png"/><Relationship Id="rId8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50.png"/><Relationship Id="rId6" Type="http://schemas.openxmlformats.org/officeDocument/2006/relationships/image" Target="../media/image31.png"/><Relationship Id="rId7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8.png"/><Relationship Id="rId5" Type="http://schemas.openxmlformats.org/officeDocument/2006/relationships/image" Target="../media/image68.png"/><Relationship Id="rId6" Type="http://schemas.openxmlformats.org/officeDocument/2006/relationships/image" Target="../media/image68.png"/><Relationship Id="rId7" Type="http://schemas.openxmlformats.org/officeDocument/2006/relationships/image" Target="../media/image68.png"/><Relationship Id="rId8" Type="http://schemas.openxmlformats.org/officeDocument/2006/relationships/image" Target="../media/image68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68.png"/><Relationship Id="rId12" Type="http://schemas.openxmlformats.org/officeDocument/2006/relationships/image" Target="../media/image68.png"/><Relationship Id="rId13" Type="http://schemas.openxmlformats.org/officeDocument/2006/relationships/image" Target="../media/image68.png"/><Relationship Id="rId14" Type="http://schemas.openxmlformats.org/officeDocument/2006/relationships/image" Target="../media/image68.png"/><Relationship Id="rId15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image" Target="../media/image73.png"/><Relationship Id="rId3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slideLayout" Target="../slideLayouts/slideLayout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76.png"/><Relationship Id="rId6" Type="http://schemas.openxmlformats.org/officeDocument/2006/relationships/image" Target="../media/image50.png"/><Relationship Id="rId7" Type="http://schemas.openxmlformats.org/officeDocument/2006/relationships/image" Target="../media/image31.png"/><Relationship Id="rId8" Type="http://schemas.openxmlformats.org/officeDocument/2006/relationships/image" Target="../media/image50.png"/><Relationship Id="rId9" Type="http://schemas.openxmlformats.org/officeDocument/2006/relationships/image" Target="../media/image50.png"/><Relationship Id="rId10" Type="http://schemas.openxmlformats.org/officeDocument/2006/relationships/image" Target="../media/image31.png"/><Relationship Id="rId11" Type="http://schemas.openxmlformats.org/officeDocument/2006/relationships/image" Target="../media/image31.png"/><Relationship Id="rId12" Type="http://schemas.openxmlformats.org/officeDocument/2006/relationships/image" Target="../media/image31.png"/><Relationship Id="rId13" Type="http://schemas.openxmlformats.org/officeDocument/2006/relationships/image" Target="../media/image77.png"/><Relationship Id="rId14" Type="http://schemas.openxmlformats.org/officeDocument/2006/relationships/image" Target="../media/image77.png"/><Relationship Id="rId15" Type="http://schemas.openxmlformats.org/officeDocument/2006/relationships/image" Target="../media/image33.png"/><Relationship Id="rId16" Type="http://schemas.openxmlformats.org/officeDocument/2006/relationships/image" Target="../media/image78.png"/><Relationship Id="rId17" Type="http://schemas.openxmlformats.org/officeDocument/2006/relationships/image" Target="../media/image78.png"/><Relationship Id="rId18" Type="http://schemas.openxmlformats.org/officeDocument/2006/relationships/image" Target="../media/image33.png"/><Relationship Id="rId19" Type="http://schemas.openxmlformats.org/officeDocument/2006/relationships/image" Target="../media/image78.png"/><Relationship Id="rId20" Type="http://schemas.openxmlformats.org/officeDocument/2006/relationships/image" Target="../media/image79.png"/><Relationship Id="rId21" Type="http://schemas.openxmlformats.org/officeDocument/2006/relationships/slideLayout" Target="../slideLayouts/slideLayout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slideLayout" Target="../slideLayouts/slideLayout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2"/>
          <p:cNvGrpSpPr/>
          <p:nvPr/>
        </p:nvGrpSpPr>
        <p:grpSpPr>
          <a:xfrm>
            <a:off x="0" y="829080"/>
            <a:ext cx="9143640" cy="1979280"/>
            <a:chOff x="0" y="829080"/>
            <a:chExt cx="9143640" cy="1979280"/>
          </a:xfrm>
        </p:grpSpPr>
        <p:pic>
          <p:nvPicPr>
            <p:cNvPr id="34" name="object 3"/>
            <p:cNvPicPr/>
            <p:nvPr/>
          </p:nvPicPr>
          <p:blipFill>
            <a:blip r:embed="rId1"/>
            <a:stretch/>
          </p:blipFill>
          <p:spPr>
            <a:xfrm>
              <a:off x="0" y="865440"/>
              <a:ext cx="9143640" cy="1840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" name="object 4"/>
            <p:cNvPicPr/>
            <p:nvPr/>
          </p:nvPicPr>
          <p:blipFill>
            <a:blip r:embed="rId2"/>
            <a:stretch/>
          </p:blipFill>
          <p:spPr>
            <a:xfrm>
              <a:off x="2377440" y="829080"/>
              <a:ext cx="4382640" cy="197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" name="object 5"/>
            <p:cNvSpPr/>
            <p:nvPr/>
          </p:nvSpPr>
          <p:spPr>
            <a:xfrm>
              <a:off x="0" y="879480"/>
              <a:ext cx="9143640" cy="17784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778400"/>
                <a:gd name="textAreaBottom" fmla="*/ 1778760 h 1778400"/>
              </a:gdLst>
              <a:ahLst/>
              <a:cxnLst/>
              <a:rect l="textAreaLeft" t="textAreaTop" r="textAreaRight" b="textAreaBottom"/>
              <a:pathLst>
                <a:path w="9144000" h="1778635">
                  <a:moveTo>
                    <a:pt x="9144000" y="0"/>
                  </a:moveTo>
                  <a:lnTo>
                    <a:pt x="0" y="0"/>
                  </a:lnTo>
                  <a:lnTo>
                    <a:pt x="0" y="1778507"/>
                  </a:lnTo>
                  <a:lnTo>
                    <a:pt x="9144000" y="177850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621880" y="936000"/>
            <a:ext cx="3899880" cy="43956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p>
            <a:pPr indent="0" algn="ctr">
              <a:lnSpc>
                <a:spcPts val="3189"/>
              </a:lnSpc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Computer</a:t>
            </a:r>
            <a:r>
              <a:rPr lang="en-US" sz="2800" b="1" u="none" spc="-12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object 7"/>
          <p:cNvSpPr/>
          <p:nvPr/>
        </p:nvSpPr>
        <p:spPr>
          <a:xfrm>
            <a:off x="1902600" y="2088720"/>
            <a:ext cx="5411880" cy="18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>
              <a:lnSpc>
                <a:spcPct val="100000"/>
              </a:lnSpc>
              <a:spcBef>
                <a:spcPts val="20"/>
              </a:spcBef>
            </a:pPr>
            <a:endParaRPr lang="en-US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"/>
              </a:spcBef>
            </a:pPr>
            <a:r>
              <a:rPr lang="en-US" sz="2400" b="0" u="none" strike="noStrike">
                <a:solidFill>
                  <a:srgbClr val="000079"/>
                </a:solidFill>
                <a:effectLst/>
                <a:uFillTx/>
                <a:latin typeface="Tahoma"/>
              </a:rPr>
              <a:t>Processor</a:t>
            </a:r>
            <a:r>
              <a:rPr lang="en-US" sz="2400" b="0" u="none" spc="-14" strike="noStrike">
                <a:solidFill>
                  <a:srgbClr val="000079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79"/>
                </a:solidFill>
                <a:effectLst/>
                <a:uFillTx/>
                <a:latin typeface="Tahoma"/>
              </a:rPr>
              <a:t>Design:</a:t>
            </a:r>
            <a:r>
              <a:rPr lang="en-US" sz="2400" b="0" u="none" spc="-11" strike="noStrike">
                <a:solidFill>
                  <a:srgbClr val="000079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79"/>
                </a:solidFill>
                <a:effectLst/>
                <a:uFillTx/>
                <a:latin typeface="Tahoma"/>
              </a:rPr>
              <a:t>Datapath</a:t>
            </a:r>
            <a:r>
              <a:rPr lang="en-US" sz="2400" b="0" u="none" spc="-31" strike="noStrike">
                <a:solidFill>
                  <a:srgbClr val="000079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79"/>
                </a:solidFill>
                <a:effectLst/>
                <a:uFillTx/>
                <a:latin typeface="Tahoma"/>
              </a:rPr>
              <a:t>and</a:t>
            </a:r>
            <a:r>
              <a:rPr lang="en-US" sz="2400" b="0" u="none" spc="-11" strike="noStrike">
                <a:solidFill>
                  <a:srgbClr val="000079"/>
                </a:solidFill>
                <a:effectLst/>
                <a:uFillTx/>
                <a:latin typeface="Tahoma"/>
              </a:rPr>
              <a:t> 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2680" indent="447840">
              <a:lnSpc>
                <a:spcPts val="1939"/>
              </a:lnSpc>
              <a:spcBef>
                <a:spcPts val="1386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Slides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derived</a:t>
            </a:r>
            <a:r>
              <a:rPr lang="en-US" sz="1800" b="0" u="none" spc="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work</a:t>
            </a:r>
            <a:r>
              <a:rPr lang="en-US" sz="18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by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Daniel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J.</a:t>
            </a:r>
            <a:r>
              <a:rPr lang="en-US" sz="18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Sorin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(Duke),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Amir</a:t>
            </a:r>
            <a:r>
              <a:rPr lang="en-US" sz="18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Roth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(Penn)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40" name="object 3"/>
            <p:cNvPicPr/>
            <p:nvPr/>
          </p:nvPicPr>
          <p:blipFill>
            <a:blip r:embed="rId1"/>
            <a:stretch/>
          </p:blipFill>
          <p:spPr>
            <a:xfrm>
              <a:off x="1932480" y="131040"/>
              <a:ext cx="52711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9893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This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Unit: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Processor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Design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object 6"/>
          <p:cNvSpPr/>
          <p:nvPr/>
        </p:nvSpPr>
        <p:spPr>
          <a:xfrm>
            <a:off x="3822840" y="989280"/>
            <a:ext cx="4794480" cy="25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2D04C7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2D04C7"/>
                </a:solidFill>
                <a:effectLst/>
                <a:uFillTx/>
                <a:latin typeface="Tahoma"/>
              </a:rPr>
              <a:t>Datapath</a:t>
            </a:r>
            <a:r>
              <a:rPr lang="en-US" sz="2400" b="0" u="none" spc="-20" strike="noStrike">
                <a:solidFill>
                  <a:srgbClr val="2D04C7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2D04C7"/>
                </a:solidFill>
                <a:effectLst/>
                <a:uFillTx/>
                <a:latin typeface="Tahoma"/>
              </a:rPr>
              <a:t>components</a:t>
            </a:r>
            <a:r>
              <a:rPr lang="en-US" sz="2400" b="0" u="none" spc="-40" strike="noStrike">
                <a:solidFill>
                  <a:srgbClr val="2D04C7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2D04C7"/>
                </a:solidFill>
                <a:effectLst/>
                <a:uFillTx/>
                <a:latin typeface="Tahoma"/>
              </a:rPr>
              <a:t>and </a:t>
            </a:r>
            <a:r>
              <a:rPr lang="en-US" sz="2400" b="0" u="none" spc="-11" strike="noStrike">
                <a:solidFill>
                  <a:srgbClr val="2D04C7"/>
                </a:solidFill>
                <a:effectLst/>
                <a:uFillTx/>
                <a:latin typeface="Tahoma"/>
              </a:rPr>
              <a:t>timing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Memories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(RAMs)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Mapping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object 7"/>
          <p:cNvSpPr/>
          <p:nvPr/>
        </p:nvSpPr>
        <p:spPr>
          <a:xfrm>
            <a:off x="381600" y="1143720"/>
            <a:ext cx="2437920" cy="1142640"/>
          </a:xfrm>
          <a:custGeom>
            <a:avLst/>
            <a:gdLst>
              <a:gd name="textAreaLeft" fmla="*/ 0 w 2437920"/>
              <a:gd name="textAreaRight" fmla="*/ 2438280 w 2437920"/>
              <a:gd name="textAreaTop" fmla="*/ 0 h 1142640"/>
              <a:gd name="textAreaBottom" fmla="*/ 1143000 h 1142640"/>
            </a:gdLst>
            <a:ahLst/>
            <a:cxnLst/>
            <a:rect l="textAreaLeft" t="textAreaTop" r="textAreaRight" b="textAreaBottom"/>
            <a:pathLst>
              <a:path w="2438400" h="1143000">
                <a:moveTo>
                  <a:pt x="0" y="1143000"/>
                </a:moveTo>
                <a:lnTo>
                  <a:pt x="2438400" y="1143000"/>
                </a:lnTo>
                <a:lnTo>
                  <a:pt x="24384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8"/>
          <p:cNvSpPr/>
          <p:nvPr/>
        </p:nvSpPr>
        <p:spPr>
          <a:xfrm>
            <a:off x="459720" y="1171800"/>
            <a:ext cx="11250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" name="object 9"/>
          <p:cNvGrpSpPr/>
          <p:nvPr/>
        </p:nvGrpSpPr>
        <p:grpSpPr>
          <a:xfrm>
            <a:off x="1372320" y="1448640"/>
            <a:ext cx="1980720" cy="837720"/>
            <a:chOff x="1372320" y="1448640"/>
            <a:chExt cx="1980720" cy="837720"/>
          </a:xfrm>
        </p:grpSpPr>
        <p:sp>
          <p:nvSpPr>
            <p:cNvPr id="47" name="object 10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1981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81200" y="8382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object 11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0" y="838200"/>
                  </a:moveTo>
                  <a:lnTo>
                    <a:pt x="1981200" y="838200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" name="object 12"/>
          <p:cNvSpPr/>
          <p:nvPr/>
        </p:nvSpPr>
        <p:spPr>
          <a:xfrm>
            <a:off x="1545840" y="1552680"/>
            <a:ext cx="316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" name="object 13"/>
          <p:cNvGrpSpPr/>
          <p:nvPr/>
        </p:nvGrpSpPr>
        <p:grpSpPr>
          <a:xfrm>
            <a:off x="2058120" y="1829520"/>
            <a:ext cx="1371240" cy="456840"/>
            <a:chOff x="2058120" y="1829520"/>
            <a:chExt cx="1371240" cy="456840"/>
          </a:xfrm>
        </p:grpSpPr>
        <p:sp>
          <p:nvSpPr>
            <p:cNvPr id="51" name="object 14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object 15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object 16"/>
          <p:cNvSpPr/>
          <p:nvPr/>
        </p:nvSpPr>
        <p:spPr>
          <a:xfrm>
            <a:off x="2340720" y="1933920"/>
            <a:ext cx="931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Firmware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" name="object 17"/>
          <p:cNvGrpSpPr/>
          <p:nvPr/>
        </p:nvGrpSpPr>
        <p:grpSpPr>
          <a:xfrm>
            <a:off x="534240" y="1829520"/>
            <a:ext cx="1371240" cy="456840"/>
            <a:chOff x="534240" y="1829520"/>
            <a:chExt cx="1371240" cy="456840"/>
          </a:xfrm>
        </p:grpSpPr>
        <p:sp>
          <p:nvSpPr>
            <p:cNvPr id="55" name="object 18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object 19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" name="object 20"/>
          <p:cNvSpPr/>
          <p:nvPr/>
        </p:nvSpPr>
        <p:spPr>
          <a:xfrm>
            <a:off x="845280" y="1933920"/>
            <a:ext cx="903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Compiler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" name="object 21"/>
          <p:cNvGrpSpPr/>
          <p:nvPr/>
        </p:nvGrpSpPr>
        <p:grpSpPr>
          <a:xfrm>
            <a:off x="457920" y="2439000"/>
            <a:ext cx="1371240" cy="914040"/>
            <a:chOff x="457920" y="2439000"/>
            <a:chExt cx="1371240" cy="914040"/>
          </a:xfrm>
        </p:grpSpPr>
        <p:sp>
          <p:nvSpPr>
            <p:cNvPr id="59" name="object 22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object 23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object 24"/>
          <p:cNvSpPr/>
          <p:nvPr/>
        </p:nvSpPr>
        <p:spPr>
          <a:xfrm>
            <a:off x="472320" y="2453400"/>
            <a:ext cx="1342800" cy="442800"/>
          </a:xfrm>
          <a:prstGeom prst="rect">
            <a:avLst/>
          </a:prstGeom>
          <a:solidFill>
            <a:srgbClr val="52F4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algn="ctr">
              <a:lnSpc>
                <a:spcPct val="100000"/>
              </a:lnSpc>
              <a:spcBef>
                <a:spcPts val="921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CPU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object 25"/>
          <p:cNvGrpSpPr/>
          <p:nvPr/>
        </p:nvGrpSpPr>
        <p:grpSpPr>
          <a:xfrm>
            <a:off x="1829520" y="2439000"/>
            <a:ext cx="1371240" cy="914040"/>
            <a:chOff x="1829520" y="2439000"/>
            <a:chExt cx="1371240" cy="914040"/>
          </a:xfrm>
        </p:grpSpPr>
        <p:sp>
          <p:nvSpPr>
            <p:cNvPr id="63" name="object 26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object 27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object 28"/>
          <p:cNvSpPr/>
          <p:nvPr/>
        </p:nvSpPr>
        <p:spPr>
          <a:xfrm>
            <a:off x="2367000" y="2558160"/>
            <a:ext cx="295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I/O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object 29"/>
          <p:cNvGrpSpPr/>
          <p:nvPr/>
        </p:nvGrpSpPr>
        <p:grpSpPr>
          <a:xfrm>
            <a:off x="1220040" y="2896200"/>
            <a:ext cx="1371240" cy="456840"/>
            <a:chOff x="1220040" y="2896200"/>
            <a:chExt cx="1371240" cy="456840"/>
          </a:xfrm>
        </p:grpSpPr>
        <p:sp>
          <p:nvSpPr>
            <p:cNvPr id="67" name="object 30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object 31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object 32"/>
          <p:cNvSpPr/>
          <p:nvPr/>
        </p:nvSpPr>
        <p:spPr>
          <a:xfrm>
            <a:off x="1636560" y="3000960"/>
            <a:ext cx="802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bject 33"/>
          <p:cNvSpPr/>
          <p:nvPr/>
        </p:nvSpPr>
        <p:spPr>
          <a:xfrm>
            <a:off x="457920" y="33534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69156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Digital</a:t>
            </a:r>
            <a:r>
              <a:rPr lang="en-US" sz="1600" b="1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Circuits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bject 34"/>
          <p:cNvSpPr/>
          <p:nvPr/>
        </p:nvSpPr>
        <p:spPr>
          <a:xfrm>
            <a:off x="457920" y="38106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44964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Gates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&amp;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Transistors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object 35"/>
          <p:cNvGrpSpPr/>
          <p:nvPr/>
        </p:nvGrpSpPr>
        <p:grpSpPr>
          <a:xfrm>
            <a:off x="228600" y="2362320"/>
            <a:ext cx="3276360" cy="838440"/>
            <a:chOff x="228600" y="2362320"/>
            <a:chExt cx="3276360" cy="838440"/>
          </a:xfrm>
        </p:grpSpPr>
        <p:sp>
          <p:nvSpPr>
            <p:cNvPr id="73" name="object 36"/>
            <p:cNvSpPr/>
            <p:nvPr/>
          </p:nvSpPr>
          <p:spPr>
            <a:xfrm>
              <a:off x="228600" y="2362320"/>
              <a:ext cx="3276360" cy="360"/>
            </a:xfrm>
            <a:custGeom>
              <a:avLst/>
              <a:gdLst>
                <a:gd name="textAreaLeft" fmla="*/ 0 w 3276360"/>
                <a:gd name="textAreaRight" fmla="*/ 3276720 w 3276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76600" h="0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object 37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object 38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PlaceHolder 2"/>
          <p:cNvSpPr>
            <a:spLocks noGrp="1"/>
          </p:cNvSpPr>
          <p:nvPr>
            <p:ph type="sldNum" idx="16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6F1BBD2F-09B9-4707-AC20-36EA335BDEEC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78" name="object 3"/>
            <p:cNvPicPr/>
            <p:nvPr/>
          </p:nvPicPr>
          <p:blipFill>
            <a:blip r:embed="rId1"/>
            <a:stretch/>
          </p:blipFill>
          <p:spPr>
            <a:xfrm>
              <a:off x="2378880" y="131040"/>
              <a:ext cx="437796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4364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So</a:t>
            </a:r>
            <a:r>
              <a:rPr lang="en-US" sz="2800" b="1" u="none" spc="-7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You</a:t>
            </a:r>
            <a:r>
              <a:rPr lang="en-US" sz="28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Have</a:t>
            </a:r>
            <a:r>
              <a:rPr lang="en-US" sz="2800" b="1" u="none" spc="-4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0" strike="noStrike">
                <a:solidFill>
                  <a:schemeClr val="lt1"/>
                </a:solidFill>
                <a:effectLst/>
                <a:uFillTx/>
                <a:latin typeface="Arial"/>
              </a:rPr>
              <a:t>ALU…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17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45F3FE56-BD65-4DC3-829C-57EE49D7578E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object 6"/>
          <p:cNvSpPr/>
          <p:nvPr/>
        </p:nvSpPr>
        <p:spPr>
          <a:xfrm>
            <a:off x="212760" y="1062360"/>
            <a:ext cx="7872840" cy="49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4000" rIns="0" bIns="0" anchor="t">
            <a:spAutoFit/>
          </a:bodyPr>
          <a:p>
            <a:pPr marL="299160" indent="-286920">
              <a:lnSpc>
                <a:spcPts val="2591"/>
              </a:lnSpc>
              <a:spcBef>
                <a:spcPts val="425"/>
              </a:spcBef>
              <a:buClr>
                <a:srgbClr val="FC0001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FC0001"/>
                </a:solidFill>
                <a:effectLst/>
                <a:uFillTx/>
                <a:latin typeface="Tahoma"/>
              </a:rPr>
              <a:t>Important</a:t>
            </a:r>
            <a:r>
              <a:rPr lang="en-US" sz="2400" b="0" u="none" spc="-45" strike="noStrike">
                <a:solidFill>
                  <a:srgbClr val="FC000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FC0001"/>
                </a:solidFill>
                <a:effectLst/>
                <a:uFillTx/>
                <a:latin typeface="Tahoma"/>
              </a:rPr>
              <a:t>reminder:</a:t>
            </a:r>
            <a:r>
              <a:rPr lang="en-US" sz="2400" b="0" u="none" spc="-11" strike="noStrike">
                <a:solidFill>
                  <a:srgbClr val="FC000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processor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just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big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finite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state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machine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(FSM)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interprets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pos="299160" algn="l"/>
                <a:tab pos="29988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000000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Start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5840">
              <a:lnSpc>
                <a:spcPct val="100000"/>
              </a:lnSpc>
              <a:spcBef>
                <a:spcPts val="349"/>
              </a:spcBef>
              <a:tabLst>
                <a:tab pos="299160" algn="l"/>
                <a:tab pos="299880" algn="l"/>
              </a:tabLst>
            </a:pPr>
            <a:r>
              <a:rPr lang="en-US" sz="2000" b="1" u="none" strike="noStrike">
                <a:solidFill>
                  <a:srgbClr val="FF0909"/>
                </a:solidFill>
                <a:effectLst/>
                <a:uFillTx/>
                <a:latin typeface="Courier New"/>
              </a:rPr>
              <a:t>add</a:t>
            </a:r>
            <a:r>
              <a:rPr lang="en-US" sz="2000" b="1" u="none" spc="-14" strike="noStrike">
                <a:solidFill>
                  <a:srgbClr val="FF0909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$3,$2,$4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performs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just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small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part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execution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instruction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 read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fetch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begin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tabLst>
                <a:tab pos="698400" algn="l"/>
              </a:tabLst>
            </a:pP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about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loads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stores?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sort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interface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about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branches?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hardware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that,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too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object 2"/>
          <p:cNvGrpSpPr/>
          <p:nvPr/>
        </p:nvGrpSpPr>
        <p:grpSpPr>
          <a:xfrm>
            <a:off x="381600" y="1829520"/>
            <a:ext cx="3047760" cy="1676160"/>
            <a:chOff x="381600" y="1829520"/>
            <a:chExt cx="3047760" cy="1676160"/>
          </a:xfrm>
        </p:grpSpPr>
        <p:sp>
          <p:nvSpPr>
            <p:cNvPr id="84" name="object 3"/>
            <p:cNvSpPr/>
            <p:nvPr/>
          </p:nvSpPr>
          <p:spPr>
            <a:xfrm>
              <a:off x="381600" y="1829520"/>
              <a:ext cx="3047760" cy="1676160"/>
            </a:xfrm>
            <a:custGeom>
              <a:avLst/>
              <a:gdLst>
                <a:gd name="textAreaLeft" fmla="*/ 0 w 3047760"/>
                <a:gd name="textAreaRight" fmla="*/ 3048120 w 3047760"/>
                <a:gd name="textAreaTop" fmla="*/ 0 h 1676160"/>
                <a:gd name="textAreaBottom" fmla="*/ 1676520 h 1676160"/>
              </a:gdLst>
              <a:ahLst/>
              <a:cxnLst/>
              <a:rect l="textAreaLeft" t="textAreaTop" r="textAreaRight" b="textAreaBottom"/>
              <a:pathLst>
                <a:path w="3048000" h="1676400">
                  <a:moveTo>
                    <a:pt x="3048000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3048000" y="167640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object 4"/>
            <p:cNvSpPr/>
            <p:nvPr/>
          </p:nvSpPr>
          <p:spPr>
            <a:xfrm>
              <a:off x="381600" y="1829520"/>
              <a:ext cx="3047760" cy="1676160"/>
            </a:xfrm>
            <a:custGeom>
              <a:avLst/>
              <a:gdLst>
                <a:gd name="textAreaLeft" fmla="*/ 0 w 3047760"/>
                <a:gd name="textAreaRight" fmla="*/ 3048120 w 3047760"/>
                <a:gd name="textAreaTop" fmla="*/ 0 h 1676160"/>
                <a:gd name="textAreaBottom" fmla="*/ 1676520 h 1676160"/>
              </a:gdLst>
              <a:ahLst/>
              <a:cxnLst/>
              <a:rect l="textAreaLeft" t="textAreaTop" r="textAreaRight" b="textAreaBottom"/>
              <a:pathLst>
                <a:path w="3048000" h="1676400">
                  <a:moveTo>
                    <a:pt x="0" y="1676400"/>
                  </a:moveTo>
                  <a:lnTo>
                    <a:pt x="3048000" y="16764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" name="object 5"/>
          <p:cNvGrpSpPr/>
          <p:nvPr/>
        </p:nvGrpSpPr>
        <p:grpSpPr>
          <a:xfrm>
            <a:off x="0" y="0"/>
            <a:ext cx="9143640" cy="3505320"/>
            <a:chOff x="0" y="0"/>
            <a:chExt cx="9143640" cy="3505320"/>
          </a:xfrm>
        </p:grpSpPr>
        <p:sp>
          <p:nvSpPr>
            <p:cNvPr id="87" name="object 6"/>
            <p:cNvSpPr/>
            <p:nvPr/>
          </p:nvSpPr>
          <p:spPr>
            <a:xfrm>
              <a:off x="3734640" y="1067400"/>
              <a:ext cx="5028840" cy="243792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2437920"/>
                <a:gd name="textAreaBottom" fmla="*/ 2438280 h 2437920"/>
              </a:gdLst>
              <a:ahLst/>
              <a:cxnLst/>
              <a:rect l="textAreaLeft" t="textAreaTop" r="textAreaRight" b="textAreaBottom"/>
              <a:pathLst>
                <a:path w="5029200" h="2438400">
                  <a:moveTo>
                    <a:pt x="5029199" y="0"/>
                  </a:moveTo>
                  <a:lnTo>
                    <a:pt x="0" y="0"/>
                  </a:lnTo>
                  <a:lnTo>
                    <a:pt x="0" y="2438400"/>
                  </a:lnTo>
                  <a:lnTo>
                    <a:pt x="5029199" y="2438400"/>
                  </a:lnTo>
                  <a:lnTo>
                    <a:pt x="5029199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object 7"/>
            <p:cNvSpPr/>
            <p:nvPr/>
          </p:nvSpPr>
          <p:spPr>
            <a:xfrm>
              <a:off x="3734640" y="1067400"/>
              <a:ext cx="5028840" cy="243792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2437920"/>
                <a:gd name="textAreaBottom" fmla="*/ 2438280 h 2437920"/>
              </a:gdLst>
              <a:ahLst/>
              <a:cxnLst/>
              <a:rect l="textAreaLeft" t="textAreaTop" r="textAreaRight" b="textAreaBottom"/>
              <a:pathLst>
                <a:path w="5029200" h="2438400">
                  <a:moveTo>
                    <a:pt x="0" y="2438400"/>
                  </a:moveTo>
                  <a:lnTo>
                    <a:pt x="5029199" y="2438400"/>
                  </a:lnTo>
                  <a:lnTo>
                    <a:pt x="5029199" y="0"/>
                  </a:lnTo>
                  <a:lnTo>
                    <a:pt x="0" y="0"/>
                  </a:lnTo>
                  <a:lnTo>
                    <a:pt x="0" y="2438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9" name="object 8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1038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" name="object 9"/>
            <p:cNvPicPr/>
            <p:nvPr/>
          </p:nvPicPr>
          <p:blipFill>
            <a:blip r:embed="rId2"/>
            <a:stretch/>
          </p:blipFill>
          <p:spPr>
            <a:xfrm>
              <a:off x="2505600" y="131040"/>
              <a:ext cx="412524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" name="object 10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5628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Datapath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and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93" name="object 12"/>
          <p:cNvGrpSpPr/>
          <p:nvPr/>
        </p:nvGrpSpPr>
        <p:grpSpPr>
          <a:xfrm>
            <a:off x="534240" y="2743920"/>
            <a:ext cx="609120" cy="304560"/>
            <a:chOff x="534240" y="2743920"/>
            <a:chExt cx="609120" cy="304560"/>
          </a:xfrm>
        </p:grpSpPr>
        <p:sp>
          <p:nvSpPr>
            <p:cNvPr id="94" name="object 13"/>
            <p:cNvSpPr/>
            <p:nvPr/>
          </p:nvSpPr>
          <p:spPr>
            <a:xfrm>
              <a:off x="534240" y="2743920"/>
              <a:ext cx="609120" cy="3045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609600" h="304800">
                  <a:moveTo>
                    <a:pt x="609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09600" y="3048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object 14"/>
            <p:cNvSpPr/>
            <p:nvPr/>
          </p:nvSpPr>
          <p:spPr>
            <a:xfrm>
              <a:off x="534240" y="2743920"/>
              <a:ext cx="609120" cy="3045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609600" h="304800">
                  <a:moveTo>
                    <a:pt x="0" y="304800"/>
                  </a:moveTo>
                  <a:lnTo>
                    <a:pt x="609600" y="3048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object 15"/>
          <p:cNvSpPr/>
          <p:nvPr/>
        </p:nvSpPr>
        <p:spPr>
          <a:xfrm>
            <a:off x="648000" y="2723400"/>
            <a:ext cx="37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object 16"/>
          <p:cNvGrpSpPr/>
          <p:nvPr/>
        </p:nvGrpSpPr>
        <p:grpSpPr>
          <a:xfrm>
            <a:off x="1600920" y="2439000"/>
            <a:ext cx="1218960" cy="914040"/>
            <a:chOff x="1600920" y="2439000"/>
            <a:chExt cx="1218960" cy="914040"/>
          </a:xfrm>
        </p:grpSpPr>
        <p:sp>
          <p:nvSpPr>
            <p:cNvPr id="98" name="object 17"/>
            <p:cNvSpPr/>
            <p:nvPr/>
          </p:nvSpPr>
          <p:spPr>
            <a:xfrm>
              <a:off x="16009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1219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219200" y="9144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object 18"/>
            <p:cNvSpPr/>
            <p:nvPr/>
          </p:nvSpPr>
          <p:spPr>
            <a:xfrm>
              <a:off x="16009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0" y="914400"/>
                  </a:moveTo>
                  <a:lnTo>
                    <a:pt x="1219200" y="914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object 19"/>
          <p:cNvSpPr/>
          <p:nvPr/>
        </p:nvSpPr>
        <p:spPr>
          <a:xfrm>
            <a:off x="1955520" y="2571120"/>
            <a:ext cx="506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bject 20"/>
          <p:cNvSpPr/>
          <p:nvPr/>
        </p:nvSpPr>
        <p:spPr>
          <a:xfrm>
            <a:off x="1737720" y="2876040"/>
            <a:ext cx="944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object 21"/>
          <p:cNvGrpSpPr/>
          <p:nvPr/>
        </p:nvGrpSpPr>
        <p:grpSpPr>
          <a:xfrm>
            <a:off x="4344120" y="2439000"/>
            <a:ext cx="1218960" cy="914040"/>
            <a:chOff x="4344120" y="2439000"/>
            <a:chExt cx="1218960" cy="914040"/>
          </a:xfrm>
        </p:grpSpPr>
        <p:sp>
          <p:nvSpPr>
            <p:cNvPr id="103" name="object 22"/>
            <p:cNvSpPr/>
            <p:nvPr/>
          </p:nvSpPr>
          <p:spPr>
            <a:xfrm>
              <a:off x="43441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1219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219200" y="9144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object 23"/>
            <p:cNvSpPr/>
            <p:nvPr/>
          </p:nvSpPr>
          <p:spPr>
            <a:xfrm>
              <a:off x="43441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0" y="914400"/>
                  </a:moveTo>
                  <a:lnTo>
                    <a:pt x="1219200" y="914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" name="object 24"/>
          <p:cNvSpPr/>
          <p:nvPr/>
        </p:nvSpPr>
        <p:spPr>
          <a:xfrm>
            <a:off x="4466160" y="2571120"/>
            <a:ext cx="97452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82600" indent="-27036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6" name="object 25"/>
          <p:cNvGrpSpPr/>
          <p:nvPr/>
        </p:nvGrpSpPr>
        <p:grpSpPr>
          <a:xfrm>
            <a:off x="7087320" y="2439000"/>
            <a:ext cx="1218960" cy="914040"/>
            <a:chOff x="7087320" y="2439000"/>
            <a:chExt cx="1218960" cy="914040"/>
          </a:xfrm>
        </p:grpSpPr>
        <p:sp>
          <p:nvSpPr>
            <p:cNvPr id="107" name="object 26"/>
            <p:cNvSpPr/>
            <p:nvPr/>
          </p:nvSpPr>
          <p:spPr>
            <a:xfrm>
              <a:off x="70873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1219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219200" y="9144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object 27"/>
            <p:cNvSpPr/>
            <p:nvPr/>
          </p:nvSpPr>
          <p:spPr>
            <a:xfrm>
              <a:off x="70873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0" y="914400"/>
                  </a:moveTo>
                  <a:lnTo>
                    <a:pt x="1219200" y="914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object 28"/>
          <p:cNvSpPr/>
          <p:nvPr/>
        </p:nvSpPr>
        <p:spPr>
          <a:xfrm>
            <a:off x="7225200" y="2571120"/>
            <a:ext cx="94464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 indent="19044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" name="object 29"/>
          <p:cNvGrpSpPr/>
          <p:nvPr/>
        </p:nvGrpSpPr>
        <p:grpSpPr>
          <a:xfrm>
            <a:off x="1143720" y="1372320"/>
            <a:ext cx="7481880" cy="2666880"/>
            <a:chOff x="1143720" y="1372320"/>
            <a:chExt cx="7481880" cy="2666880"/>
          </a:xfrm>
        </p:grpSpPr>
        <p:sp>
          <p:nvSpPr>
            <p:cNvPr id="111" name="object 30"/>
            <p:cNvSpPr/>
            <p:nvPr/>
          </p:nvSpPr>
          <p:spPr>
            <a:xfrm>
              <a:off x="6020640" y="2439000"/>
              <a:ext cx="609120" cy="9140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609600" h="914400">
                  <a:moveTo>
                    <a:pt x="0" y="0"/>
                  </a:moveTo>
                  <a:lnTo>
                    <a:pt x="0" y="304800"/>
                  </a:lnTo>
                  <a:lnTo>
                    <a:pt x="152400" y="457200"/>
                  </a:lnTo>
                  <a:lnTo>
                    <a:pt x="0" y="609600"/>
                  </a:lnTo>
                  <a:lnTo>
                    <a:pt x="0" y="914400"/>
                  </a:lnTo>
                  <a:lnTo>
                    <a:pt x="609599" y="609600"/>
                  </a:lnTo>
                  <a:lnTo>
                    <a:pt x="609599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object 31"/>
            <p:cNvSpPr/>
            <p:nvPr/>
          </p:nvSpPr>
          <p:spPr>
            <a:xfrm>
              <a:off x="6020640" y="2439000"/>
              <a:ext cx="609120" cy="9140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609600" h="914400">
                  <a:moveTo>
                    <a:pt x="0" y="0"/>
                  </a:moveTo>
                  <a:lnTo>
                    <a:pt x="609599" y="304800"/>
                  </a:lnTo>
                  <a:lnTo>
                    <a:pt x="609599" y="609600"/>
                  </a:lnTo>
                  <a:lnTo>
                    <a:pt x="0" y="914400"/>
                  </a:lnTo>
                  <a:lnTo>
                    <a:pt x="0" y="609600"/>
                  </a:lnTo>
                  <a:lnTo>
                    <a:pt x="152400" y="4572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object 32"/>
            <p:cNvSpPr/>
            <p:nvPr/>
          </p:nvSpPr>
          <p:spPr>
            <a:xfrm>
              <a:off x="6020640" y="1372320"/>
              <a:ext cx="609120" cy="6091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609600" h="609600">
                  <a:moveTo>
                    <a:pt x="0" y="0"/>
                  </a:moveTo>
                  <a:lnTo>
                    <a:pt x="0" y="203200"/>
                  </a:lnTo>
                  <a:lnTo>
                    <a:pt x="152400" y="304800"/>
                  </a:lnTo>
                  <a:lnTo>
                    <a:pt x="0" y="406400"/>
                  </a:lnTo>
                  <a:lnTo>
                    <a:pt x="0" y="609600"/>
                  </a:lnTo>
                  <a:lnTo>
                    <a:pt x="609599" y="406400"/>
                  </a:lnTo>
                  <a:lnTo>
                    <a:pt x="609599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object 33"/>
            <p:cNvSpPr/>
            <p:nvPr/>
          </p:nvSpPr>
          <p:spPr>
            <a:xfrm>
              <a:off x="6020640" y="1372320"/>
              <a:ext cx="609120" cy="6091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609600" h="609600">
                  <a:moveTo>
                    <a:pt x="0" y="0"/>
                  </a:moveTo>
                  <a:lnTo>
                    <a:pt x="609599" y="203200"/>
                  </a:lnTo>
                  <a:lnTo>
                    <a:pt x="609599" y="406400"/>
                  </a:lnTo>
                  <a:lnTo>
                    <a:pt x="0" y="609600"/>
                  </a:lnTo>
                  <a:lnTo>
                    <a:pt x="0" y="406400"/>
                  </a:lnTo>
                  <a:lnTo>
                    <a:pt x="152400" y="3048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object 34"/>
            <p:cNvSpPr/>
            <p:nvPr/>
          </p:nvSpPr>
          <p:spPr>
            <a:xfrm>
              <a:off x="1143720" y="2120040"/>
              <a:ext cx="7481880" cy="1123560"/>
            </a:xfrm>
            <a:custGeom>
              <a:avLst/>
              <a:gdLst>
                <a:gd name="textAreaLeft" fmla="*/ 0 w 7481880"/>
                <a:gd name="textAreaRight" fmla="*/ 7482240 w 7481880"/>
                <a:gd name="textAreaTop" fmla="*/ 0 h 1123560"/>
                <a:gd name="textAreaBottom" fmla="*/ 1123920 h 1123560"/>
              </a:gdLst>
              <a:ahLst/>
              <a:cxnLst/>
              <a:rect l="textAreaLeft" t="textAreaTop" r="textAreaRight" b="textAreaBottom"/>
              <a:pathLst>
                <a:path w="7482205" h="1123950">
                  <a:moveTo>
                    <a:pt x="457200" y="776351"/>
                  </a:moveTo>
                  <a:lnTo>
                    <a:pt x="371475" y="733552"/>
                  </a:lnTo>
                  <a:lnTo>
                    <a:pt x="371475" y="762127"/>
                  </a:lnTo>
                  <a:lnTo>
                    <a:pt x="0" y="762000"/>
                  </a:lnTo>
                  <a:lnTo>
                    <a:pt x="0" y="790575"/>
                  </a:lnTo>
                  <a:lnTo>
                    <a:pt x="371475" y="790702"/>
                  </a:lnTo>
                  <a:lnTo>
                    <a:pt x="371475" y="819150"/>
                  </a:lnTo>
                  <a:lnTo>
                    <a:pt x="428447" y="790702"/>
                  </a:lnTo>
                  <a:lnTo>
                    <a:pt x="457200" y="776351"/>
                  </a:lnTo>
                  <a:close/>
                </a:path>
                <a:path w="7482205" h="1123950">
                  <a:moveTo>
                    <a:pt x="2133600" y="776351"/>
                  </a:moveTo>
                  <a:lnTo>
                    <a:pt x="2047875" y="733552"/>
                  </a:lnTo>
                  <a:lnTo>
                    <a:pt x="2047875" y="762127"/>
                  </a:lnTo>
                  <a:lnTo>
                    <a:pt x="1676400" y="762000"/>
                  </a:lnTo>
                  <a:lnTo>
                    <a:pt x="1676400" y="790575"/>
                  </a:lnTo>
                  <a:lnTo>
                    <a:pt x="2047875" y="790702"/>
                  </a:lnTo>
                  <a:lnTo>
                    <a:pt x="2047875" y="819150"/>
                  </a:lnTo>
                  <a:lnTo>
                    <a:pt x="2104847" y="790702"/>
                  </a:lnTo>
                  <a:lnTo>
                    <a:pt x="2133600" y="776351"/>
                  </a:lnTo>
                  <a:close/>
                </a:path>
                <a:path w="7482205" h="1123950">
                  <a:moveTo>
                    <a:pt x="4876800" y="1081151"/>
                  </a:moveTo>
                  <a:lnTo>
                    <a:pt x="4848136" y="1066800"/>
                  </a:lnTo>
                  <a:lnTo>
                    <a:pt x="4791075" y="1038225"/>
                  </a:lnTo>
                  <a:lnTo>
                    <a:pt x="4791075" y="1066800"/>
                  </a:lnTo>
                  <a:lnTo>
                    <a:pt x="4419600" y="1066800"/>
                  </a:lnTo>
                  <a:lnTo>
                    <a:pt x="4419600" y="1095375"/>
                  </a:lnTo>
                  <a:lnTo>
                    <a:pt x="4791075" y="1095375"/>
                  </a:lnTo>
                  <a:lnTo>
                    <a:pt x="4791075" y="1123950"/>
                  </a:lnTo>
                  <a:lnTo>
                    <a:pt x="4848301" y="1095375"/>
                  </a:lnTo>
                  <a:lnTo>
                    <a:pt x="4876800" y="1081151"/>
                  </a:lnTo>
                  <a:close/>
                </a:path>
                <a:path w="7482205" h="1123950">
                  <a:moveTo>
                    <a:pt x="4876800" y="471551"/>
                  </a:moveTo>
                  <a:lnTo>
                    <a:pt x="4791075" y="428752"/>
                  </a:lnTo>
                  <a:lnTo>
                    <a:pt x="4791075" y="457327"/>
                  </a:lnTo>
                  <a:lnTo>
                    <a:pt x="4419600" y="457200"/>
                  </a:lnTo>
                  <a:lnTo>
                    <a:pt x="4419600" y="485775"/>
                  </a:lnTo>
                  <a:lnTo>
                    <a:pt x="4791075" y="485902"/>
                  </a:lnTo>
                  <a:lnTo>
                    <a:pt x="4791075" y="514350"/>
                  </a:lnTo>
                  <a:lnTo>
                    <a:pt x="4848047" y="485902"/>
                  </a:lnTo>
                  <a:lnTo>
                    <a:pt x="4876800" y="471551"/>
                  </a:lnTo>
                  <a:close/>
                </a:path>
                <a:path w="7482205" h="1123950">
                  <a:moveTo>
                    <a:pt x="5943600" y="776351"/>
                  </a:moveTo>
                  <a:lnTo>
                    <a:pt x="5857875" y="733552"/>
                  </a:lnTo>
                  <a:lnTo>
                    <a:pt x="5857875" y="762127"/>
                  </a:lnTo>
                  <a:lnTo>
                    <a:pt x="5653024" y="762063"/>
                  </a:lnTo>
                  <a:lnTo>
                    <a:pt x="5653024" y="180975"/>
                  </a:lnTo>
                  <a:lnTo>
                    <a:pt x="5653024" y="166751"/>
                  </a:lnTo>
                  <a:lnTo>
                    <a:pt x="5653024" y="158877"/>
                  </a:lnTo>
                  <a:lnTo>
                    <a:pt x="5646674" y="152400"/>
                  </a:lnTo>
                  <a:lnTo>
                    <a:pt x="2887726" y="152400"/>
                  </a:lnTo>
                  <a:lnTo>
                    <a:pt x="2881249" y="158877"/>
                  </a:lnTo>
                  <a:lnTo>
                    <a:pt x="2881249" y="540385"/>
                  </a:lnTo>
                  <a:lnTo>
                    <a:pt x="2887726" y="546735"/>
                  </a:lnTo>
                  <a:lnTo>
                    <a:pt x="3114675" y="546735"/>
                  </a:lnTo>
                  <a:lnTo>
                    <a:pt x="3114675" y="575310"/>
                  </a:lnTo>
                  <a:lnTo>
                    <a:pt x="3171901" y="546735"/>
                  </a:lnTo>
                  <a:lnTo>
                    <a:pt x="3200400" y="532511"/>
                  </a:lnTo>
                  <a:lnTo>
                    <a:pt x="3171736" y="518160"/>
                  </a:lnTo>
                  <a:lnTo>
                    <a:pt x="3114675" y="489585"/>
                  </a:lnTo>
                  <a:lnTo>
                    <a:pt x="3114675" y="518160"/>
                  </a:lnTo>
                  <a:lnTo>
                    <a:pt x="2909824" y="518160"/>
                  </a:lnTo>
                  <a:lnTo>
                    <a:pt x="2909824" y="180975"/>
                  </a:lnTo>
                  <a:lnTo>
                    <a:pt x="5624449" y="180975"/>
                  </a:lnTo>
                  <a:lnTo>
                    <a:pt x="5624449" y="762050"/>
                  </a:lnTo>
                  <a:lnTo>
                    <a:pt x="5486387" y="762000"/>
                  </a:lnTo>
                  <a:lnTo>
                    <a:pt x="5486387" y="790575"/>
                  </a:lnTo>
                  <a:lnTo>
                    <a:pt x="5857875" y="790702"/>
                  </a:lnTo>
                  <a:lnTo>
                    <a:pt x="5857875" y="819150"/>
                  </a:lnTo>
                  <a:lnTo>
                    <a:pt x="5914847" y="790702"/>
                  </a:lnTo>
                  <a:lnTo>
                    <a:pt x="5943600" y="776351"/>
                  </a:lnTo>
                  <a:close/>
                </a:path>
                <a:path w="7482205" h="1123950">
                  <a:moveTo>
                    <a:pt x="7481824" y="6477"/>
                  </a:moveTo>
                  <a:lnTo>
                    <a:pt x="7475474" y="0"/>
                  </a:lnTo>
                  <a:lnTo>
                    <a:pt x="2735326" y="0"/>
                  </a:lnTo>
                  <a:lnTo>
                    <a:pt x="2728849" y="6477"/>
                  </a:lnTo>
                  <a:lnTo>
                    <a:pt x="2728849" y="657225"/>
                  </a:lnTo>
                  <a:lnTo>
                    <a:pt x="2735326" y="663575"/>
                  </a:lnTo>
                  <a:lnTo>
                    <a:pt x="3114675" y="663575"/>
                  </a:lnTo>
                  <a:lnTo>
                    <a:pt x="3114675" y="692150"/>
                  </a:lnTo>
                  <a:lnTo>
                    <a:pt x="3171901" y="663575"/>
                  </a:lnTo>
                  <a:lnTo>
                    <a:pt x="3200400" y="649351"/>
                  </a:lnTo>
                  <a:lnTo>
                    <a:pt x="3171736" y="635000"/>
                  </a:lnTo>
                  <a:lnTo>
                    <a:pt x="3114675" y="606425"/>
                  </a:lnTo>
                  <a:lnTo>
                    <a:pt x="3114675" y="635000"/>
                  </a:lnTo>
                  <a:lnTo>
                    <a:pt x="2757424" y="635000"/>
                  </a:lnTo>
                  <a:lnTo>
                    <a:pt x="2757424" y="28575"/>
                  </a:lnTo>
                  <a:lnTo>
                    <a:pt x="7453249" y="28575"/>
                  </a:lnTo>
                  <a:lnTo>
                    <a:pt x="7453249" y="762000"/>
                  </a:lnTo>
                  <a:lnTo>
                    <a:pt x="7162800" y="762000"/>
                  </a:lnTo>
                  <a:lnTo>
                    <a:pt x="7162800" y="790575"/>
                  </a:lnTo>
                  <a:lnTo>
                    <a:pt x="7475474" y="790575"/>
                  </a:lnTo>
                  <a:lnTo>
                    <a:pt x="7481824" y="784225"/>
                  </a:lnTo>
                  <a:lnTo>
                    <a:pt x="7481824" y="776351"/>
                  </a:lnTo>
                  <a:lnTo>
                    <a:pt x="7481824" y="762000"/>
                  </a:lnTo>
                  <a:lnTo>
                    <a:pt x="7481824" y="28575"/>
                  </a:lnTo>
                  <a:lnTo>
                    <a:pt x="7481824" y="14351"/>
                  </a:lnTo>
                  <a:lnTo>
                    <a:pt x="7481824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object 35"/>
            <p:cNvSpPr/>
            <p:nvPr/>
          </p:nvSpPr>
          <p:spPr>
            <a:xfrm>
              <a:off x="4344120" y="3734640"/>
              <a:ext cx="3962160" cy="30456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962400" h="304800">
                  <a:moveTo>
                    <a:pt x="3324987" y="0"/>
                  </a:moveTo>
                  <a:lnTo>
                    <a:pt x="637413" y="0"/>
                  </a:lnTo>
                  <a:lnTo>
                    <a:pt x="563075" y="1024"/>
                  </a:lnTo>
                  <a:lnTo>
                    <a:pt x="491256" y="4023"/>
                  </a:lnTo>
                  <a:lnTo>
                    <a:pt x="422435" y="8881"/>
                  </a:lnTo>
                  <a:lnTo>
                    <a:pt x="357090" y="15484"/>
                  </a:lnTo>
                  <a:lnTo>
                    <a:pt x="295698" y="23718"/>
                  </a:lnTo>
                  <a:lnTo>
                    <a:pt x="238739" y="33470"/>
                  </a:lnTo>
                  <a:lnTo>
                    <a:pt x="186689" y="44624"/>
                  </a:lnTo>
                  <a:lnTo>
                    <a:pt x="140029" y="57067"/>
                  </a:lnTo>
                  <a:lnTo>
                    <a:pt x="99234" y="70685"/>
                  </a:lnTo>
                  <a:lnTo>
                    <a:pt x="37159" y="100988"/>
                  </a:lnTo>
                  <a:lnTo>
                    <a:pt x="4288" y="134620"/>
                  </a:lnTo>
                  <a:lnTo>
                    <a:pt x="0" y="152400"/>
                  </a:lnTo>
                  <a:lnTo>
                    <a:pt x="4288" y="170179"/>
                  </a:lnTo>
                  <a:lnTo>
                    <a:pt x="37159" y="203811"/>
                  </a:lnTo>
                  <a:lnTo>
                    <a:pt x="99234" y="234114"/>
                  </a:lnTo>
                  <a:lnTo>
                    <a:pt x="140029" y="247732"/>
                  </a:lnTo>
                  <a:lnTo>
                    <a:pt x="186689" y="260175"/>
                  </a:lnTo>
                  <a:lnTo>
                    <a:pt x="238739" y="271329"/>
                  </a:lnTo>
                  <a:lnTo>
                    <a:pt x="295698" y="281081"/>
                  </a:lnTo>
                  <a:lnTo>
                    <a:pt x="357090" y="289315"/>
                  </a:lnTo>
                  <a:lnTo>
                    <a:pt x="422435" y="295918"/>
                  </a:lnTo>
                  <a:lnTo>
                    <a:pt x="491256" y="300776"/>
                  </a:lnTo>
                  <a:lnTo>
                    <a:pt x="563075" y="303775"/>
                  </a:lnTo>
                  <a:lnTo>
                    <a:pt x="637413" y="304800"/>
                  </a:lnTo>
                  <a:lnTo>
                    <a:pt x="3324987" y="304800"/>
                  </a:lnTo>
                  <a:lnTo>
                    <a:pt x="3399324" y="303775"/>
                  </a:lnTo>
                  <a:lnTo>
                    <a:pt x="3471143" y="300776"/>
                  </a:lnTo>
                  <a:lnTo>
                    <a:pt x="3539964" y="295918"/>
                  </a:lnTo>
                  <a:lnTo>
                    <a:pt x="3605309" y="289315"/>
                  </a:lnTo>
                  <a:lnTo>
                    <a:pt x="3666701" y="281081"/>
                  </a:lnTo>
                  <a:lnTo>
                    <a:pt x="3723660" y="271329"/>
                  </a:lnTo>
                  <a:lnTo>
                    <a:pt x="3775710" y="260175"/>
                  </a:lnTo>
                  <a:lnTo>
                    <a:pt x="3822370" y="247732"/>
                  </a:lnTo>
                  <a:lnTo>
                    <a:pt x="3863165" y="234114"/>
                  </a:lnTo>
                  <a:lnTo>
                    <a:pt x="3925240" y="203811"/>
                  </a:lnTo>
                  <a:lnTo>
                    <a:pt x="3958111" y="170179"/>
                  </a:lnTo>
                  <a:lnTo>
                    <a:pt x="3962399" y="152400"/>
                  </a:lnTo>
                  <a:lnTo>
                    <a:pt x="3958111" y="134620"/>
                  </a:lnTo>
                  <a:lnTo>
                    <a:pt x="3925240" y="100988"/>
                  </a:lnTo>
                  <a:lnTo>
                    <a:pt x="3863165" y="70685"/>
                  </a:lnTo>
                  <a:lnTo>
                    <a:pt x="3822370" y="57067"/>
                  </a:lnTo>
                  <a:lnTo>
                    <a:pt x="3775710" y="44624"/>
                  </a:lnTo>
                  <a:lnTo>
                    <a:pt x="3723660" y="33470"/>
                  </a:lnTo>
                  <a:lnTo>
                    <a:pt x="3666701" y="23718"/>
                  </a:lnTo>
                  <a:lnTo>
                    <a:pt x="3605309" y="15484"/>
                  </a:lnTo>
                  <a:lnTo>
                    <a:pt x="3539964" y="8881"/>
                  </a:lnTo>
                  <a:lnTo>
                    <a:pt x="3471143" y="4023"/>
                  </a:lnTo>
                  <a:lnTo>
                    <a:pt x="3399324" y="1024"/>
                  </a:lnTo>
                  <a:lnTo>
                    <a:pt x="3324987" y="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object 36"/>
            <p:cNvSpPr/>
            <p:nvPr/>
          </p:nvSpPr>
          <p:spPr>
            <a:xfrm>
              <a:off x="4344120" y="3734640"/>
              <a:ext cx="3962160" cy="30456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962400" h="304800">
                  <a:moveTo>
                    <a:pt x="637413" y="0"/>
                  </a:moveTo>
                  <a:lnTo>
                    <a:pt x="3324987" y="0"/>
                  </a:lnTo>
                  <a:lnTo>
                    <a:pt x="3399324" y="1024"/>
                  </a:lnTo>
                  <a:lnTo>
                    <a:pt x="3471143" y="4023"/>
                  </a:lnTo>
                  <a:lnTo>
                    <a:pt x="3539964" y="8881"/>
                  </a:lnTo>
                  <a:lnTo>
                    <a:pt x="3605309" y="15484"/>
                  </a:lnTo>
                  <a:lnTo>
                    <a:pt x="3666701" y="23718"/>
                  </a:lnTo>
                  <a:lnTo>
                    <a:pt x="3723660" y="33470"/>
                  </a:lnTo>
                  <a:lnTo>
                    <a:pt x="3775710" y="44624"/>
                  </a:lnTo>
                  <a:lnTo>
                    <a:pt x="3822370" y="57067"/>
                  </a:lnTo>
                  <a:lnTo>
                    <a:pt x="3863165" y="70685"/>
                  </a:lnTo>
                  <a:lnTo>
                    <a:pt x="3925240" y="100988"/>
                  </a:lnTo>
                  <a:lnTo>
                    <a:pt x="3958111" y="134620"/>
                  </a:lnTo>
                  <a:lnTo>
                    <a:pt x="3962399" y="152400"/>
                  </a:lnTo>
                  <a:lnTo>
                    <a:pt x="3958111" y="170179"/>
                  </a:lnTo>
                  <a:lnTo>
                    <a:pt x="3925240" y="203811"/>
                  </a:lnTo>
                  <a:lnTo>
                    <a:pt x="3863165" y="234114"/>
                  </a:lnTo>
                  <a:lnTo>
                    <a:pt x="3822370" y="247732"/>
                  </a:lnTo>
                  <a:lnTo>
                    <a:pt x="3775710" y="260175"/>
                  </a:lnTo>
                  <a:lnTo>
                    <a:pt x="3723660" y="271329"/>
                  </a:lnTo>
                  <a:lnTo>
                    <a:pt x="3666701" y="281081"/>
                  </a:lnTo>
                  <a:lnTo>
                    <a:pt x="3605309" y="289315"/>
                  </a:lnTo>
                  <a:lnTo>
                    <a:pt x="3539964" y="295918"/>
                  </a:lnTo>
                  <a:lnTo>
                    <a:pt x="3471143" y="300776"/>
                  </a:lnTo>
                  <a:lnTo>
                    <a:pt x="3399324" y="303775"/>
                  </a:lnTo>
                  <a:lnTo>
                    <a:pt x="3324987" y="304800"/>
                  </a:lnTo>
                  <a:lnTo>
                    <a:pt x="637413" y="304800"/>
                  </a:lnTo>
                  <a:lnTo>
                    <a:pt x="563075" y="303775"/>
                  </a:lnTo>
                  <a:lnTo>
                    <a:pt x="491256" y="300776"/>
                  </a:lnTo>
                  <a:lnTo>
                    <a:pt x="422435" y="295918"/>
                  </a:lnTo>
                  <a:lnTo>
                    <a:pt x="357090" y="289315"/>
                  </a:lnTo>
                  <a:lnTo>
                    <a:pt x="295698" y="281081"/>
                  </a:lnTo>
                  <a:lnTo>
                    <a:pt x="238739" y="271329"/>
                  </a:lnTo>
                  <a:lnTo>
                    <a:pt x="186689" y="260175"/>
                  </a:lnTo>
                  <a:lnTo>
                    <a:pt x="140029" y="247732"/>
                  </a:lnTo>
                  <a:lnTo>
                    <a:pt x="99234" y="234114"/>
                  </a:lnTo>
                  <a:lnTo>
                    <a:pt x="37159" y="203811"/>
                  </a:lnTo>
                  <a:lnTo>
                    <a:pt x="4288" y="170179"/>
                  </a:lnTo>
                  <a:lnTo>
                    <a:pt x="0" y="152400"/>
                  </a:lnTo>
                  <a:lnTo>
                    <a:pt x="4288" y="134620"/>
                  </a:lnTo>
                  <a:lnTo>
                    <a:pt x="37159" y="100988"/>
                  </a:lnTo>
                  <a:lnTo>
                    <a:pt x="99234" y="70685"/>
                  </a:lnTo>
                  <a:lnTo>
                    <a:pt x="140029" y="57067"/>
                  </a:lnTo>
                  <a:lnTo>
                    <a:pt x="186689" y="44624"/>
                  </a:lnTo>
                  <a:lnTo>
                    <a:pt x="238739" y="33470"/>
                  </a:lnTo>
                  <a:lnTo>
                    <a:pt x="295698" y="23718"/>
                  </a:lnTo>
                  <a:lnTo>
                    <a:pt x="357090" y="15484"/>
                  </a:lnTo>
                  <a:lnTo>
                    <a:pt x="422435" y="8881"/>
                  </a:lnTo>
                  <a:lnTo>
                    <a:pt x="491256" y="4023"/>
                  </a:lnTo>
                  <a:lnTo>
                    <a:pt x="563075" y="1024"/>
                  </a:lnTo>
                  <a:lnTo>
                    <a:pt x="637413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object 37"/>
          <p:cNvSpPr/>
          <p:nvPr/>
        </p:nvSpPr>
        <p:spPr>
          <a:xfrm>
            <a:off x="384120" y="3470040"/>
            <a:ext cx="8107200" cy="24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26080" rIns="0" bIns="0" anchor="t">
            <a:spAutoFit/>
          </a:bodyPr>
          <a:p>
            <a:pPr algn="r">
              <a:lnSpc>
                <a:spcPct val="100000"/>
              </a:lnSpc>
              <a:spcBef>
                <a:spcPts val="1780"/>
              </a:spcBef>
            </a:pPr>
            <a:r>
              <a:rPr lang="en-US" sz="24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1684"/>
              </a:spcBef>
              <a:buClr>
                <a:srgbClr val="52F4C2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1" u="none" strike="noStrike">
                <a:solidFill>
                  <a:srgbClr val="52F4C2"/>
                </a:solidFill>
                <a:effectLst/>
                <a:uFillTx/>
                <a:latin typeface="Tahoma"/>
              </a:rPr>
              <a:t>Datapath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registers,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memories,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(computation)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5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Control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which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read/write,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which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operation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0000FF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Tahoma"/>
              </a:rPr>
              <a:t>Fetch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get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instruction,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translate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into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Processor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Cycle:</a:t>
            </a:r>
            <a:r>
              <a:rPr lang="en-US" sz="24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Tahoma"/>
              </a:rPr>
              <a:t>Fetch</a:t>
            </a:r>
            <a:r>
              <a:rPr lang="en-US" sz="2400" b="1" u="none" spc="54" strike="noStrike">
                <a:solidFill>
                  <a:srgbClr val="0000FF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</a:rPr>
              <a:t></a:t>
            </a:r>
            <a:r>
              <a:rPr lang="en-US" sz="2400" b="0" u="none" spc="119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4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Decode</a:t>
            </a:r>
            <a:r>
              <a:rPr lang="en-US" sz="2400" b="1" u="none" spc="40" strike="noStrike">
                <a:solidFill>
                  <a:srgbClr val="C261E8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</a:rPr>
              <a:t></a:t>
            </a:r>
            <a:r>
              <a:rPr lang="en-US" sz="2400" b="0" u="none" spc="139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400" b="1" u="none" spc="-11" strike="noStrike">
                <a:solidFill>
                  <a:srgbClr val="52F4C2"/>
                </a:solidFill>
                <a:effectLst/>
                <a:uFillTx/>
                <a:latin typeface="Tahoma"/>
              </a:rPr>
              <a:t>Execute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object 38"/>
          <p:cNvGrpSpPr/>
          <p:nvPr/>
        </p:nvGrpSpPr>
        <p:grpSpPr>
          <a:xfrm>
            <a:off x="1281960" y="1481760"/>
            <a:ext cx="6452280" cy="2447640"/>
            <a:chOff x="1281960" y="1481760"/>
            <a:chExt cx="6452280" cy="2447640"/>
          </a:xfrm>
        </p:grpSpPr>
        <p:sp>
          <p:nvSpPr>
            <p:cNvPr id="120" name="object 39"/>
            <p:cNvSpPr/>
            <p:nvPr/>
          </p:nvSpPr>
          <p:spPr>
            <a:xfrm>
              <a:off x="1281960" y="1481760"/>
              <a:ext cx="4738680" cy="2447640"/>
            </a:xfrm>
            <a:custGeom>
              <a:avLst/>
              <a:gdLst>
                <a:gd name="textAreaLeft" fmla="*/ 0 w 4738680"/>
                <a:gd name="textAreaRight" fmla="*/ 4739040 w 4738680"/>
                <a:gd name="textAreaTop" fmla="*/ 0 h 2447640"/>
                <a:gd name="textAreaBottom" fmla="*/ 2448000 h 2447640"/>
              </a:gdLst>
              <a:ahLst/>
              <a:cxnLst/>
              <a:rect l="textAreaLeft" t="textAreaTop" r="textAreaRight" b="textAreaBottom"/>
              <a:pathLst>
                <a:path w="4739005" h="2447925">
                  <a:moveTo>
                    <a:pt x="3062351" y="2405126"/>
                  </a:moveTo>
                  <a:lnTo>
                    <a:pt x="3033687" y="2390775"/>
                  </a:lnTo>
                  <a:lnTo>
                    <a:pt x="2976626" y="2362200"/>
                  </a:lnTo>
                  <a:lnTo>
                    <a:pt x="2976626" y="2390775"/>
                  </a:lnTo>
                  <a:lnTo>
                    <a:pt x="2009775" y="2390775"/>
                  </a:lnTo>
                  <a:lnTo>
                    <a:pt x="2009775" y="1414526"/>
                  </a:lnTo>
                  <a:lnTo>
                    <a:pt x="1981200" y="1414526"/>
                  </a:lnTo>
                  <a:lnTo>
                    <a:pt x="1981200" y="2413000"/>
                  </a:lnTo>
                  <a:lnTo>
                    <a:pt x="1987677" y="2419350"/>
                  </a:lnTo>
                  <a:lnTo>
                    <a:pt x="2976626" y="2419350"/>
                  </a:lnTo>
                  <a:lnTo>
                    <a:pt x="2976626" y="2447925"/>
                  </a:lnTo>
                  <a:lnTo>
                    <a:pt x="3033852" y="2419350"/>
                  </a:lnTo>
                  <a:lnTo>
                    <a:pt x="3062351" y="2405126"/>
                  </a:lnTo>
                  <a:close/>
                </a:path>
                <a:path w="4739005" h="2447925">
                  <a:moveTo>
                    <a:pt x="4738751" y="347726"/>
                  </a:moveTo>
                  <a:lnTo>
                    <a:pt x="4710087" y="333375"/>
                  </a:lnTo>
                  <a:lnTo>
                    <a:pt x="4653026" y="304800"/>
                  </a:lnTo>
                  <a:lnTo>
                    <a:pt x="4653026" y="333375"/>
                  </a:lnTo>
                  <a:lnTo>
                    <a:pt x="2292477" y="333375"/>
                  </a:lnTo>
                  <a:lnTo>
                    <a:pt x="2286000" y="339852"/>
                  </a:lnTo>
                  <a:lnTo>
                    <a:pt x="2286000" y="1414526"/>
                  </a:lnTo>
                  <a:lnTo>
                    <a:pt x="2314575" y="1414526"/>
                  </a:lnTo>
                  <a:lnTo>
                    <a:pt x="2314575" y="361950"/>
                  </a:lnTo>
                  <a:lnTo>
                    <a:pt x="4653026" y="361950"/>
                  </a:lnTo>
                  <a:lnTo>
                    <a:pt x="4653026" y="390525"/>
                  </a:lnTo>
                  <a:lnTo>
                    <a:pt x="4710252" y="361950"/>
                  </a:lnTo>
                  <a:lnTo>
                    <a:pt x="4738751" y="347726"/>
                  </a:lnTo>
                  <a:close/>
                </a:path>
                <a:path w="4739005" h="2447925">
                  <a:moveTo>
                    <a:pt x="4738751" y="42926"/>
                  </a:moveTo>
                  <a:lnTo>
                    <a:pt x="4710087" y="28575"/>
                  </a:lnTo>
                  <a:lnTo>
                    <a:pt x="4653026" y="0"/>
                  </a:lnTo>
                  <a:lnTo>
                    <a:pt x="4653026" y="28575"/>
                  </a:lnTo>
                  <a:lnTo>
                    <a:pt x="6477" y="28575"/>
                  </a:lnTo>
                  <a:lnTo>
                    <a:pt x="0" y="35052"/>
                  </a:lnTo>
                  <a:lnTo>
                    <a:pt x="0" y="1414526"/>
                  </a:lnTo>
                  <a:lnTo>
                    <a:pt x="28575" y="1414526"/>
                  </a:lnTo>
                  <a:lnTo>
                    <a:pt x="28575" y="57150"/>
                  </a:lnTo>
                  <a:lnTo>
                    <a:pt x="4653026" y="57150"/>
                  </a:lnTo>
                  <a:lnTo>
                    <a:pt x="4653026" y="85725"/>
                  </a:lnTo>
                  <a:lnTo>
                    <a:pt x="4710252" y="57150"/>
                  </a:lnTo>
                  <a:lnTo>
                    <a:pt x="4738751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object 40"/>
            <p:cNvSpPr/>
            <p:nvPr/>
          </p:nvSpPr>
          <p:spPr>
            <a:xfrm>
              <a:off x="3277440" y="28962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object 41"/>
            <p:cNvSpPr/>
            <p:nvPr/>
          </p:nvSpPr>
          <p:spPr>
            <a:xfrm>
              <a:off x="4915080" y="3200400"/>
              <a:ext cx="2819160" cy="533160"/>
            </a:xfrm>
            <a:custGeom>
              <a:avLst/>
              <a:gdLst>
                <a:gd name="textAreaLeft" fmla="*/ 0 w 2819160"/>
                <a:gd name="textAreaRight" fmla="*/ 2819520 w 281916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2819400" h="533400">
                  <a:moveTo>
                    <a:pt x="76200" y="228600"/>
                  </a:moveTo>
                  <a:lnTo>
                    <a:pt x="69850" y="215900"/>
                  </a:lnTo>
                  <a:lnTo>
                    <a:pt x="38100" y="152400"/>
                  </a:lnTo>
                  <a:lnTo>
                    <a:pt x="0" y="228600"/>
                  </a:lnTo>
                  <a:lnTo>
                    <a:pt x="31750" y="228600"/>
                  </a:lnTo>
                  <a:lnTo>
                    <a:pt x="31750" y="533400"/>
                  </a:lnTo>
                  <a:lnTo>
                    <a:pt x="44450" y="533400"/>
                  </a:lnTo>
                  <a:lnTo>
                    <a:pt x="44450" y="228600"/>
                  </a:lnTo>
                  <a:lnTo>
                    <a:pt x="76200" y="228600"/>
                  </a:lnTo>
                  <a:close/>
                </a:path>
                <a:path w="2819400" h="533400">
                  <a:moveTo>
                    <a:pt x="1447800" y="76200"/>
                  </a:moveTo>
                  <a:lnTo>
                    <a:pt x="1441450" y="63500"/>
                  </a:lnTo>
                  <a:lnTo>
                    <a:pt x="1409700" y="0"/>
                  </a:lnTo>
                  <a:lnTo>
                    <a:pt x="1371600" y="76200"/>
                  </a:lnTo>
                  <a:lnTo>
                    <a:pt x="1403350" y="76200"/>
                  </a:lnTo>
                  <a:lnTo>
                    <a:pt x="1403350" y="533400"/>
                  </a:lnTo>
                  <a:lnTo>
                    <a:pt x="1416050" y="533400"/>
                  </a:lnTo>
                  <a:lnTo>
                    <a:pt x="1416050" y="76200"/>
                  </a:lnTo>
                  <a:lnTo>
                    <a:pt x="1447800" y="76200"/>
                  </a:lnTo>
                  <a:close/>
                </a:path>
                <a:path w="2819400" h="533400">
                  <a:moveTo>
                    <a:pt x="2819400" y="228600"/>
                  </a:moveTo>
                  <a:lnTo>
                    <a:pt x="2813050" y="215900"/>
                  </a:lnTo>
                  <a:lnTo>
                    <a:pt x="2781300" y="152400"/>
                  </a:lnTo>
                  <a:lnTo>
                    <a:pt x="2743200" y="228600"/>
                  </a:lnTo>
                  <a:lnTo>
                    <a:pt x="2774950" y="228600"/>
                  </a:lnTo>
                  <a:lnTo>
                    <a:pt x="2774950" y="533400"/>
                  </a:lnTo>
                  <a:lnTo>
                    <a:pt x="2787650" y="533400"/>
                  </a:lnTo>
                  <a:lnTo>
                    <a:pt x="2787650" y="228600"/>
                  </a:lnTo>
                  <a:lnTo>
                    <a:pt x="2819400" y="2286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3" name="object 42"/>
          <p:cNvSpPr/>
          <p:nvPr/>
        </p:nvSpPr>
        <p:spPr>
          <a:xfrm>
            <a:off x="7471440" y="1092600"/>
            <a:ext cx="12114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object 43"/>
          <p:cNvSpPr/>
          <p:nvPr/>
        </p:nvSpPr>
        <p:spPr>
          <a:xfrm>
            <a:off x="396000" y="1854720"/>
            <a:ext cx="30189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algn="r">
              <a:lnSpc>
                <a:spcPct val="100000"/>
              </a:lnSpc>
              <a:spcBef>
                <a:spcPts val="99"/>
              </a:spcBef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fetch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bject 44"/>
          <p:cNvSpPr/>
          <p:nvPr/>
        </p:nvSpPr>
        <p:spPr>
          <a:xfrm>
            <a:off x="795960" y="1205640"/>
            <a:ext cx="6152760" cy="1538280"/>
          </a:xfrm>
          <a:custGeom>
            <a:avLst/>
            <a:gdLst>
              <a:gd name="textAreaLeft" fmla="*/ 0 w 6152760"/>
              <a:gd name="textAreaRight" fmla="*/ 6153120 w 6152760"/>
              <a:gd name="textAreaTop" fmla="*/ 0 h 1538280"/>
              <a:gd name="textAreaBottom" fmla="*/ 1538640 h 1538280"/>
            </a:gdLst>
            <a:ahLst/>
            <a:cxnLst/>
            <a:rect l="textAreaLeft" t="textAreaTop" r="textAreaRight" b="textAreaBottom"/>
            <a:pathLst>
              <a:path w="6153150" h="1538605">
                <a:moveTo>
                  <a:pt x="28575" y="1452626"/>
                </a:moveTo>
                <a:lnTo>
                  <a:pt x="0" y="1452626"/>
                </a:lnTo>
                <a:lnTo>
                  <a:pt x="42862" y="1538351"/>
                </a:lnTo>
                <a:lnTo>
                  <a:pt x="78549" y="1466977"/>
                </a:lnTo>
                <a:lnTo>
                  <a:pt x="28575" y="1466977"/>
                </a:lnTo>
                <a:lnTo>
                  <a:pt x="28575" y="1452626"/>
                </a:lnTo>
                <a:close/>
              </a:path>
              <a:path w="6153150" h="1538605">
                <a:moveTo>
                  <a:pt x="6146736" y="0"/>
                </a:moveTo>
                <a:lnTo>
                  <a:pt x="34975" y="0"/>
                </a:lnTo>
                <a:lnTo>
                  <a:pt x="28575" y="6476"/>
                </a:lnTo>
                <a:lnTo>
                  <a:pt x="28575" y="1466977"/>
                </a:lnTo>
                <a:lnTo>
                  <a:pt x="57150" y="1466977"/>
                </a:lnTo>
                <a:lnTo>
                  <a:pt x="57150" y="28575"/>
                </a:lnTo>
                <a:lnTo>
                  <a:pt x="42862" y="28575"/>
                </a:lnTo>
                <a:lnTo>
                  <a:pt x="57150" y="14350"/>
                </a:lnTo>
                <a:lnTo>
                  <a:pt x="6153086" y="14350"/>
                </a:lnTo>
                <a:lnTo>
                  <a:pt x="6153086" y="6476"/>
                </a:lnTo>
                <a:lnTo>
                  <a:pt x="6146736" y="0"/>
                </a:lnTo>
                <a:close/>
              </a:path>
              <a:path w="6153150" h="1538605">
                <a:moveTo>
                  <a:pt x="85725" y="1452626"/>
                </a:moveTo>
                <a:lnTo>
                  <a:pt x="57150" y="1452626"/>
                </a:lnTo>
                <a:lnTo>
                  <a:pt x="57150" y="1466977"/>
                </a:lnTo>
                <a:lnTo>
                  <a:pt x="78549" y="1466977"/>
                </a:lnTo>
                <a:lnTo>
                  <a:pt x="85725" y="1452626"/>
                </a:lnTo>
                <a:close/>
              </a:path>
              <a:path w="6153150" h="1538605">
                <a:moveTo>
                  <a:pt x="6124511" y="457200"/>
                </a:moveTo>
                <a:lnTo>
                  <a:pt x="5855271" y="457200"/>
                </a:lnTo>
                <a:lnTo>
                  <a:pt x="5855271" y="485775"/>
                </a:lnTo>
                <a:lnTo>
                  <a:pt x="6146736" y="485775"/>
                </a:lnTo>
                <a:lnTo>
                  <a:pt x="6153086" y="479425"/>
                </a:lnTo>
                <a:lnTo>
                  <a:pt x="6153086" y="471550"/>
                </a:lnTo>
                <a:lnTo>
                  <a:pt x="6124511" y="471550"/>
                </a:lnTo>
                <a:lnTo>
                  <a:pt x="6124511" y="457200"/>
                </a:lnTo>
                <a:close/>
              </a:path>
              <a:path w="6153150" h="1538605">
                <a:moveTo>
                  <a:pt x="6124511" y="14350"/>
                </a:moveTo>
                <a:lnTo>
                  <a:pt x="6124511" y="471550"/>
                </a:lnTo>
                <a:lnTo>
                  <a:pt x="6138862" y="457200"/>
                </a:lnTo>
                <a:lnTo>
                  <a:pt x="6153086" y="457200"/>
                </a:lnTo>
                <a:lnTo>
                  <a:pt x="6153086" y="28575"/>
                </a:lnTo>
                <a:lnTo>
                  <a:pt x="6138862" y="28575"/>
                </a:lnTo>
                <a:lnTo>
                  <a:pt x="6124511" y="14350"/>
                </a:lnTo>
                <a:close/>
              </a:path>
              <a:path w="6153150" h="1538605">
                <a:moveTo>
                  <a:pt x="6153086" y="457200"/>
                </a:moveTo>
                <a:lnTo>
                  <a:pt x="6138862" y="457200"/>
                </a:lnTo>
                <a:lnTo>
                  <a:pt x="6124511" y="471550"/>
                </a:lnTo>
                <a:lnTo>
                  <a:pt x="6153086" y="471550"/>
                </a:lnTo>
                <a:lnTo>
                  <a:pt x="6153086" y="457200"/>
                </a:lnTo>
                <a:close/>
              </a:path>
              <a:path w="6153150" h="1538605">
                <a:moveTo>
                  <a:pt x="57150" y="14350"/>
                </a:moveTo>
                <a:lnTo>
                  <a:pt x="42862" y="28575"/>
                </a:lnTo>
                <a:lnTo>
                  <a:pt x="57150" y="28575"/>
                </a:lnTo>
                <a:lnTo>
                  <a:pt x="57150" y="14350"/>
                </a:lnTo>
                <a:close/>
              </a:path>
              <a:path w="6153150" h="1538605">
                <a:moveTo>
                  <a:pt x="6124511" y="14350"/>
                </a:moveTo>
                <a:lnTo>
                  <a:pt x="57150" y="14350"/>
                </a:lnTo>
                <a:lnTo>
                  <a:pt x="57150" y="28575"/>
                </a:lnTo>
                <a:lnTo>
                  <a:pt x="6124511" y="28575"/>
                </a:lnTo>
                <a:lnTo>
                  <a:pt x="6124511" y="14350"/>
                </a:lnTo>
                <a:close/>
              </a:path>
              <a:path w="6153150" h="1538605">
                <a:moveTo>
                  <a:pt x="6153086" y="14350"/>
                </a:moveTo>
                <a:lnTo>
                  <a:pt x="6124511" y="14350"/>
                </a:lnTo>
                <a:lnTo>
                  <a:pt x="6138862" y="28575"/>
                </a:lnTo>
                <a:lnTo>
                  <a:pt x="6153086" y="28575"/>
                </a:lnTo>
                <a:lnTo>
                  <a:pt x="6153086" y="143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Num" idx="18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62324B55-7F62-435C-BC6E-033B8B7594B1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28" name="object 3"/>
            <p:cNvPicPr/>
            <p:nvPr/>
          </p:nvPicPr>
          <p:blipFill>
            <a:blip r:embed="rId1"/>
            <a:stretch/>
          </p:blipFill>
          <p:spPr>
            <a:xfrm>
              <a:off x="1645920" y="131040"/>
              <a:ext cx="584424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9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7031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Building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Processor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pc="-7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ISA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ldNum" idx="19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D8A5AF1C-0AEF-451F-97C9-F7498C0F7E9F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object 6"/>
          <p:cNvSpPr/>
          <p:nvPr/>
        </p:nvSpPr>
        <p:spPr>
          <a:xfrm>
            <a:off x="212760" y="989280"/>
            <a:ext cx="8787960" cy="33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469440" indent="-45648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469440" algn="l"/>
                <a:tab pos="4698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Fetch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pretty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straightforward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lvl="1" indent="-380520">
              <a:lnSpc>
                <a:spcPts val="2279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Just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(called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Counter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or</a:t>
            </a:r>
            <a:r>
              <a:rPr lang="en-US" sz="2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PC)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 hold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1040">
              <a:lnSpc>
                <a:spcPts val="2279"/>
              </a:lnSpc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next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fetch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lvl="1" indent="-380520">
              <a:lnSpc>
                <a:spcPts val="2200"/>
              </a:lnSpc>
              <a:spcBef>
                <a:spcPts val="689"/>
              </a:spcBef>
              <a:buClr>
                <a:srgbClr val="000000"/>
              </a:buClr>
              <a:buFont typeface="Symbol" charset="2"/>
              <a:buChar char="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Provide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pc="99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provides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at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850320" algn="l"/>
                <a:tab pos="851040" algn="l"/>
              </a:tabLst>
            </a:pP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440" indent="-4564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469440" algn="l"/>
                <a:tab pos="4698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Let’s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start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indent="-3805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Open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Look at</a:t>
            </a:r>
            <a:r>
              <a:rPr lang="en-US" sz="2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Make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sure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implement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every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instruction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34" name="object 3"/>
            <p:cNvPicPr/>
            <p:nvPr/>
          </p:nvPicPr>
          <p:blipFill>
            <a:blip r:embed="rId1"/>
            <a:stretch/>
          </p:blipFill>
          <p:spPr>
            <a:xfrm>
              <a:off x="2436840" y="131040"/>
              <a:ext cx="42624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5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4944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Datapath</a:t>
            </a:r>
            <a:r>
              <a:rPr lang="en-US" sz="28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pc="-7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MIPS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ISA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20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72B967B2-91E6-4E87-A42A-62EE15435350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object 6"/>
          <p:cNvSpPr/>
          <p:nvPr/>
        </p:nvSpPr>
        <p:spPr>
          <a:xfrm>
            <a:off x="212760" y="1014840"/>
            <a:ext cx="7349040" cy="48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976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47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Consider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only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following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320"/>
              </a:spcBef>
              <a:tabLst>
                <a:tab pos="299160" algn="l"/>
                <a:tab pos="299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add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$1,$2,$3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7000">
              <a:lnSpc>
                <a:spcPct val="120000"/>
              </a:lnSpc>
              <a:tabLst>
                <a:tab pos="299160" algn="l"/>
                <a:tab pos="299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addi</a:t>
            </a:r>
            <a:r>
              <a:rPr lang="en-US" sz="2000" b="1" u="none" spc="-20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$1,$2,&lt;value&gt;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lw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 $1,4($3)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479"/>
              </a:spcBef>
              <a:tabLst>
                <a:tab pos="299160" algn="l"/>
                <a:tab pos="299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sw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 $1,4($3)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7000">
              <a:lnSpc>
                <a:spcPts val="2880"/>
              </a:lnSpc>
              <a:spcBef>
                <a:spcPts val="176"/>
              </a:spcBef>
              <a:tabLst>
                <a:tab pos="299160" algn="l"/>
                <a:tab pos="299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beq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$1,$2,PC_relative_target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j</a:t>
            </a:r>
            <a:r>
              <a:rPr lang="en-US" sz="2000" b="1" u="none" spc="-6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Absolute_target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99160" algn="l"/>
                <a:tab pos="29988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153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only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these?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Most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other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similar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viewpoint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leave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ones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 aren’t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figure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object 2"/>
          <p:cNvGrpSpPr/>
          <p:nvPr/>
        </p:nvGrpSpPr>
        <p:grpSpPr>
          <a:xfrm>
            <a:off x="7434000" y="2362320"/>
            <a:ext cx="1709640" cy="1058760"/>
            <a:chOff x="7434000" y="2362320"/>
            <a:chExt cx="1709640" cy="1058760"/>
          </a:xfrm>
        </p:grpSpPr>
        <p:pic>
          <p:nvPicPr>
            <p:cNvPr id="140" name="object 3"/>
            <p:cNvPicPr/>
            <p:nvPr/>
          </p:nvPicPr>
          <p:blipFill>
            <a:blip r:embed="rId1"/>
            <a:stretch/>
          </p:blipFill>
          <p:spPr>
            <a:xfrm>
              <a:off x="7434000" y="2362320"/>
              <a:ext cx="1709640" cy="105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1" name="object 4"/>
            <p:cNvPicPr/>
            <p:nvPr/>
          </p:nvPicPr>
          <p:blipFill>
            <a:blip r:embed="rId2"/>
            <a:stretch/>
          </p:blipFill>
          <p:spPr>
            <a:xfrm>
              <a:off x="7467480" y="2376000"/>
              <a:ext cx="1676160" cy="996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2" name="object 5"/>
          <p:cNvGrpSpPr/>
          <p:nvPr/>
        </p:nvGrpSpPr>
        <p:grpSpPr>
          <a:xfrm>
            <a:off x="1829520" y="1220040"/>
            <a:ext cx="1523520" cy="3047760"/>
            <a:chOff x="1829520" y="1220040"/>
            <a:chExt cx="1523520" cy="3047760"/>
          </a:xfrm>
        </p:grpSpPr>
        <p:sp>
          <p:nvSpPr>
            <p:cNvPr id="143" name="object 6"/>
            <p:cNvSpPr/>
            <p:nvPr/>
          </p:nvSpPr>
          <p:spPr>
            <a:xfrm>
              <a:off x="1829520" y="1220040"/>
              <a:ext cx="1523520" cy="3047760"/>
            </a:xfrm>
            <a:custGeom>
              <a:avLst/>
              <a:gdLst>
                <a:gd name="textAreaLeft" fmla="*/ 0 w 1523520"/>
                <a:gd name="textAreaRight" fmla="*/ 1523880 w 1523520"/>
                <a:gd name="textAreaTop" fmla="*/ 0 h 3047760"/>
                <a:gd name="textAreaBottom" fmla="*/ 3048120 h 3047760"/>
              </a:gdLst>
              <a:ahLst/>
              <a:cxnLst/>
              <a:rect l="textAreaLeft" t="textAreaTop" r="textAreaRight" b="textAreaBottom"/>
              <a:pathLst>
                <a:path w="1524000" h="3048000">
                  <a:moveTo>
                    <a:pt x="1524000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1524000" y="304800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D4D4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object 7"/>
            <p:cNvSpPr/>
            <p:nvPr/>
          </p:nvSpPr>
          <p:spPr>
            <a:xfrm>
              <a:off x="1829520" y="1220040"/>
              <a:ext cx="1523520" cy="3047760"/>
            </a:xfrm>
            <a:custGeom>
              <a:avLst/>
              <a:gdLst>
                <a:gd name="textAreaLeft" fmla="*/ 0 w 1523520"/>
                <a:gd name="textAreaRight" fmla="*/ 1523880 w 1523520"/>
                <a:gd name="textAreaTop" fmla="*/ 0 h 3047760"/>
                <a:gd name="textAreaBottom" fmla="*/ 3048120 h 3047760"/>
              </a:gdLst>
              <a:ahLst/>
              <a:cxnLst/>
              <a:rect l="textAreaLeft" t="textAreaTop" r="textAreaRight" b="textAreaBottom"/>
              <a:pathLst>
                <a:path w="1524000" h="3048000">
                  <a:moveTo>
                    <a:pt x="0" y="3048000"/>
                  </a:moveTo>
                  <a:lnTo>
                    <a:pt x="1524000" y="3048000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30480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5" name="object 8"/>
          <p:cNvGrpSpPr/>
          <p:nvPr/>
        </p:nvGrpSpPr>
        <p:grpSpPr>
          <a:xfrm>
            <a:off x="0" y="0"/>
            <a:ext cx="9143640" cy="1038960"/>
            <a:chOff x="0" y="0"/>
            <a:chExt cx="9143640" cy="1038960"/>
          </a:xfrm>
        </p:grpSpPr>
        <p:pic>
          <p:nvPicPr>
            <p:cNvPr id="146" name="object 9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1038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object 10"/>
            <p:cNvPicPr/>
            <p:nvPr/>
          </p:nvPicPr>
          <p:blipFill>
            <a:blip r:embed="rId4"/>
            <a:stretch/>
          </p:blipFill>
          <p:spPr>
            <a:xfrm>
              <a:off x="2703600" y="131040"/>
              <a:ext cx="37303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" name="object 11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7608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Review:</a:t>
            </a:r>
            <a:r>
              <a:rPr lang="en-US" sz="2800" b="1" u="none" spc="-5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Register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0" name="object 13"/>
          <p:cNvSpPr/>
          <p:nvPr/>
        </p:nvSpPr>
        <p:spPr>
          <a:xfrm>
            <a:off x="358920" y="4494600"/>
            <a:ext cx="8219880" cy="15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6400" rIns="0" bIns="0" anchor="t">
            <a:spAutoFit/>
          </a:bodyPr>
          <a:p>
            <a:pPr marL="324360" indent="-286920">
              <a:lnSpc>
                <a:spcPct val="100000"/>
              </a:lnSpc>
              <a:spcBef>
                <a:spcPts val="680"/>
              </a:spcBef>
              <a:buClr>
                <a:srgbClr val="FF0909"/>
              </a:buClr>
              <a:buFont typeface="Tahoma"/>
              <a:buChar char="•"/>
              <a:tabLst>
                <a:tab pos="324360" algn="l"/>
                <a:tab pos="325080" algn="l"/>
              </a:tabLst>
            </a:pP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Register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DFF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array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shared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clock,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write-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enable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(WE)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Notice: both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(DFF</a:t>
            </a:r>
            <a:r>
              <a:rPr lang="en-US" sz="1950" b="0" u="none" strike="noStrike" baseline="-21000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950" b="0" u="none" spc="306" strike="noStrike" baseline="-21000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=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&amp;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1950" b="0" u="none" spc="-14" strike="noStrike" baseline="-21000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Convention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I: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 represented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by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wedge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Convention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II:</a:t>
            </a:r>
            <a:r>
              <a:rPr lang="en-US" sz="20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DFF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written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every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object 14"/>
          <p:cNvSpPr/>
          <p:nvPr/>
        </p:nvSpPr>
        <p:spPr>
          <a:xfrm>
            <a:off x="2591640" y="1372320"/>
            <a:ext cx="609120" cy="609120"/>
          </a:xfrm>
          <a:prstGeom prst="rect">
            <a:avLst/>
          </a:prstGeom>
          <a:solidFill>
            <a:srgbClr val="52F4C2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44720" rIns="0" bIns="0" anchor="t">
            <a:spAutoFit/>
          </a:bodyPr>
          <a:p>
            <a:pPr marL="55800">
              <a:lnSpc>
                <a:spcPct val="100000"/>
              </a:lnSpc>
              <a:spcBef>
                <a:spcPts val="1140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DFF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object 15"/>
          <p:cNvSpPr/>
          <p:nvPr/>
        </p:nvSpPr>
        <p:spPr>
          <a:xfrm>
            <a:off x="2591640" y="2286720"/>
            <a:ext cx="609120" cy="609120"/>
          </a:xfrm>
          <a:prstGeom prst="rect">
            <a:avLst/>
          </a:prstGeom>
          <a:solidFill>
            <a:srgbClr val="52F4C2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44720" rIns="0" bIns="0" anchor="t">
            <a:spAutoFit/>
          </a:bodyPr>
          <a:p>
            <a:pPr marL="55800">
              <a:lnSpc>
                <a:spcPct val="100000"/>
              </a:lnSpc>
              <a:spcBef>
                <a:spcPts val="1140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DFF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object 16"/>
          <p:cNvSpPr/>
          <p:nvPr/>
        </p:nvSpPr>
        <p:spPr>
          <a:xfrm>
            <a:off x="2591640" y="3506040"/>
            <a:ext cx="609120" cy="609120"/>
          </a:xfrm>
          <a:prstGeom prst="rect">
            <a:avLst/>
          </a:prstGeom>
          <a:solidFill>
            <a:srgbClr val="52F4C2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45440" rIns="0" bIns="0" anchor="t">
            <a:spAutoFit/>
          </a:bodyPr>
          <a:p>
            <a:pPr marL="55800">
              <a:lnSpc>
                <a:spcPct val="100000"/>
              </a:lnSpc>
              <a:spcBef>
                <a:spcPts val="1145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DFF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object 17"/>
          <p:cNvSpPr/>
          <p:nvPr/>
        </p:nvSpPr>
        <p:spPr>
          <a:xfrm>
            <a:off x="3201120" y="2396520"/>
            <a:ext cx="456840" cy="85320"/>
          </a:xfrm>
          <a:custGeom>
            <a:avLst/>
            <a:gdLst>
              <a:gd name="textAreaLeft" fmla="*/ 0 w 456840"/>
              <a:gd name="textAreaRight" fmla="*/ 457200 w 45684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457200" h="85725">
                <a:moveTo>
                  <a:pt x="371475" y="57145"/>
                </a:moveTo>
                <a:lnTo>
                  <a:pt x="371475" y="85598"/>
                </a:lnTo>
                <a:lnTo>
                  <a:pt x="428455" y="57150"/>
                </a:lnTo>
                <a:lnTo>
                  <a:pt x="371475" y="57145"/>
                </a:lnTo>
                <a:close/>
              </a:path>
              <a:path w="457200" h="85725">
                <a:moveTo>
                  <a:pt x="371475" y="28570"/>
                </a:moveTo>
                <a:lnTo>
                  <a:pt x="371475" y="57145"/>
                </a:lnTo>
                <a:lnTo>
                  <a:pt x="385699" y="57150"/>
                </a:lnTo>
                <a:lnTo>
                  <a:pt x="385699" y="28575"/>
                </a:lnTo>
                <a:lnTo>
                  <a:pt x="371475" y="28570"/>
                </a:lnTo>
                <a:close/>
              </a:path>
              <a:path w="457200" h="85725">
                <a:moveTo>
                  <a:pt x="371475" y="0"/>
                </a:moveTo>
                <a:lnTo>
                  <a:pt x="371475" y="28570"/>
                </a:lnTo>
                <a:lnTo>
                  <a:pt x="385699" y="28575"/>
                </a:lnTo>
                <a:lnTo>
                  <a:pt x="385699" y="57150"/>
                </a:lnTo>
                <a:lnTo>
                  <a:pt x="428464" y="57145"/>
                </a:lnTo>
                <a:lnTo>
                  <a:pt x="457200" y="42799"/>
                </a:lnTo>
                <a:lnTo>
                  <a:pt x="371475" y="0"/>
                </a:lnTo>
                <a:close/>
              </a:path>
              <a:path w="457200" h="85725">
                <a:moveTo>
                  <a:pt x="0" y="28448"/>
                </a:moveTo>
                <a:lnTo>
                  <a:pt x="0" y="57023"/>
                </a:lnTo>
                <a:lnTo>
                  <a:pt x="371475" y="57145"/>
                </a:lnTo>
                <a:lnTo>
                  <a:pt x="371475" y="28570"/>
                </a:lnTo>
                <a:lnTo>
                  <a:pt x="0" y="284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object 18"/>
          <p:cNvSpPr/>
          <p:nvPr/>
        </p:nvSpPr>
        <p:spPr>
          <a:xfrm>
            <a:off x="1524600" y="1482120"/>
            <a:ext cx="1066320" cy="85320"/>
          </a:xfrm>
          <a:custGeom>
            <a:avLst/>
            <a:gdLst>
              <a:gd name="textAreaLeft" fmla="*/ 0 w 1066320"/>
              <a:gd name="textAreaRight" fmla="*/ 1066680 w 10663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1066800" h="85725">
                <a:moveTo>
                  <a:pt x="981075" y="57148"/>
                </a:moveTo>
                <a:lnTo>
                  <a:pt x="981075" y="85725"/>
                </a:lnTo>
                <a:lnTo>
                  <a:pt x="1038140" y="57150"/>
                </a:lnTo>
                <a:lnTo>
                  <a:pt x="981075" y="57148"/>
                </a:lnTo>
                <a:close/>
              </a:path>
              <a:path w="1066800" h="85725">
                <a:moveTo>
                  <a:pt x="981075" y="28573"/>
                </a:moveTo>
                <a:lnTo>
                  <a:pt x="981075" y="57148"/>
                </a:lnTo>
                <a:lnTo>
                  <a:pt x="995299" y="57150"/>
                </a:lnTo>
                <a:lnTo>
                  <a:pt x="995299" y="28575"/>
                </a:lnTo>
                <a:lnTo>
                  <a:pt x="981075" y="28573"/>
                </a:lnTo>
                <a:close/>
              </a:path>
              <a:path w="1066800" h="85725">
                <a:moveTo>
                  <a:pt x="981075" y="0"/>
                </a:moveTo>
                <a:lnTo>
                  <a:pt x="981075" y="28573"/>
                </a:lnTo>
                <a:lnTo>
                  <a:pt x="995299" y="28575"/>
                </a:lnTo>
                <a:lnTo>
                  <a:pt x="995299" y="57150"/>
                </a:lnTo>
                <a:lnTo>
                  <a:pt x="1038144" y="57148"/>
                </a:lnTo>
                <a:lnTo>
                  <a:pt x="1066800" y="42799"/>
                </a:lnTo>
                <a:lnTo>
                  <a:pt x="981075" y="0"/>
                </a:lnTo>
                <a:close/>
              </a:path>
              <a:path w="1066800" h="85725">
                <a:moveTo>
                  <a:pt x="0" y="28448"/>
                </a:moveTo>
                <a:lnTo>
                  <a:pt x="0" y="57023"/>
                </a:lnTo>
                <a:lnTo>
                  <a:pt x="981075" y="57148"/>
                </a:lnTo>
                <a:lnTo>
                  <a:pt x="981075" y="28573"/>
                </a:lnTo>
                <a:lnTo>
                  <a:pt x="0" y="284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object 19"/>
          <p:cNvGrpSpPr/>
          <p:nvPr/>
        </p:nvGrpSpPr>
        <p:grpSpPr>
          <a:xfrm>
            <a:off x="1523880" y="1790640"/>
            <a:ext cx="1067040" cy="2324520"/>
            <a:chOff x="1523880" y="1790640"/>
            <a:chExt cx="1067040" cy="2324520"/>
          </a:xfrm>
        </p:grpSpPr>
        <p:sp>
          <p:nvSpPr>
            <p:cNvPr id="157" name="object 20"/>
            <p:cNvSpPr/>
            <p:nvPr/>
          </p:nvSpPr>
          <p:spPr>
            <a:xfrm>
              <a:off x="1524600" y="1790640"/>
              <a:ext cx="1066320" cy="191052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1910520"/>
                <a:gd name="textAreaBottom" fmla="*/ 1910880 h 1910520"/>
              </a:gdLst>
              <a:ahLst/>
              <a:cxnLst/>
              <a:rect l="textAreaLeft" t="textAreaTop" r="textAreaRight" b="textAreaBottom"/>
              <a:pathLst>
                <a:path w="1066800" h="1910714">
                  <a:moveTo>
                    <a:pt x="1066800" y="648462"/>
                  </a:moveTo>
                  <a:lnTo>
                    <a:pt x="981075" y="605663"/>
                  </a:lnTo>
                  <a:lnTo>
                    <a:pt x="981075" y="634238"/>
                  </a:lnTo>
                  <a:lnTo>
                    <a:pt x="919988" y="634238"/>
                  </a:lnTo>
                  <a:lnTo>
                    <a:pt x="919988" y="44450"/>
                  </a:lnTo>
                  <a:lnTo>
                    <a:pt x="989838" y="44450"/>
                  </a:lnTo>
                  <a:lnTo>
                    <a:pt x="989838" y="76200"/>
                  </a:lnTo>
                  <a:lnTo>
                    <a:pt x="1053338" y="44450"/>
                  </a:lnTo>
                  <a:lnTo>
                    <a:pt x="1066038" y="38100"/>
                  </a:lnTo>
                  <a:lnTo>
                    <a:pt x="1053338" y="31750"/>
                  </a:lnTo>
                  <a:lnTo>
                    <a:pt x="989838" y="0"/>
                  </a:lnTo>
                  <a:lnTo>
                    <a:pt x="989838" y="31750"/>
                  </a:lnTo>
                  <a:lnTo>
                    <a:pt x="910082" y="31750"/>
                  </a:lnTo>
                  <a:lnTo>
                    <a:pt x="907288" y="34544"/>
                  </a:lnTo>
                  <a:lnTo>
                    <a:pt x="907288" y="634238"/>
                  </a:lnTo>
                  <a:lnTo>
                    <a:pt x="0" y="634111"/>
                  </a:lnTo>
                  <a:lnTo>
                    <a:pt x="0" y="662686"/>
                  </a:lnTo>
                  <a:lnTo>
                    <a:pt x="907288" y="662813"/>
                  </a:lnTo>
                  <a:lnTo>
                    <a:pt x="907288" y="1853311"/>
                  </a:lnTo>
                  <a:lnTo>
                    <a:pt x="0" y="1853311"/>
                  </a:lnTo>
                  <a:lnTo>
                    <a:pt x="0" y="1881886"/>
                  </a:lnTo>
                  <a:lnTo>
                    <a:pt x="981075" y="1881886"/>
                  </a:lnTo>
                  <a:lnTo>
                    <a:pt x="981075" y="1910461"/>
                  </a:lnTo>
                  <a:lnTo>
                    <a:pt x="1038301" y="1881886"/>
                  </a:lnTo>
                  <a:lnTo>
                    <a:pt x="1066800" y="1867662"/>
                  </a:lnTo>
                  <a:lnTo>
                    <a:pt x="1038136" y="1853311"/>
                  </a:lnTo>
                  <a:lnTo>
                    <a:pt x="981075" y="1824736"/>
                  </a:lnTo>
                  <a:lnTo>
                    <a:pt x="981075" y="1853311"/>
                  </a:lnTo>
                  <a:lnTo>
                    <a:pt x="919988" y="1853311"/>
                  </a:lnTo>
                  <a:lnTo>
                    <a:pt x="919988" y="662813"/>
                  </a:lnTo>
                  <a:lnTo>
                    <a:pt x="981075" y="662813"/>
                  </a:lnTo>
                  <a:lnTo>
                    <a:pt x="981075" y="691388"/>
                  </a:lnTo>
                  <a:lnTo>
                    <a:pt x="1038136" y="662813"/>
                  </a:lnTo>
                  <a:lnTo>
                    <a:pt x="1066800" y="64846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object 21"/>
            <p:cNvSpPr/>
            <p:nvPr/>
          </p:nvSpPr>
          <p:spPr>
            <a:xfrm>
              <a:off x="1981800" y="381060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object 22"/>
            <p:cNvSpPr/>
            <p:nvPr/>
          </p:nvSpPr>
          <p:spPr>
            <a:xfrm>
              <a:off x="1981800" y="381060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object 23"/>
            <p:cNvSpPr/>
            <p:nvPr/>
          </p:nvSpPr>
          <p:spPr>
            <a:xfrm>
              <a:off x="1523880" y="2705040"/>
              <a:ext cx="1066320" cy="137124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066800" h="1371600">
                  <a:moveTo>
                    <a:pt x="457200" y="1333500"/>
                  </a:moveTo>
                  <a:lnTo>
                    <a:pt x="444500" y="1327150"/>
                  </a:lnTo>
                  <a:lnTo>
                    <a:pt x="381000" y="1295400"/>
                  </a:lnTo>
                  <a:lnTo>
                    <a:pt x="381000" y="1327150"/>
                  </a:lnTo>
                  <a:lnTo>
                    <a:pt x="0" y="1327150"/>
                  </a:lnTo>
                  <a:lnTo>
                    <a:pt x="0" y="1339850"/>
                  </a:lnTo>
                  <a:lnTo>
                    <a:pt x="381000" y="1339850"/>
                  </a:lnTo>
                  <a:lnTo>
                    <a:pt x="381000" y="1371600"/>
                  </a:lnTo>
                  <a:lnTo>
                    <a:pt x="444500" y="1339850"/>
                  </a:lnTo>
                  <a:lnTo>
                    <a:pt x="457200" y="1333500"/>
                  </a:lnTo>
                  <a:close/>
                </a:path>
                <a:path w="1066800" h="1371600">
                  <a:moveTo>
                    <a:pt x="457200" y="1181100"/>
                  </a:moveTo>
                  <a:lnTo>
                    <a:pt x="444500" y="1174750"/>
                  </a:lnTo>
                  <a:lnTo>
                    <a:pt x="381000" y="1143000"/>
                  </a:lnTo>
                  <a:lnTo>
                    <a:pt x="381000" y="1174750"/>
                  </a:lnTo>
                  <a:lnTo>
                    <a:pt x="0" y="1174750"/>
                  </a:lnTo>
                  <a:lnTo>
                    <a:pt x="0" y="1187450"/>
                  </a:lnTo>
                  <a:lnTo>
                    <a:pt x="381000" y="1187450"/>
                  </a:lnTo>
                  <a:lnTo>
                    <a:pt x="381000" y="1219200"/>
                  </a:lnTo>
                  <a:lnTo>
                    <a:pt x="444500" y="1187450"/>
                  </a:lnTo>
                  <a:lnTo>
                    <a:pt x="457200" y="1181100"/>
                  </a:lnTo>
                  <a:close/>
                </a:path>
                <a:path w="1066800" h="1371600">
                  <a:moveTo>
                    <a:pt x="1066800" y="38100"/>
                  </a:moveTo>
                  <a:lnTo>
                    <a:pt x="1054100" y="31750"/>
                  </a:lnTo>
                  <a:lnTo>
                    <a:pt x="990600" y="0"/>
                  </a:lnTo>
                  <a:lnTo>
                    <a:pt x="990600" y="31750"/>
                  </a:lnTo>
                  <a:lnTo>
                    <a:pt x="910844" y="31750"/>
                  </a:lnTo>
                  <a:lnTo>
                    <a:pt x="908050" y="34544"/>
                  </a:lnTo>
                  <a:lnTo>
                    <a:pt x="908050" y="1250950"/>
                  </a:lnTo>
                  <a:lnTo>
                    <a:pt x="762000" y="1250950"/>
                  </a:lnTo>
                  <a:lnTo>
                    <a:pt x="762000" y="1263650"/>
                  </a:lnTo>
                  <a:lnTo>
                    <a:pt x="917956" y="1263650"/>
                  </a:lnTo>
                  <a:lnTo>
                    <a:pt x="990600" y="1263650"/>
                  </a:lnTo>
                  <a:lnTo>
                    <a:pt x="990600" y="1295400"/>
                  </a:lnTo>
                  <a:lnTo>
                    <a:pt x="1054100" y="1263650"/>
                  </a:lnTo>
                  <a:lnTo>
                    <a:pt x="1066800" y="1257300"/>
                  </a:lnTo>
                  <a:lnTo>
                    <a:pt x="1054100" y="1250950"/>
                  </a:lnTo>
                  <a:lnTo>
                    <a:pt x="990600" y="1219200"/>
                  </a:lnTo>
                  <a:lnTo>
                    <a:pt x="990600" y="1250950"/>
                  </a:lnTo>
                  <a:lnTo>
                    <a:pt x="920750" y="1250950"/>
                  </a:lnTo>
                  <a:lnTo>
                    <a:pt x="920750" y="44450"/>
                  </a:lnTo>
                  <a:lnTo>
                    <a:pt x="990600" y="44450"/>
                  </a:lnTo>
                  <a:lnTo>
                    <a:pt x="990600" y="76200"/>
                  </a:lnTo>
                  <a:lnTo>
                    <a:pt x="1054100" y="44450"/>
                  </a:lnTo>
                  <a:lnTo>
                    <a:pt x="1066800" y="381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1" name="object 24"/>
          <p:cNvGrpSpPr/>
          <p:nvPr/>
        </p:nvGrpSpPr>
        <p:grpSpPr>
          <a:xfrm>
            <a:off x="3201120" y="1482120"/>
            <a:ext cx="3961800" cy="2219040"/>
            <a:chOff x="3201120" y="1482120"/>
            <a:chExt cx="3961800" cy="2219040"/>
          </a:xfrm>
        </p:grpSpPr>
        <p:sp>
          <p:nvSpPr>
            <p:cNvPr id="162" name="object 25"/>
            <p:cNvSpPr/>
            <p:nvPr/>
          </p:nvSpPr>
          <p:spPr>
            <a:xfrm>
              <a:off x="3201120" y="1482120"/>
              <a:ext cx="456840" cy="22190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219040"/>
                <a:gd name="textAreaBottom" fmla="*/ 2219400 h 2219040"/>
              </a:gdLst>
              <a:ahLst/>
              <a:cxnLst/>
              <a:rect l="textAreaLeft" t="textAreaTop" r="textAreaRight" b="textAreaBottom"/>
              <a:pathLst>
                <a:path w="457200" h="2219325">
                  <a:moveTo>
                    <a:pt x="457200" y="2176399"/>
                  </a:moveTo>
                  <a:lnTo>
                    <a:pt x="428536" y="2162048"/>
                  </a:lnTo>
                  <a:lnTo>
                    <a:pt x="371475" y="2133473"/>
                  </a:lnTo>
                  <a:lnTo>
                    <a:pt x="371475" y="2162048"/>
                  </a:lnTo>
                  <a:lnTo>
                    <a:pt x="0" y="2162048"/>
                  </a:lnTo>
                  <a:lnTo>
                    <a:pt x="0" y="2190623"/>
                  </a:lnTo>
                  <a:lnTo>
                    <a:pt x="371475" y="2190623"/>
                  </a:lnTo>
                  <a:lnTo>
                    <a:pt x="371475" y="2219198"/>
                  </a:lnTo>
                  <a:lnTo>
                    <a:pt x="428701" y="2190623"/>
                  </a:lnTo>
                  <a:lnTo>
                    <a:pt x="457200" y="2176399"/>
                  </a:lnTo>
                  <a:close/>
                </a:path>
                <a:path w="457200" h="2219325">
                  <a:moveTo>
                    <a:pt x="457200" y="42799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371475" y="57150"/>
                  </a:lnTo>
                  <a:lnTo>
                    <a:pt x="371475" y="85725"/>
                  </a:lnTo>
                  <a:lnTo>
                    <a:pt x="428536" y="57150"/>
                  </a:lnTo>
                  <a:lnTo>
                    <a:pt x="457200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object 26"/>
            <p:cNvSpPr/>
            <p:nvPr/>
          </p:nvSpPr>
          <p:spPr>
            <a:xfrm>
              <a:off x="6096600" y="1829520"/>
              <a:ext cx="609120" cy="18284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828440"/>
                <a:gd name="textAreaBottom" fmla="*/ 1828800 h 1828440"/>
              </a:gdLst>
              <a:ahLst/>
              <a:cxnLst/>
              <a:rect l="textAreaLeft" t="textAreaTop" r="textAreaRight" b="textAreaBottom"/>
              <a:pathLst>
                <a:path w="609600" h="1828800">
                  <a:moveTo>
                    <a:pt x="609599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609599" y="1828800"/>
                  </a:lnTo>
                  <a:lnTo>
                    <a:pt x="609599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object 27"/>
            <p:cNvSpPr/>
            <p:nvPr/>
          </p:nvSpPr>
          <p:spPr>
            <a:xfrm>
              <a:off x="6096600" y="1829520"/>
              <a:ext cx="609120" cy="18284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828440"/>
                <a:gd name="textAreaBottom" fmla="*/ 1828800 h 1828440"/>
              </a:gdLst>
              <a:ahLst/>
              <a:cxnLst/>
              <a:rect l="textAreaLeft" t="textAreaTop" r="textAreaRight" b="textAreaBottom"/>
              <a:pathLst>
                <a:path w="609600" h="1828800">
                  <a:moveTo>
                    <a:pt x="0" y="1828800"/>
                  </a:moveTo>
                  <a:lnTo>
                    <a:pt x="609599" y="1828800"/>
                  </a:lnTo>
                  <a:lnTo>
                    <a:pt x="609599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object 28"/>
            <p:cNvSpPr/>
            <p:nvPr/>
          </p:nvSpPr>
          <p:spPr>
            <a:xfrm>
              <a:off x="6096600" y="32011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object 29"/>
            <p:cNvSpPr/>
            <p:nvPr/>
          </p:nvSpPr>
          <p:spPr>
            <a:xfrm>
              <a:off x="6096600" y="32011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3048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object 30"/>
            <p:cNvSpPr/>
            <p:nvPr/>
          </p:nvSpPr>
          <p:spPr>
            <a:xfrm>
              <a:off x="5639400" y="2701080"/>
              <a:ext cx="1523520" cy="85320"/>
            </a:xfrm>
            <a:custGeom>
              <a:avLst/>
              <a:gdLst>
                <a:gd name="textAreaLeft" fmla="*/ 0 w 1523520"/>
                <a:gd name="textAreaRight" fmla="*/ 1523880 w 15235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1524000" h="85725">
                  <a:moveTo>
                    <a:pt x="457200" y="42799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371475" y="57150"/>
                  </a:lnTo>
                  <a:lnTo>
                    <a:pt x="371475" y="85598"/>
                  </a:lnTo>
                  <a:lnTo>
                    <a:pt x="428447" y="57150"/>
                  </a:lnTo>
                  <a:lnTo>
                    <a:pt x="457200" y="42799"/>
                  </a:lnTo>
                  <a:close/>
                </a:path>
                <a:path w="1524000" h="85725">
                  <a:moveTo>
                    <a:pt x="1524000" y="42799"/>
                  </a:moveTo>
                  <a:lnTo>
                    <a:pt x="1438275" y="0"/>
                  </a:lnTo>
                  <a:lnTo>
                    <a:pt x="1438275" y="28575"/>
                  </a:lnTo>
                  <a:lnTo>
                    <a:pt x="1066800" y="28448"/>
                  </a:lnTo>
                  <a:lnTo>
                    <a:pt x="1066800" y="57023"/>
                  </a:lnTo>
                  <a:lnTo>
                    <a:pt x="1438275" y="57150"/>
                  </a:lnTo>
                  <a:lnTo>
                    <a:pt x="1438275" y="85598"/>
                  </a:lnTo>
                  <a:lnTo>
                    <a:pt x="1495247" y="57150"/>
                  </a:lnTo>
                  <a:lnTo>
                    <a:pt x="1524000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8" name="object 31"/>
          <p:cNvSpPr/>
          <p:nvPr/>
        </p:nvSpPr>
        <p:spPr>
          <a:xfrm>
            <a:off x="1422000" y="1168560"/>
            <a:ext cx="3546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38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D</a:t>
            </a:r>
            <a:r>
              <a:rPr lang="en-US" sz="1950" b="0" u="none" spc="-37" strike="noStrike" baseline="-21000">
                <a:solidFill>
                  <a:srgbClr val="FF0909"/>
                </a:solidFill>
                <a:effectLst/>
                <a:uFillTx/>
                <a:latin typeface="Arial"/>
              </a:rPr>
              <a:t>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object 32"/>
          <p:cNvSpPr/>
          <p:nvPr/>
        </p:nvSpPr>
        <p:spPr>
          <a:xfrm>
            <a:off x="1345680" y="2083320"/>
            <a:ext cx="3546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38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D</a:t>
            </a:r>
            <a:r>
              <a:rPr lang="en-US" sz="1950" b="0" u="none" spc="-37" strike="noStrike" baseline="-21000">
                <a:solidFill>
                  <a:srgbClr val="FF0909"/>
                </a:solidFill>
                <a:effectLst/>
                <a:uFillTx/>
                <a:latin typeface="Arial"/>
              </a:rPr>
              <a:t>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object 33"/>
          <p:cNvSpPr/>
          <p:nvPr/>
        </p:nvSpPr>
        <p:spPr>
          <a:xfrm>
            <a:off x="968040" y="3365280"/>
            <a:ext cx="758520" cy="8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62800">
              <a:lnSpc>
                <a:spcPct val="100000"/>
              </a:lnSpc>
              <a:spcBef>
                <a:spcPts val="105"/>
              </a:spcBef>
            </a:pPr>
            <a:r>
              <a:rPr lang="en-US" sz="3000" b="0" u="none" strike="noStrike" baseline="13000">
                <a:solidFill>
                  <a:srgbClr val="FF0909"/>
                </a:solidFill>
                <a:effectLst/>
                <a:uFillTx/>
                <a:latin typeface="Arial"/>
              </a:rPr>
              <a:t>D</a:t>
            </a:r>
            <a:r>
              <a:rPr lang="en-US" sz="13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N-</a:t>
            </a:r>
            <a:r>
              <a:rPr lang="en-US" sz="1300" b="0" u="none" spc="-51" strike="noStrike">
                <a:solidFill>
                  <a:srgbClr val="FF0909"/>
                </a:solidFill>
                <a:effectLst/>
                <a:uFillTx/>
                <a:latin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 indent="15120">
              <a:lnSpc>
                <a:spcPct val="75000"/>
              </a:lnSpc>
              <a:spcBef>
                <a:spcPts val="706"/>
              </a:spcBef>
              <a:tabLst>
                <a:tab pos="0" algn="l"/>
              </a:tabLst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WE CLK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object 34"/>
          <p:cNvSpPr/>
          <p:nvPr/>
        </p:nvSpPr>
        <p:spPr>
          <a:xfrm>
            <a:off x="3406680" y="1168560"/>
            <a:ext cx="368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38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Q</a:t>
            </a:r>
            <a:r>
              <a:rPr lang="en-US" sz="1950" b="0" u="none" spc="-37" strike="noStrike" baseline="-21000">
                <a:solidFill>
                  <a:srgbClr val="FF0909"/>
                </a:solidFill>
                <a:effectLst/>
                <a:uFillTx/>
                <a:latin typeface="Arial"/>
              </a:rPr>
              <a:t>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object 35"/>
          <p:cNvSpPr/>
          <p:nvPr/>
        </p:nvSpPr>
        <p:spPr>
          <a:xfrm>
            <a:off x="3406680" y="2083320"/>
            <a:ext cx="368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38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Q</a:t>
            </a:r>
            <a:r>
              <a:rPr lang="en-US" sz="1950" b="0" u="none" spc="-37" strike="noStrike" baseline="-21000">
                <a:solidFill>
                  <a:srgbClr val="FF0909"/>
                </a:solidFill>
                <a:effectLst/>
                <a:uFillTx/>
                <a:latin typeface="Arial"/>
              </a:rPr>
              <a:t>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object 36"/>
          <p:cNvSpPr/>
          <p:nvPr/>
        </p:nvSpPr>
        <p:spPr>
          <a:xfrm>
            <a:off x="3483000" y="3365280"/>
            <a:ext cx="5464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38160">
              <a:lnSpc>
                <a:spcPct val="100000"/>
              </a:lnSpc>
              <a:spcBef>
                <a:spcPts val="105"/>
              </a:spcBef>
            </a:pPr>
            <a:r>
              <a:rPr lang="en-US" sz="3000" b="0" u="none" strike="noStrike" baseline="13000">
                <a:solidFill>
                  <a:srgbClr val="FF0909"/>
                </a:solidFill>
                <a:effectLst/>
                <a:uFillTx/>
                <a:latin typeface="Arial"/>
              </a:rPr>
              <a:t>Q</a:t>
            </a:r>
            <a:r>
              <a:rPr lang="en-US" sz="13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N-</a:t>
            </a:r>
            <a:r>
              <a:rPr lang="en-US" sz="1300" b="0" u="none" spc="-51" strike="noStrike">
                <a:solidFill>
                  <a:srgbClr val="FF0909"/>
                </a:solidFill>
                <a:effectLst/>
                <a:uFillTx/>
                <a:latin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object 37"/>
          <p:cNvGrpSpPr/>
          <p:nvPr/>
        </p:nvGrpSpPr>
        <p:grpSpPr>
          <a:xfrm>
            <a:off x="3352680" y="1219320"/>
            <a:ext cx="3085920" cy="3047760"/>
            <a:chOff x="3352680" y="1219320"/>
            <a:chExt cx="3085920" cy="3047760"/>
          </a:xfrm>
        </p:grpSpPr>
        <p:sp>
          <p:nvSpPr>
            <p:cNvPr id="175" name="object 38"/>
            <p:cNvSpPr/>
            <p:nvPr/>
          </p:nvSpPr>
          <p:spPr>
            <a:xfrm>
              <a:off x="6362640" y="365760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object 39"/>
            <p:cNvSpPr/>
            <p:nvPr/>
          </p:nvSpPr>
          <p:spPr>
            <a:xfrm>
              <a:off x="3352680" y="1219320"/>
              <a:ext cx="2742840" cy="3047760"/>
            </a:xfrm>
            <a:custGeom>
              <a:avLst/>
              <a:gdLst>
                <a:gd name="textAreaLeft" fmla="*/ 0 w 2742840"/>
                <a:gd name="textAreaRight" fmla="*/ 2743200 w 2742840"/>
                <a:gd name="textAreaTop" fmla="*/ 0 h 3047760"/>
                <a:gd name="textAreaBottom" fmla="*/ 3048120 h 3047760"/>
              </a:gdLst>
              <a:ahLst/>
              <a:cxnLst/>
              <a:rect l="textAreaLeft" t="textAreaTop" r="textAreaRight" b="textAreaBottom"/>
              <a:pathLst>
                <a:path w="2743200" h="3048000">
                  <a:moveTo>
                    <a:pt x="0" y="0"/>
                  </a:moveTo>
                  <a:lnTo>
                    <a:pt x="2743200" y="609600"/>
                  </a:lnTo>
                </a:path>
                <a:path w="2743200" h="3048000">
                  <a:moveTo>
                    <a:pt x="0" y="3048000"/>
                  </a:moveTo>
                  <a:lnTo>
                    <a:pt x="2743200" y="2438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object 40"/>
          <p:cNvSpPr/>
          <p:nvPr/>
        </p:nvSpPr>
        <p:spPr>
          <a:xfrm>
            <a:off x="5426280" y="2601000"/>
            <a:ext cx="2091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object 41"/>
          <p:cNvSpPr/>
          <p:nvPr/>
        </p:nvSpPr>
        <p:spPr>
          <a:xfrm>
            <a:off x="7166520" y="2601000"/>
            <a:ext cx="2232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object 42"/>
          <p:cNvSpPr/>
          <p:nvPr/>
        </p:nvSpPr>
        <p:spPr>
          <a:xfrm>
            <a:off x="6861960" y="2235960"/>
            <a:ext cx="2091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object 43"/>
          <p:cNvSpPr/>
          <p:nvPr/>
        </p:nvSpPr>
        <p:spPr>
          <a:xfrm>
            <a:off x="5718600" y="2235960"/>
            <a:ext cx="2091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object 44"/>
          <p:cNvSpPr/>
          <p:nvPr/>
        </p:nvSpPr>
        <p:spPr>
          <a:xfrm>
            <a:off x="5715720" y="2606760"/>
            <a:ext cx="1218960" cy="28908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289080"/>
              <a:gd name="textAreaBottom" fmla="*/ 289440 h 289080"/>
            </a:gdLst>
            <a:ahLst/>
            <a:cxnLst/>
            <a:rect l="textAreaLeft" t="textAreaTop" r="textAreaRight" b="textAreaBottom"/>
            <a:pathLst>
              <a:path w="1219200" h="289560">
                <a:moveTo>
                  <a:pt x="1219199" y="0"/>
                </a:moveTo>
                <a:lnTo>
                  <a:pt x="1066799" y="289560"/>
                </a:lnTo>
              </a:path>
              <a:path w="1219200" h="289560">
                <a:moveTo>
                  <a:pt x="152400" y="0"/>
                </a:moveTo>
                <a:lnTo>
                  <a:pt x="0" y="28956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object 45"/>
          <p:cNvSpPr/>
          <p:nvPr/>
        </p:nvSpPr>
        <p:spPr>
          <a:xfrm>
            <a:off x="6175800" y="3896640"/>
            <a:ext cx="4366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" name="object 46"/>
          <p:cNvGrpSpPr/>
          <p:nvPr/>
        </p:nvGrpSpPr>
        <p:grpSpPr>
          <a:xfrm>
            <a:off x="8178480" y="2478960"/>
            <a:ext cx="517680" cy="525600"/>
            <a:chOff x="8178480" y="2478960"/>
            <a:chExt cx="517680" cy="525600"/>
          </a:xfrm>
        </p:grpSpPr>
        <p:sp>
          <p:nvSpPr>
            <p:cNvPr id="184" name="object 47"/>
            <p:cNvSpPr/>
            <p:nvPr/>
          </p:nvSpPr>
          <p:spPr>
            <a:xfrm>
              <a:off x="8178480" y="2478960"/>
              <a:ext cx="517680" cy="525600"/>
            </a:xfrm>
            <a:custGeom>
              <a:avLst/>
              <a:gdLst>
                <a:gd name="textAreaLeft" fmla="*/ 0 w 517680"/>
                <a:gd name="textAreaRight" fmla="*/ 518040 w 517680"/>
                <a:gd name="textAreaTop" fmla="*/ 0 h 525600"/>
                <a:gd name="textAreaBottom" fmla="*/ 525960 h 525600"/>
              </a:gdLst>
              <a:ahLst/>
              <a:cxnLst/>
              <a:rect l="textAreaLeft" t="textAreaTop" r="textAreaRight" b="textAreaBottom"/>
              <a:pathLst>
                <a:path w="518159" h="525780">
                  <a:moveTo>
                    <a:pt x="518159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518159" y="525779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9999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object 48"/>
            <p:cNvSpPr/>
            <p:nvPr/>
          </p:nvSpPr>
          <p:spPr>
            <a:xfrm>
              <a:off x="8178480" y="2478960"/>
              <a:ext cx="517680" cy="525600"/>
            </a:xfrm>
            <a:custGeom>
              <a:avLst/>
              <a:gdLst>
                <a:gd name="textAreaLeft" fmla="*/ 0 w 517680"/>
                <a:gd name="textAreaRight" fmla="*/ 518040 w 517680"/>
                <a:gd name="textAreaTop" fmla="*/ 0 h 525600"/>
                <a:gd name="textAreaBottom" fmla="*/ 525960 h 525600"/>
              </a:gdLst>
              <a:ahLst/>
              <a:cxnLst/>
              <a:rect l="textAreaLeft" t="textAreaTop" r="textAreaRight" b="textAreaBottom"/>
              <a:pathLst>
                <a:path w="518159" h="525780">
                  <a:moveTo>
                    <a:pt x="0" y="525779"/>
                  </a:moveTo>
                  <a:lnTo>
                    <a:pt x="518159" y="525779"/>
                  </a:lnTo>
                  <a:lnTo>
                    <a:pt x="518159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6" name="object 49"/>
          <p:cNvSpPr/>
          <p:nvPr/>
        </p:nvSpPr>
        <p:spPr>
          <a:xfrm>
            <a:off x="8226000" y="2526480"/>
            <a:ext cx="47016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880" rIns="0" bIns="0" anchor="t">
            <a:spAutoFit/>
          </a:bodyPr>
          <a:p>
            <a:pPr marL="29160">
              <a:lnSpc>
                <a:spcPct val="100000"/>
              </a:lnSpc>
              <a:spcBef>
                <a:spcPts val="164"/>
              </a:spcBef>
              <a:tabLst>
                <a:tab pos="378000" algn="l"/>
              </a:tabLst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tabLst>
                <a:tab pos="3780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 bit</a:t>
            </a:r>
            <a:r>
              <a:rPr lang="en-US" sz="8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8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reg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920">
              <a:lnSpc>
                <a:spcPct val="100000"/>
              </a:lnSpc>
              <a:spcBef>
                <a:spcPts val="595"/>
              </a:spcBef>
              <a:tabLst>
                <a:tab pos="369720" algn="l"/>
              </a:tabLst>
            </a:pPr>
            <a:r>
              <a:rPr lang="en-US" sz="1200" b="0" u="none" spc="-74" strike="noStrike" baseline="3000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200" b="0" u="none" strike="noStrike" baseline="3000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object 50"/>
          <p:cNvSpPr/>
          <p:nvPr/>
        </p:nvSpPr>
        <p:spPr>
          <a:xfrm>
            <a:off x="8565480" y="2858400"/>
            <a:ext cx="85320" cy="360"/>
          </a:xfrm>
          <a:custGeom>
            <a:avLst/>
            <a:gdLst>
              <a:gd name="textAreaLeft" fmla="*/ 0 w 85320"/>
              <a:gd name="textAreaRight" fmla="*/ 85680 w 853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85725" h="0">
                <a:moveTo>
                  <a:pt x="0" y="0"/>
                </a:moveTo>
                <a:lnTo>
                  <a:pt x="85343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object 51"/>
          <p:cNvSpPr/>
          <p:nvPr/>
        </p:nvSpPr>
        <p:spPr>
          <a:xfrm>
            <a:off x="7670520" y="3035160"/>
            <a:ext cx="134568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240" indent="-720" algn="ctr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</a:t>
            </a:r>
            <a:r>
              <a:rPr lang="en-US" sz="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Above</a:t>
            </a:r>
            <a:r>
              <a:rPr lang="en-US" sz="600" b="0" u="none" spc="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</a:t>
            </a:r>
            <a:r>
              <a:rPr lang="en-US" sz="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</a:t>
            </a:r>
            <a:r>
              <a:rPr lang="en-US" sz="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“classic”</a:t>
            </a:r>
            <a:r>
              <a:rPr lang="en-US" sz="600" b="0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r>
              <a:rPr lang="en-US" sz="600" b="0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we</a:t>
            </a:r>
            <a:r>
              <a:rPr lang="en-US" sz="600" b="0" u="none" spc="499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learned</a:t>
            </a:r>
            <a:r>
              <a:rPr lang="en-US" sz="600" b="0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before;</a:t>
            </a:r>
            <a:r>
              <a:rPr lang="en-US" sz="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we’re</a:t>
            </a:r>
            <a:r>
              <a:rPr lang="en-US" sz="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</a:t>
            </a:r>
            <a:r>
              <a:rPr lang="en-US" sz="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introducing</a:t>
            </a:r>
            <a:r>
              <a:rPr lang="en-US" sz="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600" b="0" u="none" spc="499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</a:t>
            </a:r>
            <a:r>
              <a:rPr lang="en-US" sz="600" b="0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symbol</a:t>
            </a:r>
            <a:r>
              <a:rPr lang="en-US" sz="600" b="0" u="none" spc="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600" b="0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</a:t>
            </a:r>
            <a:r>
              <a:rPr lang="en-US" sz="6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</a:t>
            </a:r>
            <a:r>
              <a:rPr lang="en-US" sz="600" b="0" u="none" spc="2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thing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object 52"/>
          <p:cNvSpPr/>
          <p:nvPr/>
        </p:nvSpPr>
        <p:spPr>
          <a:xfrm>
            <a:off x="7742520" y="2576880"/>
            <a:ext cx="1742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" name="object 53"/>
          <p:cNvGrpSpPr/>
          <p:nvPr/>
        </p:nvGrpSpPr>
        <p:grpSpPr>
          <a:xfrm>
            <a:off x="65520" y="34920"/>
            <a:ext cx="1692720" cy="958320"/>
            <a:chOff x="65520" y="34920"/>
            <a:chExt cx="1692720" cy="958320"/>
          </a:xfrm>
        </p:grpSpPr>
        <p:pic>
          <p:nvPicPr>
            <p:cNvPr id="191" name="object 54"/>
            <p:cNvPicPr/>
            <p:nvPr/>
          </p:nvPicPr>
          <p:blipFill>
            <a:blip r:embed="rId5"/>
            <a:stretch/>
          </p:blipFill>
          <p:spPr>
            <a:xfrm>
              <a:off x="65520" y="34920"/>
              <a:ext cx="1692720" cy="958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2" name="object 55"/>
            <p:cNvPicPr/>
            <p:nvPr/>
          </p:nvPicPr>
          <p:blipFill>
            <a:blip r:embed="rId6"/>
            <a:stretch/>
          </p:blipFill>
          <p:spPr>
            <a:xfrm>
              <a:off x="280440" y="123480"/>
              <a:ext cx="1281240" cy="839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3" name="object 56"/>
            <p:cNvPicPr/>
            <p:nvPr/>
          </p:nvPicPr>
          <p:blipFill>
            <a:blip r:embed="rId7"/>
            <a:stretch/>
          </p:blipFill>
          <p:spPr>
            <a:xfrm>
              <a:off x="112680" y="62640"/>
              <a:ext cx="1603080" cy="867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4" name="object 57"/>
            <p:cNvSpPr/>
            <p:nvPr/>
          </p:nvSpPr>
          <p:spPr>
            <a:xfrm>
              <a:off x="112680" y="62640"/>
              <a:ext cx="1603800" cy="867600"/>
            </a:xfrm>
            <a:custGeom>
              <a:avLst/>
              <a:gdLst>
                <a:gd name="textAreaLeft" fmla="*/ 0 w 1603800"/>
                <a:gd name="textAreaRight" fmla="*/ 1604160 w 1603800"/>
                <a:gd name="textAreaTop" fmla="*/ 0 h 867600"/>
                <a:gd name="textAreaBottom" fmla="*/ 867960 h 867600"/>
              </a:gdLst>
              <a:ahLst/>
              <a:cxnLst/>
              <a:rect l="textAreaLeft" t="textAreaTop" r="textAreaRight" b="textAreaBottom"/>
              <a:pathLst>
                <a:path w="1604010" h="868044">
                  <a:moveTo>
                    <a:pt x="0" y="490982"/>
                  </a:moveTo>
                  <a:lnTo>
                    <a:pt x="1478399" y="0"/>
                  </a:lnTo>
                  <a:lnTo>
                    <a:pt x="1603494" y="376555"/>
                  </a:lnTo>
                  <a:lnTo>
                    <a:pt x="125112" y="867664"/>
                  </a:lnTo>
                  <a:lnTo>
                    <a:pt x="0" y="490982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object 58"/>
            <p:cNvSpPr/>
            <p:nvPr/>
          </p:nvSpPr>
          <p:spPr>
            <a:xfrm>
              <a:off x="489600" y="331200"/>
              <a:ext cx="835920" cy="371160"/>
            </a:xfrm>
            <a:custGeom>
              <a:avLst/>
              <a:gdLst>
                <a:gd name="textAreaLeft" fmla="*/ 0 w 835920"/>
                <a:gd name="textAreaRight" fmla="*/ 836280 w 835920"/>
                <a:gd name="textAreaTop" fmla="*/ 0 h 371160"/>
                <a:gd name="textAreaBottom" fmla="*/ 371520 h 371160"/>
              </a:gdLst>
              <a:ahLst/>
              <a:cxnLst/>
              <a:rect l="textAreaLeft" t="textAreaTop" r="textAreaRight" b="textAreaBottom"/>
              <a:pathLst>
                <a:path w="836294" h="371475">
                  <a:moveTo>
                    <a:pt x="97485" y="208787"/>
                  </a:moveTo>
                  <a:lnTo>
                    <a:pt x="84394" y="208787"/>
                  </a:lnTo>
                  <a:lnTo>
                    <a:pt x="77565" y="210057"/>
                  </a:lnTo>
                  <a:lnTo>
                    <a:pt x="69783" y="211327"/>
                  </a:lnTo>
                  <a:lnTo>
                    <a:pt x="61048" y="213867"/>
                  </a:lnTo>
                  <a:lnTo>
                    <a:pt x="0" y="234187"/>
                  </a:lnTo>
                  <a:lnTo>
                    <a:pt x="45745" y="371347"/>
                  </a:lnTo>
                  <a:lnTo>
                    <a:pt x="63957" y="366267"/>
                  </a:lnTo>
                  <a:lnTo>
                    <a:pt x="43649" y="305307"/>
                  </a:lnTo>
                  <a:lnTo>
                    <a:pt x="64782" y="297687"/>
                  </a:lnTo>
                  <a:lnTo>
                    <a:pt x="69481" y="296417"/>
                  </a:lnTo>
                  <a:lnTo>
                    <a:pt x="72936" y="295147"/>
                  </a:lnTo>
                  <a:lnTo>
                    <a:pt x="121729" y="295147"/>
                  </a:lnTo>
                  <a:lnTo>
                    <a:pt x="116433" y="291337"/>
                  </a:lnTo>
                  <a:lnTo>
                    <a:pt x="109486" y="288797"/>
                  </a:lnTo>
                  <a:lnTo>
                    <a:pt x="38404" y="288797"/>
                  </a:lnTo>
                  <a:lnTo>
                    <a:pt x="23279" y="243077"/>
                  </a:lnTo>
                  <a:lnTo>
                    <a:pt x="66852" y="229107"/>
                  </a:lnTo>
                  <a:lnTo>
                    <a:pt x="77063" y="225297"/>
                  </a:lnTo>
                  <a:lnTo>
                    <a:pt x="118358" y="225297"/>
                  </a:lnTo>
                  <a:lnTo>
                    <a:pt x="115836" y="221487"/>
                  </a:lnTo>
                  <a:lnTo>
                    <a:pt x="104038" y="211327"/>
                  </a:lnTo>
                  <a:lnTo>
                    <a:pt x="97485" y="208787"/>
                  </a:lnTo>
                  <a:close/>
                </a:path>
                <a:path w="836294" h="371475">
                  <a:moveTo>
                    <a:pt x="121729" y="295147"/>
                  </a:moveTo>
                  <a:lnTo>
                    <a:pt x="81368" y="295147"/>
                  </a:lnTo>
                  <a:lnTo>
                    <a:pt x="84670" y="296417"/>
                  </a:lnTo>
                  <a:lnTo>
                    <a:pt x="87985" y="296417"/>
                  </a:lnTo>
                  <a:lnTo>
                    <a:pt x="92087" y="298957"/>
                  </a:lnTo>
                  <a:lnTo>
                    <a:pt x="96989" y="301497"/>
                  </a:lnTo>
                  <a:lnTo>
                    <a:pt x="116433" y="316737"/>
                  </a:lnTo>
                  <a:lnTo>
                    <a:pt x="144170" y="339597"/>
                  </a:lnTo>
                  <a:lnTo>
                    <a:pt x="167093" y="331977"/>
                  </a:lnTo>
                  <a:lnTo>
                    <a:pt x="130695" y="301497"/>
                  </a:lnTo>
                  <a:lnTo>
                    <a:pt x="123494" y="296417"/>
                  </a:lnTo>
                  <a:lnTo>
                    <a:pt x="121729" y="295147"/>
                  </a:lnTo>
                  <a:close/>
                </a:path>
                <a:path w="836294" h="371475">
                  <a:moveTo>
                    <a:pt x="208516" y="208787"/>
                  </a:moveTo>
                  <a:lnTo>
                    <a:pt x="199042" y="208787"/>
                  </a:lnTo>
                  <a:lnTo>
                    <a:pt x="189217" y="211327"/>
                  </a:lnTo>
                  <a:lnTo>
                    <a:pt x="160197" y="236727"/>
                  </a:lnTo>
                  <a:lnTo>
                    <a:pt x="156150" y="257047"/>
                  </a:lnTo>
                  <a:lnTo>
                    <a:pt x="157084" y="267207"/>
                  </a:lnTo>
                  <a:lnTo>
                    <a:pt x="177525" y="307847"/>
                  </a:lnTo>
                  <a:lnTo>
                    <a:pt x="204039" y="318007"/>
                  </a:lnTo>
                  <a:lnTo>
                    <a:pt x="214121" y="318007"/>
                  </a:lnTo>
                  <a:lnTo>
                    <a:pt x="224777" y="315467"/>
                  </a:lnTo>
                  <a:lnTo>
                    <a:pt x="232901" y="311657"/>
                  </a:lnTo>
                  <a:lnTo>
                    <a:pt x="239901" y="307847"/>
                  </a:lnTo>
                  <a:lnTo>
                    <a:pt x="244306" y="304037"/>
                  </a:lnTo>
                  <a:lnTo>
                    <a:pt x="211924" y="304037"/>
                  </a:lnTo>
                  <a:lnTo>
                    <a:pt x="204012" y="302767"/>
                  </a:lnTo>
                  <a:lnTo>
                    <a:pt x="178841" y="277367"/>
                  </a:lnTo>
                  <a:lnTo>
                    <a:pt x="219759" y="263397"/>
                  </a:lnTo>
                  <a:lnTo>
                    <a:pt x="175171" y="263397"/>
                  </a:lnTo>
                  <a:lnTo>
                    <a:pt x="172834" y="254507"/>
                  </a:lnTo>
                  <a:lnTo>
                    <a:pt x="173456" y="245617"/>
                  </a:lnTo>
                  <a:lnTo>
                    <a:pt x="177025" y="239267"/>
                  </a:lnTo>
                  <a:lnTo>
                    <a:pt x="180581" y="231647"/>
                  </a:lnTo>
                  <a:lnTo>
                    <a:pt x="186258" y="227837"/>
                  </a:lnTo>
                  <a:lnTo>
                    <a:pt x="194017" y="225297"/>
                  </a:lnTo>
                  <a:lnTo>
                    <a:pt x="200352" y="224027"/>
                  </a:lnTo>
                  <a:lnTo>
                    <a:pt x="239064" y="224027"/>
                  </a:lnTo>
                  <a:lnTo>
                    <a:pt x="234454" y="218947"/>
                  </a:lnTo>
                  <a:lnTo>
                    <a:pt x="226415" y="213867"/>
                  </a:lnTo>
                  <a:lnTo>
                    <a:pt x="217640" y="210057"/>
                  </a:lnTo>
                  <a:lnTo>
                    <a:pt x="208516" y="208787"/>
                  </a:lnTo>
                  <a:close/>
                </a:path>
                <a:path w="836294" h="371475">
                  <a:moveTo>
                    <a:pt x="257937" y="268477"/>
                  </a:moveTo>
                  <a:lnTo>
                    <a:pt x="239750" y="272287"/>
                  </a:lnTo>
                  <a:lnTo>
                    <a:pt x="239560" y="279907"/>
                  </a:lnTo>
                  <a:lnTo>
                    <a:pt x="237807" y="286257"/>
                  </a:lnTo>
                  <a:lnTo>
                    <a:pt x="231203" y="295147"/>
                  </a:lnTo>
                  <a:lnTo>
                    <a:pt x="226453" y="298957"/>
                  </a:lnTo>
                  <a:lnTo>
                    <a:pt x="220256" y="301497"/>
                  </a:lnTo>
                  <a:lnTo>
                    <a:pt x="211924" y="304037"/>
                  </a:lnTo>
                  <a:lnTo>
                    <a:pt x="244306" y="304037"/>
                  </a:lnTo>
                  <a:lnTo>
                    <a:pt x="257831" y="276097"/>
                  </a:lnTo>
                  <a:lnTo>
                    <a:pt x="257937" y="268477"/>
                  </a:lnTo>
                  <a:close/>
                </a:path>
                <a:path w="836294" h="371475">
                  <a:moveTo>
                    <a:pt x="271157" y="185927"/>
                  </a:moveTo>
                  <a:lnTo>
                    <a:pt x="256031" y="191007"/>
                  </a:lnTo>
                  <a:lnTo>
                    <a:pt x="289166" y="291337"/>
                  </a:lnTo>
                  <a:lnTo>
                    <a:pt x="306070" y="284987"/>
                  </a:lnTo>
                  <a:lnTo>
                    <a:pt x="285864" y="225297"/>
                  </a:lnTo>
                  <a:lnTo>
                    <a:pt x="284467" y="217677"/>
                  </a:lnTo>
                  <a:lnTo>
                    <a:pt x="284899" y="206247"/>
                  </a:lnTo>
                  <a:lnTo>
                    <a:pt x="286600" y="202437"/>
                  </a:lnTo>
                  <a:lnTo>
                    <a:pt x="288738" y="199897"/>
                  </a:lnTo>
                  <a:lnTo>
                    <a:pt x="275805" y="199897"/>
                  </a:lnTo>
                  <a:lnTo>
                    <a:pt x="271157" y="185927"/>
                  </a:lnTo>
                  <a:close/>
                </a:path>
                <a:path w="836294" h="371475">
                  <a:moveTo>
                    <a:pt x="118358" y="225297"/>
                  </a:moveTo>
                  <a:lnTo>
                    <a:pt x="85229" y="225297"/>
                  </a:lnTo>
                  <a:lnTo>
                    <a:pt x="97472" y="230377"/>
                  </a:lnTo>
                  <a:lnTo>
                    <a:pt x="101612" y="235457"/>
                  </a:lnTo>
                  <a:lnTo>
                    <a:pt x="105257" y="245617"/>
                  </a:lnTo>
                  <a:lnTo>
                    <a:pt x="105397" y="250697"/>
                  </a:lnTo>
                  <a:lnTo>
                    <a:pt x="103035" y="259587"/>
                  </a:lnTo>
                  <a:lnTo>
                    <a:pt x="100380" y="263397"/>
                  </a:lnTo>
                  <a:lnTo>
                    <a:pt x="92125" y="269747"/>
                  </a:lnTo>
                  <a:lnTo>
                    <a:pt x="85902" y="273557"/>
                  </a:lnTo>
                  <a:lnTo>
                    <a:pt x="38404" y="288797"/>
                  </a:lnTo>
                  <a:lnTo>
                    <a:pt x="109486" y="288797"/>
                  </a:lnTo>
                  <a:lnTo>
                    <a:pt x="106235" y="287527"/>
                  </a:lnTo>
                  <a:lnTo>
                    <a:pt x="101803" y="286257"/>
                  </a:lnTo>
                  <a:lnTo>
                    <a:pt x="96215" y="284987"/>
                  </a:lnTo>
                  <a:lnTo>
                    <a:pt x="104875" y="281177"/>
                  </a:lnTo>
                  <a:lnTo>
                    <a:pt x="124672" y="249427"/>
                  </a:lnTo>
                  <a:lnTo>
                    <a:pt x="124303" y="243077"/>
                  </a:lnTo>
                  <a:lnTo>
                    <a:pt x="122554" y="235457"/>
                  </a:lnTo>
                  <a:lnTo>
                    <a:pt x="120040" y="227837"/>
                  </a:lnTo>
                  <a:lnTo>
                    <a:pt x="118358" y="225297"/>
                  </a:lnTo>
                  <a:close/>
                </a:path>
                <a:path w="836294" h="371475">
                  <a:moveTo>
                    <a:pt x="344326" y="187197"/>
                  </a:moveTo>
                  <a:lnTo>
                    <a:pt x="308025" y="187197"/>
                  </a:lnTo>
                  <a:lnTo>
                    <a:pt x="313156" y="188467"/>
                  </a:lnTo>
                  <a:lnTo>
                    <a:pt x="321157" y="193547"/>
                  </a:lnTo>
                  <a:lnTo>
                    <a:pt x="324408" y="198627"/>
                  </a:lnTo>
                  <a:lnTo>
                    <a:pt x="348437" y="271017"/>
                  </a:lnTo>
                  <a:lnTo>
                    <a:pt x="365340" y="265937"/>
                  </a:lnTo>
                  <a:lnTo>
                    <a:pt x="346087" y="207517"/>
                  </a:lnTo>
                  <a:lnTo>
                    <a:pt x="344142" y="201167"/>
                  </a:lnTo>
                  <a:lnTo>
                    <a:pt x="343412" y="193547"/>
                  </a:lnTo>
                  <a:lnTo>
                    <a:pt x="343899" y="188467"/>
                  </a:lnTo>
                  <a:lnTo>
                    <a:pt x="344326" y="187197"/>
                  </a:lnTo>
                  <a:close/>
                </a:path>
                <a:path w="836294" h="371475">
                  <a:moveTo>
                    <a:pt x="239064" y="224027"/>
                  </a:moveTo>
                  <a:lnTo>
                    <a:pt x="206495" y="224027"/>
                  </a:lnTo>
                  <a:lnTo>
                    <a:pt x="212448" y="225297"/>
                  </a:lnTo>
                  <a:lnTo>
                    <a:pt x="218211" y="227837"/>
                  </a:lnTo>
                  <a:lnTo>
                    <a:pt x="223100" y="230377"/>
                  </a:lnTo>
                  <a:lnTo>
                    <a:pt x="227329" y="236727"/>
                  </a:lnTo>
                  <a:lnTo>
                    <a:pt x="230860" y="244347"/>
                  </a:lnTo>
                  <a:lnTo>
                    <a:pt x="175171" y="263397"/>
                  </a:lnTo>
                  <a:lnTo>
                    <a:pt x="219759" y="263397"/>
                  </a:lnTo>
                  <a:lnTo>
                    <a:pt x="253237" y="251967"/>
                  </a:lnTo>
                  <a:lnTo>
                    <a:pt x="252628" y="250697"/>
                  </a:lnTo>
                  <a:lnTo>
                    <a:pt x="251828" y="248157"/>
                  </a:lnTo>
                  <a:lnTo>
                    <a:pt x="247161" y="236727"/>
                  </a:lnTo>
                  <a:lnTo>
                    <a:pt x="241369" y="226567"/>
                  </a:lnTo>
                  <a:lnTo>
                    <a:pt x="239064" y="224027"/>
                  </a:lnTo>
                  <a:close/>
                </a:path>
                <a:path w="836294" h="371475">
                  <a:moveTo>
                    <a:pt x="398431" y="169417"/>
                  </a:moveTo>
                  <a:lnTo>
                    <a:pt x="371792" y="169417"/>
                  </a:lnTo>
                  <a:lnTo>
                    <a:pt x="375272" y="170687"/>
                  </a:lnTo>
                  <a:lnTo>
                    <a:pt x="378066" y="171957"/>
                  </a:lnTo>
                  <a:lnTo>
                    <a:pt x="382231" y="177037"/>
                  </a:lnTo>
                  <a:lnTo>
                    <a:pt x="384390" y="182117"/>
                  </a:lnTo>
                  <a:lnTo>
                    <a:pt x="407517" y="251967"/>
                  </a:lnTo>
                  <a:lnTo>
                    <a:pt x="424319" y="246887"/>
                  </a:lnTo>
                  <a:lnTo>
                    <a:pt x="401586" y="178307"/>
                  </a:lnTo>
                  <a:lnTo>
                    <a:pt x="398431" y="169417"/>
                  </a:lnTo>
                  <a:close/>
                </a:path>
                <a:path w="836294" h="371475">
                  <a:moveTo>
                    <a:pt x="433577" y="132587"/>
                  </a:moveTo>
                  <a:lnTo>
                    <a:pt x="416674" y="137667"/>
                  </a:lnTo>
                  <a:lnTo>
                    <a:pt x="449795" y="237997"/>
                  </a:lnTo>
                  <a:lnTo>
                    <a:pt x="466712" y="231647"/>
                  </a:lnTo>
                  <a:lnTo>
                    <a:pt x="433577" y="132587"/>
                  </a:lnTo>
                  <a:close/>
                </a:path>
                <a:path w="836294" h="371475">
                  <a:moveTo>
                    <a:pt x="475183" y="118617"/>
                  </a:moveTo>
                  <a:lnTo>
                    <a:pt x="459968" y="123697"/>
                  </a:lnTo>
                  <a:lnTo>
                    <a:pt x="493090" y="224027"/>
                  </a:lnTo>
                  <a:lnTo>
                    <a:pt x="510006" y="217677"/>
                  </a:lnTo>
                  <a:lnTo>
                    <a:pt x="491909" y="163067"/>
                  </a:lnTo>
                  <a:lnTo>
                    <a:pt x="489473" y="154177"/>
                  </a:lnTo>
                  <a:lnTo>
                    <a:pt x="488527" y="146557"/>
                  </a:lnTo>
                  <a:lnTo>
                    <a:pt x="489073" y="140207"/>
                  </a:lnTo>
                  <a:lnTo>
                    <a:pt x="491108" y="135127"/>
                  </a:lnTo>
                  <a:lnTo>
                    <a:pt x="492592" y="132587"/>
                  </a:lnTo>
                  <a:lnTo>
                    <a:pt x="479894" y="132587"/>
                  </a:lnTo>
                  <a:lnTo>
                    <a:pt x="475183" y="118617"/>
                  </a:lnTo>
                  <a:close/>
                </a:path>
                <a:path w="836294" h="371475">
                  <a:moveTo>
                    <a:pt x="547937" y="119887"/>
                  </a:moveTo>
                  <a:lnTo>
                    <a:pt x="516255" y="119887"/>
                  </a:lnTo>
                  <a:lnTo>
                    <a:pt x="524306" y="121157"/>
                  </a:lnTo>
                  <a:lnTo>
                    <a:pt x="527545" y="123697"/>
                  </a:lnTo>
                  <a:lnTo>
                    <a:pt x="532434" y="130047"/>
                  </a:lnTo>
                  <a:lnTo>
                    <a:pt x="534809" y="135127"/>
                  </a:lnTo>
                  <a:lnTo>
                    <a:pt x="557250" y="202437"/>
                  </a:lnTo>
                  <a:lnTo>
                    <a:pt x="574154" y="196087"/>
                  </a:lnTo>
                  <a:lnTo>
                    <a:pt x="551180" y="127507"/>
                  </a:lnTo>
                  <a:lnTo>
                    <a:pt x="549046" y="122427"/>
                  </a:lnTo>
                  <a:lnTo>
                    <a:pt x="547937" y="119887"/>
                  </a:lnTo>
                  <a:close/>
                </a:path>
                <a:path w="836294" h="371475">
                  <a:moveTo>
                    <a:pt x="314604" y="170687"/>
                  </a:moveTo>
                  <a:lnTo>
                    <a:pt x="308038" y="171957"/>
                  </a:lnTo>
                  <a:lnTo>
                    <a:pt x="300647" y="174497"/>
                  </a:lnTo>
                  <a:lnTo>
                    <a:pt x="294017" y="175767"/>
                  </a:lnTo>
                  <a:lnTo>
                    <a:pt x="288594" y="179577"/>
                  </a:lnTo>
                  <a:lnTo>
                    <a:pt x="280174" y="189737"/>
                  </a:lnTo>
                  <a:lnTo>
                    <a:pt x="277317" y="194817"/>
                  </a:lnTo>
                  <a:lnTo>
                    <a:pt x="275805" y="199897"/>
                  </a:lnTo>
                  <a:lnTo>
                    <a:pt x="288738" y="199897"/>
                  </a:lnTo>
                  <a:lnTo>
                    <a:pt x="293014" y="194817"/>
                  </a:lnTo>
                  <a:lnTo>
                    <a:pt x="297002" y="191007"/>
                  </a:lnTo>
                  <a:lnTo>
                    <a:pt x="301764" y="189737"/>
                  </a:lnTo>
                  <a:lnTo>
                    <a:pt x="308025" y="187197"/>
                  </a:lnTo>
                  <a:lnTo>
                    <a:pt x="344326" y="187197"/>
                  </a:lnTo>
                  <a:lnTo>
                    <a:pt x="345605" y="183387"/>
                  </a:lnTo>
                  <a:lnTo>
                    <a:pt x="346219" y="182117"/>
                  </a:lnTo>
                  <a:lnTo>
                    <a:pt x="334632" y="182117"/>
                  </a:lnTo>
                  <a:lnTo>
                    <a:pt x="330860" y="177037"/>
                  </a:lnTo>
                  <a:lnTo>
                    <a:pt x="326097" y="174497"/>
                  </a:lnTo>
                  <a:lnTo>
                    <a:pt x="314604" y="170687"/>
                  </a:lnTo>
                  <a:close/>
                </a:path>
                <a:path w="836294" h="371475">
                  <a:moveTo>
                    <a:pt x="373448" y="151637"/>
                  </a:moveTo>
                  <a:lnTo>
                    <a:pt x="366801" y="152907"/>
                  </a:lnTo>
                  <a:lnTo>
                    <a:pt x="359638" y="154177"/>
                  </a:lnTo>
                  <a:lnTo>
                    <a:pt x="350961" y="157987"/>
                  </a:lnTo>
                  <a:lnTo>
                    <a:pt x="343901" y="164337"/>
                  </a:lnTo>
                  <a:lnTo>
                    <a:pt x="338459" y="171957"/>
                  </a:lnTo>
                  <a:lnTo>
                    <a:pt x="334632" y="182117"/>
                  </a:lnTo>
                  <a:lnTo>
                    <a:pt x="346219" y="182117"/>
                  </a:lnTo>
                  <a:lnTo>
                    <a:pt x="348678" y="177037"/>
                  </a:lnTo>
                  <a:lnTo>
                    <a:pt x="353733" y="173227"/>
                  </a:lnTo>
                  <a:lnTo>
                    <a:pt x="360743" y="170687"/>
                  </a:lnTo>
                  <a:lnTo>
                    <a:pt x="364629" y="169417"/>
                  </a:lnTo>
                  <a:lnTo>
                    <a:pt x="398431" y="169417"/>
                  </a:lnTo>
                  <a:lnTo>
                    <a:pt x="394646" y="163067"/>
                  </a:lnTo>
                  <a:lnTo>
                    <a:pt x="390231" y="157987"/>
                  </a:lnTo>
                  <a:lnTo>
                    <a:pt x="385191" y="155447"/>
                  </a:lnTo>
                  <a:lnTo>
                    <a:pt x="379578" y="152907"/>
                  </a:lnTo>
                  <a:lnTo>
                    <a:pt x="373448" y="151637"/>
                  </a:lnTo>
                  <a:close/>
                </a:path>
                <a:path w="836294" h="371475">
                  <a:moveTo>
                    <a:pt x="614095" y="71627"/>
                  </a:moveTo>
                  <a:lnTo>
                    <a:pt x="608317" y="71627"/>
                  </a:lnTo>
                  <a:lnTo>
                    <a:pt x="602310" y="74167"/>
                  </a:lnTo>
                  <a:lnTo>
                    <a:pt x="594105" y="76707"/>
                  </a:lnTo>
                  <a:lnTo>
                    <a:pt x="573455" y="110997"/>
                  </a:lnTo>
                  <a:lnTo>
                    <a:pt x="573357" y="118617"/>
                  </a:lnTo>
                  <a:lnTo>
                    <a:pt x="573997" y="124967"/>
                  </a:lnTo>
                  <a:lnTo>
                    <a:pt x="591972" y="165607"/>
                  </a:lnTo>
                  <a:lnTo>
                    <a:pt x="621703" y="180847"/>
                  </a:lnTo>
                  <a:lnTo>
                    <a:pt x="629742" y="180847"/>
                  </a:lnTo>
                  <a:lnTo>
                    <a:pt x="637692" y="178307"/>
                  </a:lnTo>
                  <a:lnTo>
                    <a:pt x="646028" y="174497"/>
                  </a:lnTo>
                  <a:lnTo>
                    <a:pt x="652635" y="168147"/>
                  </a:lnTo>
                  <a:lnTo>
                    <a:pt x="654585" y="165607"/>
                  </a:lnTo>
                  <a:lnTo>
                    <a:pt x="627341" y="165607"/>
                  </a:lnTo>
                  <a:lnTo>
                    <a:pt x="619937" y="164337"/>
                  </a:lnTo>
                  <a:lnTo>
                    <a:pt x="594855" y="133857"/>
                  </a:lnTo>
                  <a:lnTo>
                    <a:pt x="591046" y="116077"/>
                  </a:lnTo>
                  <a:lnTo>
                    <a:pt x="591217" y="109727"/>
                  </a:lnTo>
                  <a:lnTo>
                    <a:pt x="592772" y="103377"/>
                  </a:lnTo>
                  <a:lnTo>
                    <a:pt x="595782" y="94487"/>
                  </a:lnTo>
                  <a:lnTo>
                    <a:pt x="601040" y="89407"/>
                  </a:lnTo>
                  <a:lnTo>
                    <a:pt x="616254" y="84327"/>
                  </a:lnTo>
                  <a:lnTo>
                    <a:pt x="654923" y="84327"/>
                  </a:lnTo>
                  <a:lnTo>
                    <a:pt x="652825" y="77977"/>
                  </a:lnTo>
                  <a:lnTo>
                    <a:pt x="634377" y="77977"/>
                  </a:lnTo>
                  <a:lnTo>
                    <a:pt x="630085" y="75437"/>
                  </a:lnTo>
                  <a:lnTo>
                    <a:pt x="625170" y="72897"/>
                  </a:lnTo>
                  <a:lnTo>
                    <a:pt x="619633" y="72897"/>
                  </a:lnTo>
                  <a:lnTo>
                    <a:pt x="614095" y="71627"/>
                  </a:lnTo>
                  <a:close/>
                </a:path>
                <a:path w="836294" h="371475">
                  <a:moveTo>
                    <a:pt x="677999" y="154177"/>
                  </a:moveTo>
                  <a:lnTo>
                    <a:pt x="660654" y="154177"/>
                  </a:lnTo>
                  <a:lnTo>
                    <a:pt x="664832" y="166877"/>
                  </a:lnTo>
                  <a:lnTo>
                    <a:pt x="680516" y="161797"/>
                  </a:lnTo>
                  <a:lnTo>
                    <a:pt x="677999" y="154177"/>
                  </a:lnTo>
                  <a:close/>
                </a:path>
                <a:path w="836294" h="371475">
                  <a:moveTo>
                    <a:pt x="654923" y="84327"/>
                  </a:moveTo>
                  <a:lnTo>
                    <a:pt x="616254" y="84327"/>
                  </a:lnTo>
                  <a:lnTo>
                    <a:pt x="623798" y="85597"/>
                  </a:lnTo>
                  <a:lnTo>
                    <a:pt x="631177" y="90677"/>
                  </a:lnTo>
                  <a:lnTo>
                    <a:pt x="651456" y="126237"/>
                  </a:lnTo>
                  <a:lnTo>
                    <a:pt x="652499" y="135127"/>
                  </a:lnTo>
                  <a:lnTo>
                    <a:pt x="652176" y="141477"/>
                  </a:lnTo>
                  <a:lnTo>
                    <a:pt x="650494" y="147827"/>
                  </a:lnTo>
                  <a:lnTo>
                    <a:pt x="647331" y="155447"/>
                  </a:lnTo>
                  <a:lnTo>
                    <a:pt x="642061" y="160527"/>
                  </a:lnTo>
                  <a:lnTo>
                    <a:pt x="627341" y="165607"/>
                  </a:lnTo>
                  <a:lnTo>
                    <a:pt x="654585" y="165607"/>
                  </a:lnTo>
                  <a:lnTo>
                    <a:pt x="657510" y="161797"/>
                  </a:lnTo>
                  <a:lnTo>
                    <a:pt x="660654" y="154177"/>
                  </a:lnTo>
                  <a:lnTo>
                    <a:pt x="677999" y="154177"/>
                  </a:lnTo>
                  <a:lnTo>
                    <a:pt x="654923" y="84327"/>
                  </a:lnTo>
                  <a:close/>
                </a:path>
                <a:path w="836294" h="371475">
                  <a:moveTo>
                    <a:pt x="518071" y="103377"/>
                  </a:moveTo>
                  <a:lnTo>
                    <a:pt x="512191" y="103377"/>
                  </a:lnTo>
                  <a:lnTo>
                    <a:pt x="506171" y="105917"/>
                  </a:lnTo>
                  <a:lnTo>
                    <a:pt x="496748" y="109727"/>
                  </a:lnTo>
                  <a:lnTo>
                    <a:pt x="489227" y="116077"/>
                  </a:lnTo>
                  <a:lnTo>
                    <a:pt x="483609" y="123697"/>
                  </a:lnTo>
                  <a:lnTo>
                    <a:pt x="479894" y="132587"/>
                  </a:lnTo>
                  <a:lnTo>
                    <a:pt x="492592" y="132587"/>
                  </a:lnTo>
                  <a:lnTo>
                    <a:pt x="494817" y="128777"/>
                  </a:lnTo>
                  <a:lnTo>
                    <a:pt x="500278" y="123697"/>
                  </a:lnTo>
                  <a:lnTo>
                    <a:pt x="511987" y="119887"/>
                  </a:lnTo>
                  <a:lnTo>
                    <a:pt x="547937" y="119887"/>
                  </a:lnTo>
                  <a:lnTo>
                    <a:pt x="547382" y="118617"/>
                  </a:lnTo>
                  <a:lnTo>
                    <a:pt x="544779" y="114807"/>
                  </a:lnTo>
                  <a:lnTo>
                    <a:pt x="541642" y="110997"/>
                  </a:lnTo>
                  <a:lnTo>
                    <a:pt x="534301" y="105917"/>
                  </a:lnTo>
                  <a:lnTo>
                    <a:pt x="529590" y="104647"/>
                  </a:lnTo>
                  <a:lnTo>
                    <a:pt x="518071" y="103377"/>
                  </a:lnTo>
                  <a:close/>
                </a:path>
                <a:path w="836294" h="371475">
                  <a:moveTo>
                    <a:pt x="420966" y="94487"/>
                  </a:moveTo>
                  <a:lnTo>
                    <a:pt x="404063" y="99567"/>
                  </a:lnTo>
                  <a:lnTo>
                    <a:pt x="410527" y="119887"/>
                  </a:lnTo>
                  <a:lnTo>
                    <a:pt x="427431" y="113537"/>
                  </a:lnTo>
                  <a:lnTo>
                    <a:pt x="420966" y="94487"/>
                  </a:lnTo>
                  <a:close/>
                </a:path>
                <a:path w="836294" h="371475">
                  <a:moveTo>
                    <a:pt x="634784" y="23367"/>
                  </a:moveTo>
                  <a:lnTo>
                    <a:pt x="617969" y="28447"/>
                  </a:lnTo>
                  <a:lnTo>
                    <a:pt x="634377" y="77977"/>
                  </a:lnTo>
                  <a:lnTo>
                    <a:pt x="652825" y="77977"/>
                  </a:lnTo>
                  <a:lnTo>
                    <a:pt x="634784" y="23367"/>
                  </a:lnTo>
                  <a:close/>
                </a:path>
                <a:path w="836294" h="371475">
                  <a:moveTo>
                    <a:pt x="733521" y="33416"/>
                  </a:moveTo>
                  <a:lnTo>
                    <a:pt x="696637" y="45767"/>
                  </a:lnTo>
                  <a:lnTo>
                    <a:pt x="681045" y="81089"/>
                  </a:lnTo>
                  <a:lnTo>
                    <a:pt x="682092" y="92376"/>
                  </a:lnTo>
                  <a:lnTo>
                    <a:pt x="702530" y="132524"/>
                  </a:lnTo>
                  <a:lnTo>
                    <a:pt x="729049" y="143097"/>
                  </a:lnTo>
                  <a:lnTo>
                    <a:pt x="739131" y="142549"/>
                  </a:lnTo>
                  <a:lnTo>
                    <a:pt x="749782" y="139953"/>
                  </a:lnTo>
                  <a:lnTo>
                    <a:pt x="757907" y="136691"/>
                  </a:lnTo>
                  <a:lnTo>
                    <a:pt x="764908" y="132619"/>
                  </a:lnTo>
                  <a:lnTo>
                    <a:pt x="769533" y="128777"/>
                  </a:lnTo>
                  <a:lnTo>
                    <a:pt x="736930" y="128777"/>
                  </a:lnTo>
                  <a:lnTo>
                    <a:pt x="729018" y="128269"/>
                  </a:lnTo>
                  <a:lnTo>
                    <a:pt x="703846" y="102234"/>
                  </a:lnTo>
                  <a:lnTo>
                    <a:pt x="746577" y="88010"/>
                  </a:lnTo>
                  <a:lnTo>
                    <a:pt x="700176" y="88010"/>
                  </a:lnTo>
                  <a:lnTo>
                    <a:pt x="697839" y="79120"/>
                  </a:lnTo>
                  <a:lnTo>
                    <a:pt x="698461" y="71119"/>
                  </a:lnTo>
                  <a:lnTo>
                    <a:pt x="702030" y="64134"/>
                  </a:lnTo>
                  <a:lnTo>
                    <a:pt x="763073" y="48450"/>
                  </a:lnTo>
                  <a:lnTo>
                    <a:pt x="759465" y="44501"/>
                  </a:lnTo>
                  <a:lnTo>
                    <a:pt x="751420" y="38861"/>
                  </a:lnTo>
                  <a:lnTo>
                    <a:pt x="742645" y="35121"/>
                  </a:lnTo>
                  <a:lnTo>
                    <a:pt x="733521" y="33416"/>
                  </a:lnTo>
                  <a:close/>
                </a:path>
                <a:path w="836294" h="371475">
                  <a:moveTo>
                    <a:pt x="782904" y="93217"/>
                  </a:moveTo>
                  <a:lnTo>
                    <a:pt x="764755" y="96900"/>
                  </a:lnTo>
                  <a:lnTo>
                    <a:pt x="764565" y="104901"/>
                  </a:lnTo>
                  <a:lnTo>
                    <a:pt x="762812" y="111251"/>
                  </a:lnTo>
                  <a:lnTo>
                    <a:pt x="756208" y="120649"/>
                  </a:lnTo>
                  <a:lnTo>
                    <a:pt x="751458" y="123951"/>
                  </a:lnTo>
                  <a:lnTo>
                    <a:pt x="745261" y="126110"/>
                  </a:lnTo>
                  <a:lnTo>
                    <a:pt x="736930" y="128777"/>
                  </a:lnTo>
                  <a:lnTo>
                    <a:pt x="769533" y="128777"/>
                  </a:lnTo>
                  <a:lnTo>
                    <a:pt x="782806" y="101294"/>
                  </a:lnTo>
                  <a:lnTo>
                    <a:pt x="782904" y="93217"/>
                  </a:lnTo>
                  <a:close/>
                </a:path>
                <a:path w="836294" h="371475">
                  <a:moveTo>
                    <a:pt x="796112" y="11429"/>
                  </a:moveTo>
                  <a:lnTo>
                    <a:pt x="780872" y="16382"/>
                  </a:lnTo>
                  <a:lnTo>
                    <a:pt x="814019" y="116204"/>
                  </a:lnTo>
                  <a:lnTo>
                    <a:pt x="830910" y="110489"/>
                  </a:lnTo>
                  <a:lnTo>
                    <a:pt x="813511" y="58292"/>
                  </a:lnTo>
                  <a:lnTo>
                    <a:pt x="811225" y="51180"/>
                  </a:lnTo>
                  <a:lnTo>
                    <a:pt x="809988" y="44501"/>
                  </a:lnTo>
                  <a:lnTo>
                    <a:pt x="809701" y="33273"/>
                  </a:lnTo>
                  <a:lnTo>
                    <a:pt x="810844" y="29590"/>
                  </a:lnTo>
                  <a:lnTo>
                    <a:pt x="812837" y="26542"/>
                  </a:lnTo>
                  <a:lnTo>
                    <a:pt x="801065" y="26542"/>
                  </a:lnTo>
                  <a:lnTo>
                    <a:pt x="796112" y="11429"/>
                  </a:lnTo>
                  <a:close/>
                </a:path>
                <a:path w="836294" h="371475">
                  <a:moveTo>
                    <a:pt x="763073" y="48450"/>
                  </a:moveTo>
                  <a:lnTo>
                    <a:pt x="731500" y="48450"/>
                  </a:lnTo>
                  <a:lnTo>
                    <a:pt x="737454" y="49875"/>
                  </a:lnTo>
                  <a:lnTo>
                    <a:pt x="743258" y="52730"/>
                  </a:lnTo>
                  <a:lnTo>
                    <a:pt x="748118" y="55752"/>
                  </a:lnTo>
                  <a:lnTo>
                    <a:pt x="752335" y="61340"/>
                  </a:lnTo>
                  <a:lnTo>
                    <a:pt x="755865" y="69468"/>
                  </a:lnTo>
                  <a:lnTo>
                    <a:pt x="700176" y="88010"/>
                  </a:lnTo>
                  <a:lnTo>
                    <a:pt x="746577" y="88010"/>
                  </a:lnTo>
                  <a:lnTo>
                    <a:pt x="778243" y="77469"/>
                  </a:lnTo>
                  <a:lnTo>
                    <a:pt x="777633" y="75437"/>
                  </a:lnTo>
                  <a:lnTo>
                    <a:pt x="776833" y="72897"/>
                  </a:lnTo>
                  <a:lnTo>
                    <a:pt x="772168" y="61543"/>
                  </a:lnTo>
                  <a:lnTo>
                    <a:pt x="766379" y="52069"/>
                  </a:lnTo>
                  <a:lnTo>
                    <a:pt x="763073" y="48450"/>
                  </a:lnTo>
                  <a:close/>
                </a:path>
                <a:path w="836294" h="371475">
                  <a:moveTo>
                    <a:pt x="829005" y="0"/>
                  </a:moveTo>
                  <a:lnTo>
                    <a:pt x="822655" y="0"/>
                  </a:lnTo>
                  <a:lnTo>
                    <a:pt x="816940" y="1904"/>
                  </a:lnTo>
                  <a:lnTo>
                    <a:pt x="801065" y="26542"/>
                  </a:lnTo>
                  <a:lnTo>
                    <a:pt x="812837" y="26542"/>
                  </a:lnTo>
                  <a:lnTo>
                    <a:pt x="815289" y="23113"/>
                  </a:lnTo>
                  <a:lnTo>
                    <a:pt x="818210" y="20954"/>
                  </a:lnTo>
                  <a:lnTo>
                    <a:pt x="825957" y="18287"/>
                  </a:lnTo>
                  <a:lnTo>
                    <a:pt x="830529" y="18160"/>
                  </a:lnTo>
                  <a:lnTo>
                    <a:pt x="835519" y="18160"/>
                  </a:lnTo>
                  <a:lnTo>
                    <a:pt x="836117" y="1650"/>
                  </a:lnTo>
                  <a:lnTo>
                    <a:pt x="829005" y="0"/>
                  </a:lnTo>
                  <a:close/>
                </a:path>
                <a:path w="836294" h="371475">
                  <a:moveTo>
                    <a:pt x="835519" y="18160"/>
                  </a:moveTo>
                  <a:lnTo>
                    <a:pt x="830529" y="18160"/>
                  </a:lnTo>
                  <a:lnTo>
                    <a:pt x="835482" y="19176"/>
                  </a:lnTo>
                  <a:lnTo>
                    <a:pt x="835519" y="181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" name="PlaceHolder 2"/>
          <p:cNvSpPr>
            <a:spLocks noGrp="1"/>
          </p:cNvSpPr>
          <p:nvPr>
            <p:ph type="sldNum" idx="21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860B74A0-E7B1-470A-A9B0-76D144AC61DF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98" name="object 3"/>
            <p:cNvPicPr/>
            <p:nvPr/>
          </p:nvPicPr>
          <p:blipFill>
            <a:blip r:embed="rId1"/>
            <a:stretch/>
          </p:blipFill>
          <p:spPr>
            <a:xfrm>
              <a:off x="2811600" y="131040"/>
              <a:ext cx="351396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9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8688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Uses</a:t>
            </a:r>
            <a:r>
              <a:rPr lang="en-US" sz="2800" b="1" u="none" spc="-3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of</a:t>
            </a:r>
            <a:r>
              <a:rPr lang="en-US" sz="28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Registers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01" name="object 6"/>
          <p:cNvGrpSpPr/>
          <p:nvPr/>
        </p:nvGrpSpPr>
        <p:grpSpPr>
          <a:xfrm>
            <a:off x="381600" y="1067400"/>
            <a:ext cx="8381880" cy="2438280"/>
            <a:chOff x="381600" y="1067400"/>
            <a:chExt cx="8381880" cy="2438280"/>
          </a:xfrm>
        </p:grpSpPr>
        <p:sp>
          <p:nvSpPr>
            <p:cNvPr id="202" name="object 7"/>
            <p:cNvSpPr/>
            <p:nvPr/>
          </p:nvSpPr>
          <p:spPr>
            <a:xfrm>
              <a:off x="3734640" y="1067400"/>
              <a:ext cx="5028840" cy="243792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2437920"/>
                <a:gd name="textAreaBottom" fmla="*/ 2438280 h 2437920"/>
              </a:gdLst>
              <a:ahLst/>
              <a:cxnLst/>
              <a:rect l="textAreaLeft" t="textAreaTop" r="textAreaRight" b="textAreaBottom"/>
              <a:pathLst>
                <a:path w="5029200" h="2438400">
                  <a:moveTo>
                    <a:pt x="5029199" y="0"/>
                  </a:moveTo>
                  <a:lnTo>
                    <a:pt x="0" y="0"/>
                  </a:lnTo>
                  <a:lnTo>
                    <a:pt x="0" y="2438400"/>
                  </a:lnTo>
                  <a:lnTo>
                    <a:pt x="5029199" y="2438400"/>
                  </a:lnTo>
                  <a:lnTo>
                    <a:pt x="5029199" y="0"/>
                  </a:lnTo>
                  <a:close/>
                </a:path>
              </a:pathLst>
            </a:custGeom>
            <a:solidFill>
              <a:srgbClr val="D4D4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object 8"/>
            <p:cNvSpPr/>
            <p:nvPr/>
          </p:nvSpPr>
          <p:spPr>
            <a:xfrm>
              <a:off x="3734640" y="1067400"/>
              <a:ext cx="5028840" cy="243792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2437920"/>
                <a:gd name="textAreaBottom" fmla="*/ 2438280 h 2437920"/>
              </a:gdLst>
              <a:ahLst/>
              <a:cxnLst/>
              <a:rect l="textAreaLeft" t="textAreaTop" r="textAreaRight" b="textAreaBottom"/>
              <a:pathLst>
                <a:path w="5029200" h="2438400">
                  <a:moveTo>
                    <a:pt x="0" y="2438400"/>
                  </a:moveTo>
                  <a:lnTo>
                    <a:pt x="5029199" y="2438400"/>
                  </a:lnTo>
                  <a:lnTo>
                    <a:pt x="5029199" y="0"/>
                  </a:lnTo>
                  <a:lnTo>
                    <a:pt x="0" y="0"/>
                  </a:lnTo>
                  <a:lnTo>
                    <a:pt x="0" y="2438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object 9"/>
            <p:cNvSpPr/>
            <p:nvPr/>
          </p:nvSpPr>
          <p:spPr>
            <a:xfrm>
              <a:off x="381600" y="1829520"/>
              <a:ext cx="3047760" cy="1676160"/>
            </a:xfrm>
            <a:custGeom>
              <a:avLst/>
              <a:gdLst>
                <a:gd name="textAreaLeft" fmla="*/ 0 w 3047760"/>
                <a:gd name="textAreaRight" fmla="*/ 3048120 w 3047760"/>
                <a:gd name="textAreaTop" fmla="*/ 0 h 1676160"/>
                <a:gd name="textAreaBottom" fmla="*/ 1676520 h 1676160"/>
              </a:gdLst>
              <a:ahLst/>
              <a:cxnLst/>
              <a:rect l="textAreaLeft" t="textAreaTop" r="textAreaRight" b="textAreaBottom"/>
              <a:pathLst>
                <a:path w="3048000" h="1676400">
                  <a:moveTo>
                    <a:pt x="3048000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3048000" y="167640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D4D4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object 10"/>
            <p:cNvSpPr/>
            <p:nvPr/>
          </p:nvSpPr>
          <p:spPr>
            <a:xfrm>
              <a:off x="381600" y="1829520"/>
              <a:ext cx="3047760" cy="1676160"/>
            </a:xfrm>
            <a:custGeom>
              <a:avLst/>
              <a:gdLst>
                <a:gd name="textAreaLeft" fmla="*/ 0 w 3047760"/>
                <a:gd name="textAreaRight" fmla="*/ 3048120 w 3047760"/>
                <a:gd name="textAreaTop" fmla="*/ 0 h 1676160"/>
                <a:gd name="textAreaBottom" fmla="*/ 1676520 h 1676160"/>
              </a:gdLst>
              <a:ahLst/>
              <a:cxnLst/>
              <a:rect l="textAreaLeft" t="textAreaTop" r="textAreaRight" b="textAreaBottom"/>
              <a:pathLst>
                <a:path w="3048000" h="1676400">
                  <a:moveTo>
                    <a:pt x="0" y="1676400"/>
                  </a:moveTo>
                  <a:lnTo>
                    <a:pt x="3048000" y="16764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object 11"/>
            <p:cNvSpPr/>
            <p:nvPr/>
          </p:nvSpPr>
          <p:spPr>
            <a:xfrm>
              <a:off x="534240" y="2743920"/>
              <a:ext cx="609120" cy="3045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609600" h="304800">
                  <a:moveTo>
                    <a:pt x="609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09600" y="3048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object 12"/>
            <p:cNvSpPr/>
            <p:nvPr/>
          </p:nvSpPr>
          <p:spPr>
            <a:xfrm>
              <a:off x="534240" y="2743920"/>
              <a:ext cx="609120" cy="3045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609600" h="304800">
                  <a:moveTo>
                    <a:pt x="0" y="304800"/>
                  </a:moveTo>
                  <a:lnTo>
                    <a:pt x="609600" y="3048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8" name="object 13"/>
          <p:cNvSpPr/>
          <p:nvPr/>
        </p:nvSpPr>
        <p:spPr>
          <a:xfrm>
            <a:off x="648000" y="2723400"/>
            <a:ext cx="37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9" name="object 14"/>
          <p:cNvGrpSpPr/>
          <p:nvPr/>
        </p:nvGrpSpPr>
        <p:grpSpPr>
          <a:xfrm>
            <a:off x="1600920" y="2439000"/>
            <a:ext cx="1218960" cy="914040"/>
            <a:chOff x="1600920" y="2439000"/>
            <a:chExt cx="1218960" cy="914040"/>
          </a:xfrm>
        </p:grpSpPr>
        <p:sp>
          <p:nvSpPr>
            <p:cNvPr id="210" name="object 15"/>
            <p:cNvSpPr/>
            <p:nvPr/>
          </p:nvSpPr>
          <p:spPr>
            <a:xfrm>
              <a:off x="16009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1219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219200" y="9144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object 16"/>
            <p:cNvSpPr/>
            <p:nvPr/>
          </p:nvSpPr>
          <p:spPr>
            <a:xfrm>
              <a:off x="16009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0" y="914400"/>
                  </a:moveTo>
                  <a:lnTo>
                    <a:pt x="1219200" y="914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2" name="object 17"/>
          <p:cNvSpPr/>
          <p:nvPr/>
        </p:nvSpPr>
        <p:spPr>
          <a:xfrm>
            <a:off x="1955520" y="2571120"/>
            <a:ext cx="506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object 18"/>
          <p:cNvSpPr/>
          <p:nvPr/>
        </p:nvSpPr>
        <p:spPr>
          <a:xfrm>
            <a:off x="1737720" y="2876040"/>
            <a:ext cx="944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4" name="object 19"/>
          <p:cNvGrpSpPr/>
          <p:nvPr/>
        </p:nvGrpSpPr>
        <p:grpSpPr>
          <a:xfrm>
            <a:off x="4344120" y="2439000"/>
            <a:ext cx="1218960" cy="914040"/>
            <a:chOff x="4344120" y="2439000"/>
            <a:chExt cx="1218960" cy="914040"/>
          </a:xfrm>
        </p:grpSpPr>
        <p:sp>
          <p:nvSpPr>
            <p:cNvPr id="215" name="object 20"/>
            <p:cNvSpPr/>
            <p:nvPr/>
          </p:nvSpPr>
          <p:spPr>
            <a:xfrm>
              <a:off x="43441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1219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219200" y="9144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object 21"/>
            <p:cNvSpPr/>
            <p:nvPr/>
          </p:nvSpPr>
          <p:spPr>
            <a:xfrm>
              <a:off x="43441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0" y="914400"/>
                  </a:moveTo>
                  <a:lnTo>
                    <a:pt x="1219200" y="914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" name="object 22"/>
          <p:cNvSpPr/>
          <p:nvPr/>
        </p:nvSpPr>
        <p:spPr>
          <a:xfrm>
            <a:off x="4466160" y="2571120"/>
            <a:ext cx="97452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82600" indent="-27036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8" name="object 23"/>
          <p:cNvGrpSpPr/>
          <p:nvPr/>
        </p:nvGrpSpPr>
        <p:grpSpPr>
          <a:xfrm>
            <a:off x="7087320" y="2439000"/>
            <a:ext cx="1218960" cy="914040"/>
            <a:chOff x="7087320" y="2439000"/>
            <a:chExt cx="1218960" cy="914040"/>
          </a:xfrm>
        </p:grpSpPr>
        <p:sp>
          <p:nvSpPr>
            <p:cNvPr id="219" name="object 24"/>
            <p:cNvSpPr/>
            <p:nvPr/>
          </p:nvSpPr>
          <p:spPr>
            <a:xfrm>
              <a:off x="70873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1219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219200" y="9144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object 25"/>
            <p:cNvSpPr/>
            <p:nvPr/>
          </p:nvSpPr>
          <p:spPr>
            <a:xfrm>
              <a:off x="7087320" y="2439000"/>
              <a:ext cx="1218960" cy="91404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19200" h="914400">
                  <a:moveTo>
                    <a:pt x="0" y="914400"/>
                  </a:moveTo>
                  <a:lnTo>
                    <a:pt x="1219200" y="9144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object 26"/>
          <p:cNvSpPr/>
          <p:nvPr/>
        </p:nvSpPr>
        <p:spPr>
          <a:xfrm>
            <a:off x="7225200" y="2571120"/>
            <a:ext cx="94464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 indent="19044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2" name="object 27"/>
          <p:cNvGrpSpPr/>
          <p:nvPr/>
        </p:nvGrpSpPr>
        <p:grpSpPr>
          <a:xfrm>
            <a:off x="1143720" y="1372320"/>
            <a:ext cx="7481880" cy="2666880"/>
            <a:chOff x="1143720" y="1372320"/>
            <a:chExt cx="7481880" cy="2666880"/>
          </a:xfrm>
        </p:grpSpPr>
        <p:sp>
          <p:nvSpPr>
            <p:cNvPr id="223" name="object 28"/>
            <p:cNvSpPr/>
            <p:nvPr/>
          </p:nvSpPr>
          <p:spPr>
            <a:xfrm>
              <a:off x="6020640" y="2439000"/>
              <a:ext cx="609120" cy="9140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609600" h="914400">
                  <a:moveTo>
                    <a:pt x="0" y="0"/>
                  </a:moveTo>
                  <a:lnTo>
                    <a:pt x="0" y="304800"/>
                  </a:lnTo>
                  <a:lnTo>
                    <a:pt x="152400" y="457200"/>
                  </a:lnTo>
                  <a:lnTo>
                    <a:pt x="0" y="609600"/>
                  </a:lnTo>
                  <a:lnTo>
                    <a:pt x="0" y="914400"/>
                  </a:lnTo>
                  <a:lnTo>
                    <a:pt x="609599" y="609600"/>
                  </a:lnTo>
                  <a:lnTo>
                    <a:pt x="609599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object 29"/>
            <p:cNvSpPr/>
            <p:nvPr/>
          </p:nvSpPr>
          <p:spPr>
            <a:xfrm>
              <a:off x="6020640" y="2439000"/>
              <a:ext cx="609120" cy="9140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609600" h="914400">
                  <a:moveTo>
                    <a:pt x="0" y="0"/>
                  </a:moveTo>
                  <a:lnTo>
                    <a:pt x="609599" y="304800"/>
                  </a:lnTo>
                  <a:lnTo>
                    <a:pt x="609599" y="609600"/>
                  </a:lnTo>
                  <a:lnTo>
                    <a:pt x="0" y="914400"/>
                  </a:lnTo>
                  <a:lnTo>
                    <a:pt x="0" y="609600"/>
                  </a:lnTo>
                  <a:lnTo>
                    <a:pt x="152400" y="4572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object 30"/>
            <p:cNvSpPr/>
            <p:nvPr/>
          </p:nvSpPr>
          <p:spPr>
            <a:xfrm>
              <a:off x="6020640" y="1372320"/>
              <a:ext cx="609120" cy="6091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609600" h="609600">
                  <a:moveTo>
                    <a:pt x="0" y="0"/>
                  </a:moveTo>
                  <a:lnTo>
                    <a:pt x="0" y="203200"/>
                  </a:lnTo>
                  <a:lnTo>
                    <a:pt x="152400" y="304800"/>
                  </a:lnTo>
                  <a:lnTo>
                    <a:pt x="0" y="406400"/>
                  </a:lnTo>
                  <a:lnTo>
                    <a:pt x="0" y="609600"/>
                  </a:lnTo>
                  <a:lnTo>
                    <a:pt x="609599" y="406400"/>
                  </a:lnTo>
                  <a:lnTo>
                    <a:pt x="609599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object 31"/>
            <p:cNvSpPr/>
            <p:nvPr/>
          </p:nvSpPr>
          <p:spPr>
            <a:xfrm>
              <a:off x="6020640" y="1372320"/>
              <a:ext cx="609120" cy="6091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609600" h="609600">
                  <a:moveTo>
                    <a:pt x="0" y="0"/>
                  </a:moveTo>
                  <a:lnTo>
                    <a:pt x="609599" y="203200"/>
                  </a:lnTo>
                  <a:lnTo>
                    <a:pt x="609599" y="406400"/>
                  </a:lnTo>
                  <a:lnTo>
                    <a:pt x="0" y="609600"/>
                  </a:lnTo>
                  <a:lnTo>
                    <a:pt x="0" y="406400"/>
                  </a:lnTo>
                  <a:lnTo>
                    <a:pt x="152400" y="3048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object 32"/>
            <p:cNvSpPr/>
            <p:nvPr/>
          </p:nvSpPr>
          <p:spPr>
            <a:xfrm>
              <a:off x="1143720" y="2120040"/>
              <a:ext cx="7481880" cy="1123560"/>
            </a:xfrm>
            <a:custGeom>
              <a:avLst/>
              <a:gdLst>
                <a:gd name="textAreaLeft" fmla="*/ 0 w 7481880"/>
                <a:gd name="textAreaRight" fmla="*/ 7482240 w 7481880"/>
                <a:gd name="textAreaTop" fmla="*/ 0 h 1123560"/>
                <a:gd name="textAreaBottom" fmla="*/ 1123920 h 1123560"/>
              </a:gdLst>
              <a:ahLst/>
              <a:cxnLst/>
              <a:rect l="textAreaLeft" t="textAreaTop" r="textAreaRight" b="textAreaBottom"/>
              <a:pathLst>
                <a:path w="7482205" h="1123950">
                  <a:moveTo>
                    <a:pt x="457200" y="776351"/>
                  </a:moveTo>
                  <a:lnTo>
                    <a:pt x="371475" y="733552"/>
                  </a:lnTo>
                  <a:lnTo>
                    <a:pt x="371475" y="762127"/>
                  </a:lnTo>
                  <a:lnTo>
                    <a:pt x="0" y="762000"/>
                  </a:lnTo>
                  <a:lnTo>
                    <a:pt x="0" y="790575"/>
                  </a:lnTo>
                  <a:lnTo>
                    <a:pt x="371475" y="790702"/>
                  </a:lnTo>
                  <a:lnTo>
                    <a:pt x="371475" y="819150"/>
                  </a:lnTo>
                  <a:lnTo>
                    <a:pt x="428447" y="790702"/>
                  </a:lnTo>
                  <a:lnTo>
                    <a:pt x="457200" y="776351"/>
                  </a:lnTo>
                  <a:close/>
                </a:path>
                <a:path w="7482205" h="1123950">
                  <a:moveTo>
                    <a:pt x="2133600" y="776351"/>
                  </a:moveTo>
                  <a:lnTo>
                    <a:pt x="2047875" y="733552"/>
                  </a:lnTo>
                  <a:lnTo>
                    <a:pt x="2047875" y="762127"/>
                  </a:lnTo>
                  <a:lnTo>
                    <a:pt x="1676400" y="762000"/>
                  </a:lnTo>
                  <a:lnTo>
                    <a:pt x="1676400" y="790575"/>
                  </a:lnTo>
                  <a:lnTo>
                    <a:pt x="2047875" y="790702"/>
                  </a:lnTo>
                  <a:lnTo>
                    <a:pt x="2047875" y="819150"/>
                  </a:lnTo>
                  <a:lnTo>
                    <a:pt x="2104847" y="790702"/>
                  </a:lnTo>
                  <a:lnTo>
                    <a:pt x="2133600" y="776351"/>
                  </a:lnTo>
                  <a:close/>
                </a:path>
                <a:path w="7482205" h="1123950">
                  <a:moveTo>
                    <a:pt x="4876800" y="1081151"/>
                  </a:moveTo>
                  <a:lnTo>
                    <a:pt x="4848136" y="1066800"/>
                  </a:lnTo>
                  <a:lnTo>
                    <a:pt x="4791075" y="1038225"/>
                  </a:lnTo>
                  <a:lnTo>
                    <a:pt x="4791075" y="1066800"/>
                  </a:lnTo>
                  <a:lnTo>
                    <a:pt x="4419600" y="1066800"/>
                  </a:lnTo>
                  <a:lnTo>
                    <a:pt x="4419600" y="1095375"/>
                  </a:lnTo>
                  <a:lnTo>
                    <a:pt x="4791075" y="1095375"/>
                  </a:lnTo>
                  <a:lnTo>
                    <a:pt x="4791075" y="1123950"/>
                  </a:lnTo>
                  <a:lnTo>
                    <a:pt x="4848301" y="1095375"/>
                  </a:lnTo>
                  <a:lnTo>
                    <a:pt x="4876800" y="1081151"/>
                  </a:lnTo>
                  <a:close/>
                </a:path>
                <a:path w="7482205" h="1123950">
                  <a:moveTo>
                    <a:pt x="4876800" y="471551"/>
                  </a:moveTo>
                  <a:lnTo>
                    <a:pt x="4791075" y="428752"/>
                  </a:lnTo>
                  <a:lnTo>
                    <a:pt x="4791075" y="457327"/>
                  </a:lnTo>
                  <a:lnTo>
                    <a:pt x="4419600" y="457200"/>
                  </a:lnTo>
                  <a:lnTo>
                    <a:pt x="4419600" y="485775"/>
                  </a:lnTo>
                  <a:lnTo>
                    <a:pt x="4791075" y="485902"/>
                  </a:lnTo>
                  <a:lnTo>
                    <a:pt x="4791075" y="514350"/>
                  </a:lnTo>
                  <a:lnTo>
                    <a:pt x="4848047" y="485902"/>
                  </a:lnTo>
                  <a:lnTo>
                    <a:pt x="4876800" y="471551"/>
                  </a:lnTo>
                  <a:close/>
                </a:path>
                <a:path w="7482205" h="1123950">
                  <a:moveTo>
                    <a:pt x="5943600" y="776351"/>
                  </a:moveTo>
                  <a:lnTo>
                    <a:pt x="5857875" y="733552"/>
                  </a:lnTo>
                  <a:lnTo>
                    <a:pt x="5857875" y="762127"/>
                  </a:lnTo>
                  <a:lnTo>
                    <a:pt x="5653024" y="762063"/>
                  </a:lnTo>
                  <a:lnTo>
                    <a:pt x="5653024" y="180975"/>
                  </a:lnTo>
                  <a:lnTo>
                    <a:pt x="5653024" y="166751"/>
                  </a:lnTo>
                  <a:lnTo>
                    <a:pt x="5653024" y="158877"/>
                  </a:lnTo>
                  <a:lnTo>
                    <a:pt x="5646674" y="152400"/>
                  </a:lnTo>
                  <a:lnTo>
                    <a:pt x="2887726" y="152400"/>
                  </a:lnTo>
                  <a:lnTo>
                    <a:pt x="2881249" y="158877"/>
                  </a:lnTo>
                  <a:lnTo>
                    <a:pt x="2881249" y="540385"/>
                  </a:lnTo>
                  <a:lnTo>
                    <a:pt x="2887726" y="546735"/>
                  </a:lnTo>
                  <a:lnTo>
                    <a:pt x="3114675" y="546735"/>
                  </a:lnTo>
                  <a:lnTo>
                    <a:pt x="3114675" y="575310"/>
                  </a:lnTo>
                  <a:lnTo>
                    <a:pt x="3171901" y="546735"/>
                  </a:lnTo>
                  <a:lnTo>
                    <a:pt x="3200400" y="532511"/>
                  </a:lnTo>
                  <a:lnTo>
                    <a:pt x="3171736" y="518160"/>
                  </a:lnTo>
                  <a:lnTo>
                    <a:pt x="3114675" y="489585"/>
                  </a:lnTo>
                  <a:lnTo>
                    <a:pt x="3114675" y="518160"/>
                  </a:lnTo>
                  <a:lnTo>
                    <a:pt x="2909824" y="518160"/>
                  </a:lnTo>
                  <a:lnTo>
                    <a:pt x="2909824" y="180975"/>
                  </a:lnTo>
                  <a:lnTo>
                    <a:pt x="5624449" y="180975"/>
                  </a:lnTo>
                  <a:lnTo>
                    <a:pt x="5624449" y="762050"/>
                  </a:lnTo>
                  <a:lnTo>
                    <a:pt x="5486387" y="762000"/>
                  </a:lnTo>
                  <a:lnTo>
                    <a:pt x="5486387" y="790575"/>
                  </a:lnTo>
                  <a:lnTo>
                    <a:pt x="5857875" y="790702"/>
                  </a:lnTo>
                  <a:lnTo>
                    <a:pt x="5857875" y="819150"/>
                  </a:lnTo>
                  <a:lnTo>
                    <a:pt x="5914847" y="790702"/>
                  </a:lnTo>
                  <a:lnTo>
                    <a:pt x="5943600" y="776351"/>
                  </a:lnTo>
                  <a:close/>
                </a:path>
                <a:path w="7482205" h="1123950">
                  <a:moveTo>
                    <a:pt x="7481824" y="6477"/>
                  </a:moveTo>
                  <a:lnTo>
                    <a:pt x="7475474" y="0"/>
                  </a:lnTo>
                  <a:lnTo>
                    <a:pt x="2735326" y="0"/>
                  </a:lnTo>
                  <a:lnTo>
                    <a:pt x="2728849" y="6477"/>
                  </a:lnTo>
                  <a:lnTo>
                    <a:pt x="2728849" y="657225"/>
                  </a:lnTo>
                  <a:lnTo>
                    <a:pt x="2735326" y="663575"/>
                  </a:lnTo>
                  <a:lnTo>
                    <a:pt x="3114675" y="663575"/>
                  </a:lnTo>
                  <a:lnTo>
                    <a:pt x="3114675" y="692150"/>
                  </a:lnTo>
                  <a:lnTo>
                    <a:pt x="3171901" y="663575"/>
                  </a:lnTo>
                  <a:lnTo>
                    <a:pt x="3200400" y="649351"/>
                  </a:lnTo>
                  <a:lnTo>
                    <a:pt x="3171736" y="635000"/>
                  </a:lnTo>
                  <a:lnTo>
                    <a:pt x="3114675" y="606425"/>
                  </a:lnTo>
                  <a:lnTo>
                    <a:pt x="3114675" y="635000"/>
                  </a:lnTo>
                  <a:lnTo>
                    <a:pt x="2757424" y="635000"/>
                  </a:lnTo>
                  <a:lnTo>
                    <a:pt x="2757424" y="28575"/>
                  </a:lnTo>
                  <a:lnTo>
                    <a:pt x="7453249" y="28575"/>
                  </a:lnTo>
                  <a:lnTo>
                    <a:pt x="7453249" y="762000"/>
                  </a:lnTo>
                  <a:lnTo>
                    <a:pt x="7162800" y="762000"/>
                  </a:lnTo>
                  <a:lnTo>
                    <a:pt x="7162800" y="790575"/>
                  </a:lnTo>
                  <a:lnTo>
                    <a:pt x="7475474" y="790575"/>
                  </a:lnTo>
                  <a:lnTo>
                    <a:pt x="7481824" y="784225"/>
                  </a:lnTo>
                  <a:lnTo>
                    <a:pt x="7481824" y="776351"/>
                  </a:lnTo>
                  <a:lnTo>
                    <a:pt x="7481824" y="762000"/>
                  </a:lnTo>
                  <a:lnTo>
                    <a:pt x="7481824" y="28575"/>
                  </a:lnTo>
                  <a:lnTo>
                    <a:pt x="7481824" y="14351"/>
                  </a:lnTo>
                  <a:lnTo>
                    <a:pt x="7481824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object 33"/>
            <p:cNvSpPr/>
            <p:nvPr/>
          </p:nvSpPr>
          <p:spPr>
            <a:xfrm>
              <a:off x="4344120" y="3734640"/>
              <a:ext cx="3962160" cy="30456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962400" h="304800">
                  <a:moveTo>
                    <a:pt x="3324987" y="0"/>
                  </a:moveTo>
                  <a:lnTo>
                    <a:pt x="637413" y="0"/>
                  </a:lnTo>
                  <a:lnTo>
                    <a:pt x="563075" y="1024"/>
                  </a:lnTo>
                  <a:lnTo>
                    <a:pt x="491256" y="4023"/>
                  </a:lnTo>
                  <a:lnTo>
                    <a:pt x="422435" y="8881"/>
                  </a:lnTo>
                  <a:lnTo>
                    <a:pt x="357090" y="15484"/>
                  </a:lnTo>
                  <a:lnTo>
                    <a:pt x="295698" y="23718"/>
                  </a:lnTo>
                  <a:lnTo>
                    <a:pt x="238739" y="33470"/>
                  </a:lnTo>
                  <a:lnTo>
                    <a:pt x="186689" y="44624"/>
                  </a:lnTo>
                  <a:lnTo>
                    <a:pt x="140029" y="57067"/>
                  </a:lnTo>
                  <a:lnTo>
                    <a:pt x="99234" y="70685"/>
                  </a:lnTo>
                  <a:lnTo>
                    <a:pt x="37159" y="100988"/>
                  </a:lnTo>
                  <a:lnTo>
                    <a:pt x="4288" y="134620"/>
                  </a:lnTo>
                  <a:lnTo>
                    <a:pt x="0" y="152400"/>
                  </a:lnTo>
                  <a:lnTo>
                    <a:pt x="4288" y="170179"/>
                  </a:lnTo>
                  <a:lnTo>
                    <a:pt x="37159" y="203811"/>
                  </a:lnTo>
                  <a:lnTo>
                    <a:pt x="99234" y="234114"/>
                  </a:lnTo>
                  <a:lnTo>
                    <a:pt x="140029" y="247732"/>
                  </a:lnTo>
                  <a:lnTo>
                    <a:pt x="186689" y="260175"/>
                  </a:lnTo>
                  <a:lnTo>
                    <a:pt x="238739" y="271329"/>
                  </a:lnTo>
                  <a:lnTo>
                    <a:pt x="295698" y="281081"/>
                  </a:lnTo>
                  <a:lnTo>
                    <a:pt x="357090" y="289315"/>
                  </a:lnTo>
                  <a:lnTo>
                    <a:pt x="422435" y="295918"/>
                  </a:lnTo>
                  <a:lnTo>
                    <a:pt x="491256" y="300776"/>
                  </a:lnTo>
                  <a:lnTo>
                    <a:pt x="563075" y="303775"/>
                  </a:lnTo>
                  <a:lnTo>
                    <a:pt x="637413" y="304800"/>
                  </a:lnTo>
                  <a:lnTo>
                    <a:pt x="3324987" y="304800"/>
                  </a:lnTo>
                  <a:lnTo>
                    <a:pt x="3399324" y="303775"/>
                  </a:lnTo>
                  <a:lnTo>
                    <a:pt x="3471143" y="300776"/>
                  </a:lnTo>
                  <a:lnTo>
                    <a:pt x="3539964" y="295918"/>
                  </a:lnTo>
                  <a:lnTo>
                    <a:pt x="3605309" y="289315"/>
                  </a:lnTo>
                  <a:lnTo>
                    <a:pt x="3666701" y="281081"/>
                  </a:lnTo>
                  <a:lnTo>
                    <a:pt x="3723660" y="271329"/>
                  </a:lnTo>
                  <a:lnTo>
                    <a:pt x="3775710" y="260175"/>
                  </a:lnTo>
                  <a:lnTo>
                    <a:pt x="3822370" y="247732"/>
                  </a:lnTo>
                  <a:lnTo>
                    <a:pt x="3863165" y="234114"/>
                  </a:lnTo>
                  <a:lnTo>
                    <a:pt x="3925240" y="203811"/>
                  </a:lnTo>
                  <a:lnTo>
                    <a:pt x="3958111" y="170179"/>
                  </a:lnTo>
                  <a:lnTo>
                    <a:pt x="3962399" y="152400"/>
                  </a:lnTo>
                  <a:lnTo>
                    <a:pt x="3958111" y="134620"/>
                  </a:lnTo>
                  <a:lnTo>
                    <a:pt x="3925240" y="100988"/>
                  </a:lnTo>
                  <a:lnTo>
                    <a:pt x="3863165" y="70685"/>
                  </a:lnTo>
                  <a:lnTo>
                    <a:pt x="3822370" y="57067"/>
                  </a:lnTo>
                  <a:lnTo>
                    <a:pt x="3775710" y="44624"/>
                  </a:lnTo>
                  <a:lnTo>
                    <a:pt x="3723660" y="33470"/>
                  </a:lnTo>
                  <a:lnTo>
                    <a:pt x="3666701" y="23718"/>
                  </a:lnTo>
                  <a:lnTo>
                    <a:pt x="3605309" y="15484"/>
                  </a:lnTo>
                  <a:lnTo>
                    <a:pt x="3539964" y="8881"/>
                  </a:lnTo>
                  <a:lnTo>
                    <a:pt x="3471143" y="4023"/>
                  </a:lnTo>
                  <a:lnTo>
                    <a:pt x="3399324" y="1024"/>
                  </a:lnTo>
                  <a:lnTo>
                    <a:pt x="3324987" y="0"/>
                  </a:lnTo>
                  <a:close/>
                </a:path>
              </a:pathLst>
            </a:custGeom>
            <a:solidFill>
              <a:srgbClr val="D4D4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object 34"/>
            <p:cNvSpPr/>
            <p:nvPr/>
          </p:nvSpPr>
          <p:spPr>
            <a:xfrm>
              <a:off x="4344120" y="3734640"/>
              <a:ext cx="3962160" cy="30456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962400" h="304800">
                  <a:moveTo>
                    <a:pt x="637413" y="0"/>
                  </a:moveTo>
                  <a:lnTo>
                    <a:pt x="3324987" y="0"/>
                  </a:lnTo>
                  <a:lnTo>
                    <a:pt x="3399324" y="1024"/>
                  </a:lnTo>
                  <a:lnTo>
                    <a:pt x="3471143" y="4023"/>
                  </a:lnTo>
                  <a:lnTo>
                    <a:pt x="3539964" y="8881"/>
                  </a:lnTo>
                  <a:lnTo>
                    <a:pt x="3605309" y="15484"/>
                  </a:lnTo>
                  <a:lnTo>
                    <a:pt x="3666701" y="23718"/>
                  </a:lnTo>
                  <a:lnTo>
                    <a:pt x="3723660" y="33470"/>
                  </a:lnTo>
                  <a:lnTo>
                    <a:pt x="3775710" y="44624"/>
                  </a:lnTo>
                  <a:lnTo>
                    <a:pt x="3822370" y="57067"/>
                  </a:lnTo>
                  <a:lnTo>
                    <a:pt x="3863165" y="70685"/>
                  </a:lnTo>
                  <a:lnTo>
                    <a:pt x="3925240" y="100988"/>
                  </a:lnTo>
                  <a:lnTo>
                    <a:pt x="3958111" y="134620"/>
                  </a:lnTo>
                  <a:lnTo>
                    <a:pt x="3962399" y="152400"/>
                  </a:lnTo>
                  <a:lnTo>
                    <a:pt x="3958111" y="170179"/>
                  </a:lnTo>
                  <a:lnTo>
                    <a:pt x="3925240" y="203811"/>
                  </a:lnTo>
                  <a:lnTo>
                    <a:pt x="3863165" y="234114"/>
                  </a:lnTo>
                  <a:lnTo>
                    <a:pt x="3822370" y="247732"/>
                  </a:lnTo>
                  <a:lnTo>
                    <a:pt x="3775710" y="260175"/>
                  </a:lnTo>
                  <a:lnTo>
                    <a:pt x="3723660" y="271329"/>
                  </a:lnTo>
                  <a:lnTo>
                    <a:pt x="3666701" y="281081"/>
                  </a:lnTo>
                  <a:lnTo>
                    <a:pt x="3605309" y="289315"/>
                  </a:lnTo>
                  <a:lnTo>
                    <a:pt x="3539964" y="295918"/>
                  </a:lnTo>
                  <a:lnTo>
                    <a:pt x="3471143" y="300776"/>
                  </a:lnTo>
                  <a:lnTo>
                    <a:pt x="3399324" y="303775"/>
                  </a:lnTo>
                  <a:lnTo>
                    <a:pt x="3324987" y="304800"/>
                  </a:lnTo>
                  <a:lnTo>
                    <a:pt x="637413" y="304800"/>
                  </a:lnTo>
                  <a:lnTo>
                    <a:pt x="563075" y="303775"/>
                  </a:lnTo>
                  <a:lnTo>
                    <a:pt x="491256" y="300776"/>
                  </a:lnTo>
                  <a:lnTo>
                    <a:pt x="422435" y="295918"/>
                  </a:lnTo>
                  <a:lnTo>
                    <a:pt x="357090" y="289315"/>
                  </a:lnTo>
                  <a:lnTo>
                    <a:pt x="295698" y="281081"/>
                  </a:lnTo>
                  <a:lnTo>
                    <a:pt x="238739" y="271329"/>
                  </a:lnTo>
                  <a:lnTo>
                    <a:pt x="186689" y="260175"/>
                  </a:lnTo>
                  <a:lnTo>
                    <a:pt x="140029" y="247732"/>
                  </a:lnTo>
                  <a:lnTo>
                    <a:pt x="99234" y="234114"/>
                  </a:lnTo>
                  <a:lnTo>
                    <a:pt x="37159" y="203811"/>
                  </a:lnTo>
                  <a:lnTo>
                    <a:pt x="4288" y="170179"/>
                  </a:lnTo>
                  <a:lnTo>
                    <a:pt x="0" y="152400"/>
                  </a:lnTo>
                  <a:lnTo>
                    <a:pt x="4288" y="134620"/>
                  </a:lnTo>
                  <a:lnTo>
                    <a:pt x="37159" y="100988"/>
                  </a:lnTo>
                  <a:lnTo>
                    <a:pt x="99234" y="70685"/>
                  </a:lnTo>
                  <a:lnTo>
                    <a:pt x="140029" y="57067"/>
                  </a:lnTo>
                  <a:lnTo>
                    <a:pt x="186689" y="44624"/>
                  </a:lnTo>
                  <a:lnTo>
                    <a:pt x="238739" y="33470"/>
                  </a:lnTo>
                  <a:lnTo>
                    <a:pt x="295698" y="23718"/>
                  </a:lnTo>
                  <a:lnTo>
                    <a:pt x="357090" y="15484"/>
                  </a:lnTo>
                  <a:lnTo>
                    <a:pt x="422435" y="8881"/>
                  </a:lnTo>
                  <a:lnTo>
                    <a:pt x="491256" y="4023"/>
                  </a:lnTo>
                  <a:lnTo>
                    <a:pt x="563075" y="1024"/>
                  </a:lnTo>
                  <a:lnTo>
                    <a:pt x="637413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0" name="object 35"/>
          <p:cNvSpPr/>
          <p:nvPr/>
        </p:nvSpPr>
        <p:spPr>
          <a:xfrm>
            <a:off x="384120" y="3470040"/>
            <a:ext cx="8306640" cy="19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26080" rIns="0" bIns="0" anchor="t">
            <a:spAutoFit/>
          </a:bodyPr>
          <a:p>
            <a:pPr marL="5483880">
              <a:lnSpc>
                <a:spcPct val="100000"/>
              </a:lnSpc>
              <a:spcBef>
                <a:spcPts val="1780"/>
              </a:spcBef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1684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single register is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good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PC: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counter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Other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things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which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aren’t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(more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later in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semester)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1" name="object 36"/>
          <p:cNvGrpSpPr/>
          <p:nvPr/>
        </p:nvGrpSpPr>
        <p:grpSpPr>
          <a:xfrm>
            <a:off x="1281960" y="1481760"/>
            <a:ext cx="6452280" cy="2447640"/>
            <a:chOff x="1281960" y="1481760"/>
            <a:chExt cx="6452280" cy="2447640"/>
          </a:xfrm>
        </p:grpSpPr>
        <p:sp>
          <p:nvSpPr>
            <p:cNvPr id="232" name="object 37"/>
            <p:cNvSpPr/>
            <p:nvPr/>
          </p:nvSpPr>
          <p:spPr>
            <a:xfrm>
              <a:off x="1281960" y="1481760"/>
              <a:ext cx="4738680" cy="2447640"/>
            </a:xfrm>
            <a:custGeom>
              <a:avLst/>
              <a:gdLst>
                <a:gd name="textAreaLeft" fmla="*/ 0 w 4738680"/>
                <a:gd name="textAreaRight" fmla="*/ 4739040 w 4738680"/>
                <a:gd name="textAreaTop" fmla="*/ 0 h 2447640"/>
                <a:gd name="textAreaBottom" fmla="*/ 2448000 h 2447640"/>
              </a:gdLst>
              <a:ahLst/>
              <a:cxnLst/>
              <a:rect l="textAreaLeft" t="textAreaTop" r="textAreaRight" b="textAreaBottom"/>
              <a:pathLst>
                <a:path w="4739005" h="2447925">
                  <a:moveTo>
                    <a:pt x="3062351" y="2405126"/>
                  </a:moveTo>
                  <a:lnTo>
                    <a:pt x="3033687" y="2390775"/>
                  </a:lnTo>
                  <a:lnTo>
                    <a:pt x="2976626" y="2362200"/>
                  </a:lnTo>
                  <a:lnTo>
                    <a:pt x="2976626" y="2390775"/>
                  </a:lnTo>
                  <a:lnTo>
                    <a:pt x="2009775" y="2390775"/>
                  </a:lnTo>
                  <a:lnTo>
                    <a:pt x="2009775" y="1414526"/>
                  </a:lnTo>
                  <a:lnTo>
                    <a:pt x="1981200" y="1414526"/>
                  </a:lnTo>
                  <a:lnTo>
                    <a:pt x="1981200" y="2413000"/>
                  </a:lnTo>
                  <a:lnTo>
                    <a:pt x="1987677" y="2419350"/>
                  </a:lnTo>
                  <a:lnTo>
                    <a:pt x="2976626" y="2419350"/>
                  </a:lnTo>
                  <a:lnTo>
                    <a:pt x="2976626" y="2447925"/>
                  </a:lnTo>
                  <a:lnTo>
                    <a:pt x="3033852" y="2419350"/>
                  </a:lnTo>
                  <a:lnTo>
                    <a:pt x="3062351" y="2405126"/>
                  </a:lnTo>
                  <a:close/>
                </a:path>
                <a:path w="4739005" h="2447925">
                  <a:moveTo>
                    <a:pt x="4738751" y="347726"/>
                  </a:moveTo>
                  <a:lnTo>
                    <a:pt x="4710087" y="333375"/>
                  </a:lnTo>
                  <a:lnTo>
                    <a:pt x="4653026" y="304800"/>
                  </a:lnTo>
                  <a:lnTo>
                    <a:pt x="4653026" y="333375"/>
                  </a:lnTo>
                  <a:lnTo>
                    <a:pt x="2292477" y="333375"/>
                  </a:lnTo>
                  <a:lnTo>
                    <a:pt x="2286000" y="339852"/>
                  </a:lnTo>
                  <a:lnTo>
                    <a:pt x="2286000" y="1414526"/>
                  </a:lnTo>
                  <a:lnTo>
                    <a:pt x="2314575" y="1414526"/>
                  </a:lnTo>
                  <a:lnTo>
                    <a:pt x="2314575" y="361950"/>
                  </a:lnTo>
                  <a:lnTo>
                    <a:pt x="4653026" y="361950"/>
                  </a:lnTo>
                  <a:lnTo>
                    <a:pt x="4653026" y="390525"/>
                  </a:lnTo>
                  <a:lnTo>
                    <a:pt x="4710252" y="361950"/>
                  </a:lnTo>
                  <a:lnTo>
                    <a:pt x="4738751" y="347726"/>
                  </a:lnTo>
                  <a:close/>
                </a:path>
                <a:path w="4739005" h="2447925">
                  <a:moveTo>
                    <a:pt x="4738751" y="42926"/>
                  </a:moveTo>
                  <a:lnTo>
                    <a:pt x="4710087" y="28575"/>
                  </a:lnTo>
                  <a:lnTo>
                    <a:pt x="4653026" y="0"/>
                  </a:lnTo>
                  <a:lnTo>
                    <a:pt x="4653026" y="28575"/>
                  </a:lnTo>
                  <a:lnTo>
                    <a:pt x="6477" y="28575"/>
                  </a:lnTo>
                  <a:lnTo>
                    <a:pt x="0" y="35052"/>
                  </a:lnTo>
                  <a:lnTo>
                    <a:pt x="0" y="1414526"/>
                  </a:lnTo>
                  <a:lnTo>
                    <a:pt x="28575" y="1414526"/>
                  </a:lnTo>
                  <a:lnTo>
                    <a:pt x="28575" y="57150"/>
                  </a:lnTo>
                  <a:lnTo>
                    <a:pt x="4653026" y="57150"/>
                  </a:lnTo>
                  <a:lnTo>
                    <a:pt x="4653026" y="85725"/>
                  </a:lnTo>
                  <a:lnTo>
                    <a:pt x="4710252" y="57150"/>
                  </a:lnTo>
                  <a:lnTo>
                    <a:pt x="4738751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object 38"/>
            <p:cNvSpPr/>
            <p:nvPr/>
          </p:nvSpPr>
          <p:spPr>
            <a:xfrm>
              <a:off x="3277440" y="28962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object 39"/>
            <p:cNvSpPr/>
            <p:nvPr/>
          </p:nvSpPr>
          <p:spPr>
            <a:xfrm>
              <a:off x="4915080" y="3200400"/>
              <a:ext cx="2819160" cy="533160"/>
            </a:xfrm>
            <a:custGeom>
              <a:avLst/>
              <a:gdLst>
                <a:gd name="textAreaLeft" fmla="*/ 0 w 2819160"/>
                <a:gd name="textAreaRight" fmla="*/ 2819520 w 281916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2819400" h="533400">
                  <a:moveTo>
                    <a:pt x="76200" y="228600"/>
                  </a:moveTo>
                  <a:lnTo>
                    <a:pt x="69850" y="215900"/>
                  </a:lnTo>
                  <a:lnTo>
                    <a:pt x="38100" y="152400"/>
                  </a:lnTo>
                  <a:lnTo>
                    <a:pt x="0" y="228600"/>
                  </a:lnTo>
                  <a:lnTo>
                    <a:pt x="31750" y="228600"/>
                  </a:lnTo>
                  <a:lnTo>
                    <a:pt x="31750" y="533400"/>
                  </a:lnTo>
                  <a:lnTo>
                    <a:pt x="44450" y="533400"/>
                  </a:lnTo>
                  <a:lnTo>
                    <a:pt x="44450" y="228600"/>
                  </a:lnTo>
                  <a:lnTo>
                    <a:pt x="76200" y="228600"/>
                  </a:lnTo>
                  <a:close/>
                </a:path>
                <a:path w="2819400" h="533400">
                  <a:moveTo>
                    <a:pt x="1447800" y="76200"/>
                  </a:moveTo>
                  <a:lnTo>
                    <a:pt x="1441450" y="63500"/>
                  </a:lnTo>
                  <a:lnTo>
                    <a:pt x="1409700" y="0"/>
                  </a:lnTo>
                  <a:lnTo>
                    <a:pt x="1371600" y="76200"/>
                  </a:lnTo>
                  <a:lnTo>
                    <a:pt x="1403350" y="76200"/>
                  </a:lnTo>
                  <a:lnTo>
                    <a:pt x="1403350" y="533400"/>
                  </a:lnTo>
                  <a:lnTo>
                    <a:pt x="1416050" y="533400"/>
                  </a:lnTo>
                  <a:lnTo>
                    <a:pt x="1416050" y="76200"/>
                  </a:lnTo>
                  <a:lnTo>
                    <a:pt x="1447800" y="76200"/>
                  </a:lnTo>
                  <a:close/>
                </a:path>
                <a:path w="2819400" h="533400">
                  <a:moveTo>
                    <a:pt x="2819400" y="228600"/>
                  </a:moveTo>
                  <a:lnTo>
                    <a:pt x="2813050" y="215900"/>
                  </a:lnTo>
                  <a:lnTo>
                    <a:pt x="2781300" y="152400"/>
                  </a:lnTo>
                  <a:lnTo>
                    <a:pt x="2743200" y="228600"/>
                  </a:lnTo>
                  <a:lnTo>
                    <a:pt x="2774950" y="228600"/>
                  </a:lnTo>
                  <a:lnTo>
                    <a:pt x="2774950" y="533400"/>
                  </a:lnTo>
                  <a:lnTo>
                    <a:pt x="2787650" y="533400"/>
                  </a:lnTo>
                  <a:lnTo>
                    <a:pt x="2787650" y="228600"/>
                  </a:lnTo>
                  <a:lnTo>
                    <a:pt x="2819400" y="2286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5" name="object 40"/>
          <p:cNvSpPr/>
          <p:nvPr/>
        </p:nvSpPr>
        <p:spPr>
          <a:xfrm>
            <a:off x="7471440" y="1092600"/>
            <a:ext cx="12114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object 41"/>
          <p:cNvSpPr/>
          <p:nvPr/>
        </p:nvSpPr>
        <p:spPr>
          <a:xfrm>
            <a:off x="396000" y="1854720"/>
            <a:ext cx="30189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algn="r">
              <a:lnSpc>
                <a:spcPct val="100000"/>
              </a:lnSpc>
              <a:spcBef>
                <a:spcPts val="99"/>
              </a:spcBef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fetch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object 42"/>
          <p:cNvSpPr/>
          <p:nvPr/>
        </p:nvSpPr>
        <p:spPr>
          <a:xfrm>
            <a:off x="795960" y="1205640"/>
            <a:ext cx="6152760" cy="1538280"/>
          </a:xfrm>
          <a:custGeom>
            <a:avLst/>
            <a:gdLst>
              <a:gd name="textAreaLeft" fmla="*/ 0 w 6152760"/>
              <a:gd name="textAreaRight" fmla="*/ 6153120 w 6152760"/>
              <a:gd name="textAreaTop" fmla="*/ 0 h 1538280"/>
              <a:gd name="textAreaBottom" fmla="*/ 1538640 h 1538280"/>
            </a:gdLst>
            <a:ahLst/>
            <a:cxnLst/>
            <a:rect l="textAreaLeft" t="textAreaTop" r="textAreaRight" b="textAreaBottom"/>
            <a:pathLst>
              <a:path w="6153150" h="1538605">
                <a:moveTo>
                  <a:pt x="28575" y="1452626"/>
                </a:moveTo>
                <a:lnTo>
                  <a:pt x="0" y="1452626"/>
                </a:lnTo>
                <a:lnTo>
                  <a:pt x="42862" y="1538351"/>
                </a:lnTo>
                <a:lnTo>
                  <a:pt x="78549" y="1466977"/>
                </a:lnTo>
                <a:lnTo>
                  <a:pt x="28575" y="1466977"/>
                </a:lnTo>
                <a:lnTo>
                  <a:pt x="28575" y="1452626"/>
                </a:lnTo>
                <a:close/>
              </a:path>
              <a:path w="6153150" h="1538605">
                <a:moveTo>
                  <a:pt x="6146736" y="0"/>
                </a:moveTo>
                <a:lnTo>
                  <a:pt x="34975" y="0"/>
                </a:lnTo>
                <a:lnTo>
                  <a:pt x="28575" y="6476"/>
                </a:lnTo>
                <a:lnTo>
                  <a:pt x="28575" y="1466977"/>
                </a:lnTo>
                <a:lnTo>
                  <a:pt x="57150" y="1466977"/>
                </a:lnTo>
                <a:lnTo>
                  <a:pt x="57150" y="28575"/>
                </a:lnTo>
                <a:lnTo>
                  <a:pt x="42862" y="28575"/>
                </a:lnTo>
                <a:lnTo>
                  <a:pt x="57150" y="14350"/>
                </a:lnTo>
                <a:lnTo>
                  <a:pt x="6153086" y="14350"/>
                </a:lnTo>
                <a:lnTo>
                  <a:pt x="6153086" y="6476"/>
                </a:lnTo>
                <a:lnTo>
                  <a:pt x="6146736" y="0"/>
                </a:lnTo>
                <a:close/>
              </a:path>
              <a:path w="6153150" h="1538605">
                <a:moveTo>
                  <a:pt x="85725" y="1452626"/>
                </a:moveTo>
                <a:lnTo>
                  <a:pt x="57150" y="1452626"/>
                </a:lnTo>
                <a:lnTo>
                  <a:pt x="57150" y="1466977"/>
                </a:lnTo>
                <a:lnTo>
                  <a:pt x="78549" y="1466977"/>
                </a:lnTo>
                <a:lnTo>
                  <a:pt x="85725" y="1452626"/>
                </a:lnTo>
                <a:close/>
              </a:path>
              <a:path w="6153150" h="1538605">
                <a:moveTo>
                  <a:pt x="6124511" y="457200"/>
                </a:moveTo>
                <a:lnTo>
                  <a:pt x="5855271" y="457200"/>
                </a:lnTo>
                <a:lnTo>
                  <a:pt x="5855271" y="485775"/>
                </a:lnTo>
                <a:lnTo>
                  <a:pt x="6146736" y="485775"/>
                </a:lnTo>
                <a:lnTo>
                  <a:pt x="6153086" y="479425"/>
                </a:lnTo>
                <a:lnTo>
                  <a:pt x="6153086" y="471550"/>
                </a:lnTo>
                <a:lnTo>
                  <a:pt x="6124511" y="471550"/>
                </a:lnTo>
                <a:lnTo>
                  <a:pt x="6124511" y="457200"/>
                </a:lnTo>
                <a:close/>
              </a:path>
              <a:path w="6153150" h="1538605">
                <a:moveTo>
                  <a:pt x="6124511" y="14350"/>
                </a:moveTo>
                <a:lnTo>
                  <a:pt x="6124511" y="471550"/>
                </a:lnTo>
                <a:lnTo>
                  <a:pt x="6138862" y="457200"/>
                </a:lnTo>
                <a:lnTo>
                  <a:pt x="6153086" y="457200"/>
                </a:lnTo>
                <a:lnTo>
                  <a:pt x="6153086" y="28575"/>
                </a:lnTo>
                <a:lnTo>
                  <a:pt x="6138862" y="28575"/>
                </a:lnTo>
                <a:lnTo>
                  <a:pt x="6124511" y="14350"/>
                </a:lnTo>
                <a:close/>
              </a:path>
              <a:path w="6153150" h="1538605">
                <a:moveTo>
                  <a:pt x="6153086" y="457200"/>
                </a:moveTo>
                <a:lnTo>
                  <a:pt x="6138862" y="457200"/>
                </a:lnTo>
                <a:lnTo>
                  <a:pt x="6124511" y="471550"/>
                </a:lnTo>
                <a:lnTo>
                  <a:pt x="6153086" y="471550"/>
                </a:lnTo>
                <a:lnTo>
                  <a:pt x="6153086" y="457200"/>
                </a:lnTo>
                <a:close/>
              </a:path>
              <a:path w="6153150" h="1538605">
                <a:moveTo>
                  <a:pt x="57150" y="14350"/>
                </a:moveTo>
                <a:lnTo>
                  <a:pt x="42862" y="28575"/>
                </a:lnTo>
                <a:lnTo>
                  <a:pt x="57150" y="28575"/>
                </a:lnTo>
                <a:lnTo>
                  <a:pt x="57150" y="14350"/>
                </a:lnTo>
                <a:close/>
              </a:path>
              <a:path w="6153150" h="1538605">
                <a:moveTo>
                  <a:pt x="6124511" y="14350"/>
                </a:moveTo>
                <a:lnTo>
                  <a:pt x="57150" y="14350"/>
                </a:lnTo>
                <a:lnTo>
                  <a:pt x="57150" y="28575"/>
                </a:lnTo>
                <a:lnTo>
                  <a:pt x="6124511" y="28575"/>
                </a:lnTo>
                <a:lnTo>
                  <a:pt x="6124511" y="14350"/>
                </a:lnTo>
                <a:close/>
              </a:path>
              <a:path w="6153150" h="1538605">
                <a:moveTo>
                  <a:pt x="6153086" y="14350"/>
                </a:moveTo>
                <a:lnTo>
                  <a:pt x="6124511" y="14350"/>
                </a:lnTo>
                <a:lnTo>
                  <a:pt x="6138862" y="28575"/>
                </a:lnTo>
                <a:lnTo>
                  <a:pt x="6153086" y="28575"/>
                </a:lnTo>
                <a:lnTo>
                  <a:pt x="6153086" y="143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22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5298D246-5CC9-4EE4-B8B1-DCB32F6C03B6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240" name="object 3"/>
            <p:cNvPicPr/>
            <p:nvPr/>
          </p:nvPicPr>
          <p:blipFill>
            <a:blip r:embed="rId1"/>
            <a:stretch/>
          </p:blipFill>
          <p:spPr>
            <a:xfrm>
              <a:off x="1685520" y="131040"/>
              <a:ext cx="576504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1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7424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What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About</a:t>
            </a:r>
            <a:r>
              <a:rPr lang="en-US" sz="2800" b="1" u="none" spc="-3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the</a:t>
            </a:r>
            <a:r>
              <a:rPr lang="en-US" sz="2800" b="1" u="none" spc="-5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ISA</a:t>
            </a:r>
            <a:r>
              <a:rPr lang="en-US" sz="2800" b="1" u="none" spc="-7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Registers?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3" name="object 6"/>
          <p:cNvSpPr/>
          <p:nvPr/>
        </p:nvSpPr>
        <p:spPr>
          <a:xfrm>
            <a:off x="358920" y="3123720"/>
            <a:ext cx="8264160" cy="30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324360" indent="-286920">
              <a:lnSpc>
                <a:spcPct val="100000"/>
              </a:lnSpc>
              <a:spcBef>
                <a:spcPts val="675"/>
              </a:spcBef>
              <a:buClr>
                <a:srgbClr val="FF0909"/>
              </a:buClr>
              <a:buFont typeface="Tahoma"/>
              <a:buChar char="•"/>
              <a:tabLst>
                <a:tab pos="324360" algn="l"/>
                <a:tab pos="325080" algn="l"/>
              </a:tabLst>
            </a:pP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Register</a:t>
            </a:r>
            <a:r>
              <a:rPr lang="en-US" sz="2400" b="1" u="none" spc="-14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file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(“architectural”,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”visible”)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Two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read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“ports”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+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“port”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81160" lvl="2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818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Maximum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number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reads/writes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single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(R-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type)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4360" indent="-286920">
              <a:lnSpc>
                <a:spcPct val="100000"/>
              </a:lnSpc>
              <a:spcBef>
                <a:spcPts val="575"/>
              </a:spcBef>
              <a:buClr>
                <a:srgbClr val="FF0909"/>
              </a:buClr>
              <a:buFont typeface="Tahoma"/>
              <a:buChar char="•"/>
              <a:tabLst>
                <a:tab pos="324360" algn="l"/>
                <a:tab pos="325080" algn="l"/>
              </a:tabLst>
            </a:pP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Port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wires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accessing</a:t>
            </a:r>
            <a:r>
              <a:rPr lang="en-US" sz="24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array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bus: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width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element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(MIPS: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32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bits)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bus: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width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log</a:t>
            </a:r>
            <a:r>
              <a:rPr lang="en-US" sz="1950" b="0" u="none" strike="noStrike" baseline="-21000">
                <a:solidFill>
                  <a:srgbClr val="000000"/>
                </a:solidFill>
                <a:effectLst/>
                <a:uFillTx/>
                <a:latin typeface="Tahoma"/>
              </a:rPr>
              <a:t>2</a:t>
            </a:r>
            <a:r>
              <a:rPr lang="en-US" sz="1950" b="0" u="none" spc="292" strike="noStrike" baseline="-21000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number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elements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(MIPS: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5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bits)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enable: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it’s a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396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72468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ports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=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parallel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independent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accesses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4" name="object 7"/>
          <p:cNvGrpSpPr/>
          <p:nvPr/>
        </p:nvGrpSpPr>
        <p:grpSpPr>
          <a:xfrm>
            <a:off x="2743920" y="1220040"/>
            <a:ext cx="2437920" cy="1218960"/>
            <a:chOff x="2743920" y="1220040"/>
            <a:chExt cx="2437920" cy="1218960"/>
          </a:xfrm>
        </p:grpSpPr>
        <p:sp>
          <p:nvSpPr>
            <p:cNvPr id="245" name="object 8"/>
            <p:cNvSpPr/>
            <p:nvPr/>
          </p:nvSpPr>
          <p:spPr>
            <a:xfrm>
              <a:off x="2743920" y="1220040"/>
              <a:ext cx="2437920" cy="1218960"/>
            </a:xfrm>
            <a:custGeom>
              <a:avLst/>
              <a:gdLst>
                <a:gd name="textAreaLeft" fmla="*/ 0 w 2437920"/>
                <a:gd name="textAreaRight" fmla="*/ 2438280 w 24379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2438400" h="1219200">
                  <a:moveTo>
                    <a:pt x="2438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438400" y="121920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object 9"/>
            <p:cNvSpPr/>
            <p:nvPr/>
          </p:nvSpPr>
          <p:spPr>
            <a:xfrm>
              <a:off x="2743920" y="1220040"/>
              <a:ext cx="2437920" cy="1218960"/>
            </a:xfrm>
            <a:custGeom>
              <a:avLst/>
              <a:gdLst>
                <a:gd name="textAreaLeft" fmla="*/ 0 w 2437920"/>
                <a:gd name="textAreaRight" fmla="*/ 2438280 w 24379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2438400" h="1219200">
                  <a:moveTo>
                    <a:pt x="0" y="1219200"/>
                  </a:moveTo>
                  <a:lnTo>
                    <a:pt x="2438400" y="121920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object 10"/>
          <p:cNvSpPr/>
          <p:nvPr/>
        </p:nvSpPr>
        <p:spPr>
          <a:xfrm>
            <a:off x="3236040" y="1656000"/>
            <a:ext cx="14526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8" name="object 11"/>
          <p:cNvGrpSpPr/>
          <p:nvPr/>
        </p:nvGrpSpPr>
        <p:grpSpPr>
          <a:xfrm>
            <a:off x="2134440" y="1482120"/>
            <a:ext cx="3657240" cy="1261440"/>
            <a:chOff x="2134440" y="1482120"/>
            <a:chExt cx="3657240" cy="1261440"/>
          </a:xfrm>
        </p:grpSpPr>
        <p:sp>
          <p:nvSpPr>
            <p:cNvPr id="249" name="object 12"/>
            <p:cNvSpPr/>
            <p:nvPr/>
          </p:nvSpPr>
          <p:spPr>
            <a:xfrm>
              <a:off x="2134440" y="1482120"/>
              <a:ext cx="3657240" cy="1261440"/>
            </a:xfrm>
            <a:custGeom>
              <a:avLst/>
              <a:gdLst>
                <a:gd name="textAreaLeft" fmla="*/ 0 w 3657240"/>
                <a:gd name="textAreaRight" fmla="*/ 3657600 w 3657240"/>
                <a:gd name="textAreaTop" fmla="*/ 0 h 1261440"/>
                <a:gd name="textAreaBottom" fmla="*/ 1261800 h 1261440"/>
              </a:gdLst>
              <a:ahLst/>
              <a:cxnLst/>
              <a:rect l="textAreaLeft" t="textAreaTop" r="textAreaRight" b="textAreaBottom"/>
              <a:pathLst>
                <a:path w="3657600" h="1261745">
                  <a:moveTo>
                    <a:pt x="609600" y="42799"/>
                  </a:moveTo>
                  <a:lnTo>
                    <a:pt x="523875" y="0"/>
                  </a:lnTo>
                  <a:lnTo>
                    <a:pt x="5238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523875" y="57150"/>
                  </a:lnTo>
                  <a:lnTo>
                    <a:pt x="523875" y="85725"/>
                  </a:lnTo>
                  <a:lnTo>
                    <a:pt x="580936" y="57150"/>
                  </a:lnTo>
                  <a:lnTo>
                    <a:pt x="609600" y="42799"/>
                  </a:lnTo>
                  <a:close/>
                </a:path>
                <a:path w="3657600" h="1261745">
                  <a:moveTo>
                    <a:pt x="951738" y="1032637"/>
                  </a:moveTo>
                  <a:lnTo>
                    <a:pt x="945388" y="1019937"/>
                  </a:lnTo>
                  <a:lnTo>
                    <a:pt x="913638" y="956437"/>
                  </a:lnTo>
                  <a:lnTo>
                    <a:pt x="875538" y="1032637"/>
                  </a:lnTo>
                  <a:lnTo>
                    <a:pt x="907288" y="1032637"/>
                  </a:lnTo>
                  <a:lnTo>
                    <a:pt x="907288" y="1261237"/>
                  </a:lnTo>
                  <a:lnTo>
                    <a:pt x="919988" y="1261237"/>
                  </a:lnTo>
                  <a:lnTo>
                    <a:pt x="919988" y="1032637"/>
                  </a:lnTo>
                  <a:lnTo>
                    <a:pt x="951738" y="1032637"/>
                  </a:lnTo>
                  <a:close/>
                </a:path>
                <a:path w="3657600" h="1261745">
                  <a:moveTo>
                    <a:pt x="1561338" y="1032637"/>
                  </a:moveTo>
                  <a:lnTo>
                    <a:pt x="1554988" y="1019937"/>
                  </a:lnTo>
                  <a:lnTo>
                    <a:pt x="1523238" y="956437"/>
                  </a:lnTo>
                  <a:lnTo>
                    <a:pt x="1485138" y="1032637"/>
                  </a:lnTo>
                  <a:lnTo>
                    <a:pt x="1516888" y="1032637"/>
                  </a:lnTo>
                  <a:lnTo>
                    <a:pt x="1516888" y="1261237"/>
                  </a:lnTo>
                  <a:lnTo>
                    <a:pt x="1529588" y="1261237"/>
                  </a:lnTo>
                  <a:lnTo>
                    <a:pt x="1529588" y="1032637"/>
                  </a:lnTo>
                  <a:lnTo>
                    <a:pt x="1561338" y="1032637"/>
                  </a:lnTo>
                  <a:close/>
                </a:path>
                <a:path w="3657600" h="1261745">
                  <a:moveTo>
                    <a:pt x="2170938" y="1032637"/>
                  </a:moveTo>
                  <a:lnTo>
                    <a:pt x="2164588" y="1019937"/>
                  </a:lnTo>
                  <a:lnTo>
                    <a:pt x="2132838" y="956437"/>
                  </a:lnTo>
                  <a:lnTo>
                    <a:pt x="2094738" y="1032637"/>
                  </a:lnTo>
                  <a:lnTo>
                    <a:pt x="2126488" y="1032637"/>
                  </a:lnTo>
                  <a:lnTo>
                    <a:pt x="2126488" y="1261237"/>
                  </a:lnTo>
                  <a:lnTo>
                    <a:pt x="2139188" y="1261237"/>
                  </a:lnTo>
                  <a:lnTo>
                    <a:pt x="2139188" y="1032637"/>
                  </a:lnTo>
                  <a:lnTo>
                    <a:pt x="2170938" y="1032637"/>
                  </a:lnTo>
                  <a:close/>
                </a:path>
                <a:path w="3657600" h="1261745">
                  <a:moveTo>
                    <a:pt x="2780538" y="1032637"/>
                  </a:moveTo>
                  <a:lnTo>
                    <a:pt x="2774188" y="1019937"/>
                  </a:lnTo>
                  <a:lnTo>
                    <a:pt x="2742438" y="956437"/>
                  </a:lnTo>
                  <a:lnTo>
                    <a:pt x="2704338" y="1032637"/>
                  </a:lnTo>
                  <a:lnTo>
                    <a:pt x="2736088" y="1032637"/>
                  </a:lnTo>
                  <a:lnTo>
                    <a:pt x="2736088" y="1261237"/>
                  </a:lnTo>
                  <a:lnTo>
                    <a:pt x="2748788" y="1261237"/>
                  </a:lnTo>
                  <a:lnTo>
                    <a:pt x="2748788" y="1032637"/>
                  </a:lnTo>
                  <a:lnTo>
                    <a:pt x="2780538" y="1032637"/>
                  </a:lnTo>
                  <a:close/>
                </a:path>
                <a:path w="3657600" h="1261745">
                  <a:moveTo>
                    <a:pt x="3657600" y="42799"/>
                  </a:moveTo>
                  <a:lnTo>
                    <a:pt x="3571875" y="0"/>
                  </a:lnTo>
                  <a:lnTo>
                    <a:pt x="3571875" y="28575"/>
                  </a:lnTo>
                  <a:lnTo>
                    <a:pt x="3048000" y="28448"/>
                  </a:lnTo>
                  <a:lnTo>
                    <a:pt x="3048000" y="57023"/>
                  </a:lnTo>
                  <a:lnTo>
                    <a:pt x="3571875" y="57150"/>
                  </a:lnTo>
                  <a:lnTo>
                    <a:pt x="3571875" y="85725"/>
                  </a:lnTo>
                  <a:lnTo>
                    <a:pt x="3628936" y="57150"/>
                  </a:lnTo>
                  <a:lnTo>
                    <a:pt x="3657600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object 13"/>
            <p:cNvSpPr/>
            <p:nvPr/>
          </p:nvSpPr>
          <p:spPr>
            <a:xfrm>
              <a:off x="2743920" y="198180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3048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1" name="object 14"/>
          <p:cNvSpPr/>
          <p:nvPr/>
        </p:nvSpPr>
        <p:spPr>
          <a:xfrm>
            <a:off x="5413680" y="1762200"/>
            <a:ext cx="9828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RS2VAL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object 15"/>
          <p:cNvSpPr/>
          <p:nvPr/>
        </p:nvSpPr>
        <p:spPr>
          <a:xfrm>
            <a:off x="1450440" y="1168560"/>
            <a:ext cx="8560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RDVAL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3" name="object 16"/>
          <p:cNvGrpSpPr/>
          <p:nvPr/>
        </p:nvGrpSpPr>
        <p:grpSpPr>
          <a:xfrm>
            <a:off x="2363040" y="1372320"/>
            <a:ext cx="6154200" cy="1705680"/>
            <a:chOff x="2363040" y="1372320"/>
            <a:chExt cx="6154200" cy="1705680"/>
          </a:xfrm>
        </p:grpSpPr>
        <p:sp>
          <p:nvSpPr>
            <p:cNvPr id="254" name="object 17"/>
            <p:cNvSpPr/>
            <p:nvPr/>
          </p:nvSpPr>
          <p:spPr>
            <a:xfrm>
              <a:off x="5182200" y="209160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object 18"/>
            <p:cNvSpPr/>
            <p:nvPr/>
          </p:nvSpPr>
          <p:spPr>
            <a:xfrm>
              <a:off x="2363040" y="1372320"/>
              <a:ext cx="3123720" cy="914040"/>
            </a:xfrm>
            <a:custGeom>
              <a:avLst/>
              <a:gdLst>
                <a:gd name="textAreaLeft" fmla="*/ 0 w 3123720"/>
                <a:gd name="textAreaRight" fmla="*/ 3124080 w 31237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3124200" h="914400">
                  <a:moveTo>
                    <a:pt x="2971800" y="0"/>
                  </a:moveTo>
                  <a:lnTo>
                    <a:pt x="3124200" y="304800"/>
                  </a:lnTo>
                </a:path>
                <a:path w="3124200" h="914400">
                  <a:moveTo>
                    <a:pt x="2971800" y="609600"/>
                  </a:moveTo>
                  <a:lnTo>
                    <a:pt x="3124200" y="914400"/>
                  </a:lnTo>
                </a:path>
                <a:path w="3124200" h="914400">
                  <a:moveTo>
                    <a:pt x="0" y="0"/>
                  </a:moveTo>
                  <a:lnTo>
                    <a:pt x="152400" y="3048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object 19"/>
            <p:cNvSpPr/>
            <p:nvPr/>
          </p:nvSpPr>
          <p:spPr>
            <a:xfrm>
              <a:off x="3505320" y="2590920"/>
              <a:ext cx="1523520" cy="75960"/>
            </a:xfrm>
            <a:custGeom>
              <a:avLst/>
              <a:gdLst>
                <a:gd name="textAreaLeft" fmla="*/ 0 w 1523520"/>
                <a:gd name="textAreaRight" fmla="*/ 1523880 w 15235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524000" h="76200">
                  <a:moveTo>
                    <a:pt x="0" y="76200"/>
                  </a:moveTo>
                  <a:lnTo>
                    <a:pt x="304800" y="0"/>
                  </a:lnTo>
                </a:path>
                <a:path w="1524000" h="76200">
                  <a:moveTo>
                    <a:pt x="609600" y="76200"/>
                  </a:moveTo>
                  <a:lnTo>
                    <a:pt x="914400" y="0"/>
                  </a:lnTo>
                </a:path>
                <a:path w="1524000" h="76200">
                  <a:moveTo>
                    <a:pt x="1219200" y="76200"/>
                  </a:moveTo>
                  <a:lnTo>
                    <a:pt x="152400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object 20"/>
            <p:cNvSpPr/>
            <p:nvPr/>
          </p:nvSpPr>
          <p:spPr>
            <a:xfrm>
              <a:off x="6324480" y="2286000"/>
              <a:ext cx="2192760" cy="792000"/>
            </a:xfrm>
            <a:custGeom>
              <a:avLst/>
              <a:gdLst>
                <a:gd name="textAreaLeft" fmla="*/ 0 w 2192760"/>
                <a:gd name="textAreaRight" fmla="*/ 2193120 w 2192760"/>
                <a:gd name="textAreaTop" fmla="*/ 0 h 792000"/>
                <a:gd name="textAreaBottom" fmla="*/ 792360 h 792000"/>
              </a:gdLst>
              <a:ahLst/>
              <a:cxnLst/>
              <a:rect l="textAreaLeft" t="textAreaTop" r="textAreaRight" b="textAreaBottom"/>
              <a:pathLst>
                <a:path w="2193290" h="792480">
                  <a:moveTo>
                    <a:pt x="0" y="792479"/>
                  </a:moveTo>
                  <a:lnTo>
                    <a:pt x="2193036" y="792479"/>
                  </a:lnTo>
                  <a:lnTo>
                    <a:pt x="2193036" y="0"/>
                  </a:lnTo>
                  <a:lnTo>
                    <a:pt x="0" y="0"/>
                  </a:lnTo>
                  <a:lnTo>
                    <a:pt x="0" y="792479"/>
                  </a:lnTo>
                  <a:close/>
                </a:path>
              </a:pathLst>
            </a:custGeom>
            <a:noFill/>
            <a:ln w="12700">
              <a:solidFill>
                <a:srgbClr val="2D04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object 21"/>
          <p:cNvSpPr/>
          <p:nvPr/>
        </p:nvSpPr>
        <p:spPr>
          <a:xfrm>
            <a:off x="6404400" y="2192400"/>
            <a:ext cx="157644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50000"/>
              </a:lnSpc>
              <a:spcBef>
                <a:spcPts val="99"/>
              </a:spcBef>
            </a:pPr>
            <a:r>
              <a:rPr lang="en-US" sz="1600" b="1" u="none" strike="noStrike">
                <a:solidFill>
                  <a:srgbClr val="2D04C7"/>
                </a:solidFill>
                <a:effectLst/>
                <a:uFillTx/>
                <a:latin typeface="Arial"/>
              </a:rPr>
              <a:t>RD</a:t>
            </a:r>
            <a:r>
              <a:rPr lang="en-US" sz="1600" b="1" u="none" spc="-31" strike="noStrike">
                <a:solidFill>
                  <a:srgbClr val="2D04C7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2D04C7"/>
                </a:solidFill>
                <a:effectLst/>
                <a:uFillTx/>
                <a:latin typeface="Arial"/>
              </a:rPr>
              <a:t>=</a:t>
            </a:r>
            <a:r>
              <a:rPr lang="en-US" sz="1600" b="1" u="none" spc="-11" strike="noStrike">
                <a:solidFill>
                  <a:srgbClr val="2D04C7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2D04C7"/>
                </a:solidFill>
                <a:effectLst/>
                <a:uFillTx/>
                <a:latin typeface="Arial"/>
              </a:rPr>
              <a:t>dest</a:t>
            </a:r>
            <a:r>
              <a:rPr lang="en-US" sz="1600" b="1" u="none" spc="-20" strike="noStrike">
                <a:solidFill>
                  <a:srgbClr val="2D04C7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26" strike="noStrike">
                <a:solidFill>
                  <a:srgbClr val="2D04C7"/>
                </a:solidFill>
                <a:effectLst/>
                <a:uFillTx/>
                <a:latin typeface="Arial"/>
              </a:rPr>
              <a:t>reg </a:t>
            </a:r>
            <a:r>
              <a:rPr lang="en-US" sz="1600" b="1" u="none" strike="noStrike">
                <a:solidFill>
                  <a:srgbClr val="2D04C7"/>
                </a:solidFill>
                <a:effectLst/>
                <a:uFillTx/>
                <a:latin typeface="Arial"/>
              </a:rPr>
              <a:t>RS</a:t>
            </a:r>
            <a:r>
              <a:rPr lang="en-US" sz="1600" b="1" u="none" spc="-45" strike="noStrike">
                <a:solidFill>
                  <a:srgbClr val="2D04C7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2D04C7"/>
                </a:solidFill>
                <a:effectLst/>
                <a:uFillTx/>
                <a:latin typeface="Arial"/>
              </a:rPr>
              <a:t>=</a:t>
            </a:r>
            <a:r>
              <a:rPr lang="en-US" sz="1600" b="1" u="none" spc="-31" strike="noStrike">
                <a:solidFill>
                  <a:srgbClr val="2D04C7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2D04C7"/>
                </a:solidFill>
                <a:effectLst/>
                <a:uFillTx/>
                <a:latin typeface="Arial"/>
              </a:rPr>
              <a:t>source</a:t>
            </a:r>
            <a:r>
              <a:rPr lang="en-US" sz="1600" b="1" u="none" spc="-26" strike="noStrike">
                <a:solidFill>
                  <a:srgbClr val="2D04C7"/>
                </a:solidFill>
                <a:effectLst/>
                <a:uFillTx/>
                <a:latin typeface="Arial"/>
              </a:rPr>
              <a:t> reg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9" name="object 22"/>
          <p:cNvGrpSpPr/>
          <p:nvPr/>
        </p:nvGrpSpPr>
        <p:grpSpPr>
          <a:xfrm>
            <a:off x="25920" y="204120"/>
            <a:ext cx="1281240" cy="842760"/>
            <a:chOff x="25920" y="204120"/>
            <a:chExt cx="1281240" cy="842760"/>
          </a:xfrm>
        </p:grpSpPr>
        <p:pic>
          <p:nvPicPr>
            <p:cNvPr id="260" name="object 23"/>
            <p:cNvPicPr/>
            <p:nvPr/>
          </p:nvPicPr>
          <p:blipFill>
            <a:blip r:embed="rId2"/>
            <a:stretch/>
          </p:blipFill>
          <p:spPr>
            <a:xfrm>
              <a:off x="65520" y="204120"/>
              <a:ext cx="1182240" cy="78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1" name="object 24"/>
            <p:cNvPicPr/>
            <p:nvPr/>
          </p:nvPicPr>
          <p:blipFill>
            <a:blip r:embed="rId3"/>
            <a:stretch/>
          </p:blipFill>
          <p:spPr>
            <a:xfrm>
              <a:off x="25920" y="207360"/>
              <a:ext cx="1281240" cy="839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2" name="object 25"/>
            <p:cNvPicPr/>
            <p:nvPr/>
          </p:nvPicPr>
          <p:blipFill>
            <a:blip r:embed="rId4"/>
            <a:stretch/>
          </p:blipFill>
          <p:spPr>
            <a:xfrm>
              <a:off x="112680" y="232200"/>
              <a:ext cx="1092240" cy="697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3" name="object 26"/>
            <p:cNvSpPr/>
            <p:nvPr/>
          </p:nvSpPr>
          <p:spPr>
            <a:xfrm>
              <a:off x="112680" y="232200"/>
              <a:ext cx="1092600" cy="698040"/>
            </a:xfrm>
            <a:custGeom>
              <a:avLst/>
              <a:gdLst>
                <a:gd name="textAreaLeft" fmla="*/ 0 w 1092600"/>
                <a:gd name="textAreaRight" fmla="*/ 1092960 w 1092600"/>
                <a:gd name="textAreaTop" fmla="*/ 0 h 698040"/>
                <a:gd name="textAreaBottom" fmla="*/ 698400 h 698040"/>
              </a:gdLst>
              <a:ahLst/>
              <a:cxnLst/>
              <a:rect l="textAreaLeft" t="textAreaTop" r="textAreaRight" b="textAreaBottom"/>
              <a:pathLst>
                <a:path w="1092835" h="698500">
                  <a:moveTo>
                    <a:pt x="0" y="321310"/>
                  </a:moveTo>
                  <a:lnTo>
                    <a:pt x="967351" y="0"/>
                  </a:lnTo>
                  <a:lnTo>
                    <a:pt x="1092459" y="376682"/>
                  </a:lnTo>
                  <a:lnTo>
                    <a:pt x="125112" y="697992"/>
                  </a:lnTo>
                  <a:lnTo>
                    <a:pt x="0" y="321310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object 27"/>
            <p:cNvSpPr/>
            <p:nvPr/>
          </p:nvSpPr>
          <p:spPr>
            <a:xfrm>
              <a:off x="235800" y="415440"/>
              <a:ext cx="835920" cy="371160"/>
            </a:xfrm>
            <a:custGeom>
              <a:avLst/>
              <a:gdLst>
                <a:gd name="textAreaLeft" fmla="*/ 0 w 835920"/>
                <a:gd name="textAreaRight" fmla="*/ 836280 w 835920"/>
                <a:gd name="textAreaTop" fmla="*/ 0 h 371160"/>
                <a:gd name="textAreaBottom" fmla="*/ 371520 h 371160"/>
              </a:gdLst>
              <a:ahLst/>
              <a:cxnLst/>
              <a:rect l="textAreaLeft" t="textAreaTop" r="textAreaRight" b="textAreaBottom"/>
              <a:pathLst>
                <a:path w="836294" h="371475">
                  <a:moveTo>
                    <a:pt x="97472" y="208787"/>
                  </a:moveTo>
                  <a:lnTo>
                    <a:pt x="84387" y="208787"/>
                  </a:lnTo>
                  <a:lnTo>
                    <a:pt x="77555" y="210057"/>
                  </a:lnTo>
                  <a:lnTo>
                    <a:pt x="69776" y="211327"/>
                  </a:lnTo>
                  <a:lnTo>
                    <a:pt x="61048" y="213867"/>
                  </a:lnTo>
                  <a:lnTo>
                    <a:pt x="0" y="234187"/>
                  </a:lnTo>
                  <a:lnTo>
                    <a:pt x="45732" y="371347"/>
                  </a:lnTo>
                  <a:lnTo>
                    <a:pt x="63957" y="366267"/>
                  </a:lnTo>
                  <a:lnTo>
                    <a:pt x="43637" y="305307"/>
                  </a:lnTo>
                  <a:lnTo>
                    <a:pt x="64770" y="297687"/>
                  </a:lnTo>
                  <a:lnTo>
                    <a:pt x="69469" y="296417"/>
                  </a:lnTo>
                  <a:lnTo>
                    <a:pt x="72923" y="295147"/>
                  </a:lnTo>
                  <a:lnTo>
                    <a:pt x="121136" y="295147"/>
                  </a:lnTo>
                  <a:lnTo>
                    <a:pt x="109474" y="288797"/>
                  </a:lnTo>
                  <a:lnTo>
                    <a:pt x="38404" y="288797"/>
                  </a:lnTo>
                  <a:lnTo>
                    <a:pt x="23266" y="243077"/>
                  </a:lnTo>
                  <a:lnTo>
                    <a:pt x="66852" y="229107"/>
                  </a:lnTo>
                  <a:lnTo>
                    <a:pt x="77050" y="225297"/>
                  </a:lnTo>
                  <a:lnTo>
                    <a:pt x="118353" y="225297"/>
                  </a:lnTo>
                  <a:lnTo>
                    <a:pt x="115824" y="221487"/>
                  </a:lnTo>
                  <a:lnTo>
                    <a:pt x="104025" y="211327"/>
                  </a:lnTo>
                  <a:lnTo>
                    <a:pt x="97472" y="208787"/>
                  </a:lnTo>
                  <a:close/>
                </a:path>
                <a:path w="836294" h="371475">
                  <a:moveTo>
                    <a:pt x="121136" y="295147"/>
                  </a:moveTo>
                  <a:lnTo>
                    <a:pt x="81356" y="295147"/>
                  </a:lnTo>
                  <a:lnTo>
                    <a:pt x="84670" y="296417"/>
                  </a:lnTo>
                  <a:lnTo>
                    <a:pt x="87972" y="296417"/>
                  </a:lnTo>
                  <a:lnTo>
                    <a:pt x="92075" y="298957"/>
                  </a:lnTo>
                  <a:lnTo>
                    <a:pt x="96977" y="301497"/>
                  </a:lnTo>
                  <a:lnTo>
                    <a:pt x="116420" y="316737"/>
                  </a:lnTo>
                  <a:lnTo>
                    <a:pt x="144157" y="339597"/>
                  </a:lnTo>
                  <a:lnTo>
                    <a:pt x="167081" y="331977"/>
                  </a:lnTo>
                  <a:lnTo>
                    <a:pt x="130683" y="301497"/>
                  </a:lnTo>
                  <a:lnTo>
                    <a:pt x="123494" y="296417"/>
                  </a:lnTo>
                  <a:lnTo>
                    <a:pt x="121136" y="295147"/>
                  </a:lnTo>
                  <a:close/>
                </a:path>
                <a:path w="836294" h="371475">
                  <a:moveTo>
                    <a:pt x="208510" y="208787"/>
                  </a:moveTo>
                  <a:lnTo>
                    <a:pt x="199031" y="208787"/>
                  </a:lnTo>
                  <a:lnTo>
                    <a:pt x="189204" y="211327"/>
                  </a:lnTo>
                  <a:lnTo>
                    <a:pt x="160197" y="236727"/>
                  </a:lnTo>
                  <a:lnTo>
                    <a:pt x="156143" y="257047"/>
                  </a:lnTo>
                  <a:lnTo>
                    <a:pt x="157074" y="267207"/>
                  </a:lnTo>
                  <a:lnTo>
                    <a:pt x="177512" y="307847"/>
                  </a:lnTo>
                  <a:lnTo>
                    <a:pt x="204033" y="318007"/>
                  </a:lnTo>
                  <a:lnTo>
                    <a:pt x="214119" y="318007"/>
                  </a:lnTo>
                  <a:lnTo>
                    <a:pt x="224777" y="315467"/>
                  </a:lnTo>
                  <a:lnTo>
                    <a:pt x="232900" y="311657"/>
                  </a:lnTo>
                  <a:lnTo>
                    <a:pt x="239896" y="307847"/>
                  </a:lnTo>
                  <a:lnTo>
                    <a:pt x="244301" y="304037"/>
                  </a:lnTo>
                  <a:lnTo>
                    <a:pt x="211924" y="304037"/>
                  </a:lnTo>
                  <a:lnTo>
                    <a:pt x="204000" y="302767"/>
                  </a:lnTo>
                  <a:lnTo>
                    <a:pt x="178841" y="277367"/>
                  </a:lnTo>
                  <a:lnTo>
                    <a:pt x="219752" y="263397"/>
                  </a:lnTo>
                  <a:lnTo>
                    <a:pt x="175158" y="263397"/>
                  </a:lnTo>
                  <a:lnTo>
                    <a:pt x="172834" y="254507"/>
                  </a:lnTo>
                  <a:lnTo>
                    <a:pt x="173443" y="246887"/>
                  </a:lnTo>
                  <a:lnTo>
                    <a:pt x="180581" y="231647"/>
                  </a:lnTo>
                  <a:lnTo>
                    <a:pt x="186245" y="227837"/>
                  </a:lnTo>
                  <a:lnTo>
                    <a:pt x="194005" y="225297"/>
                  </a:lnTo>
                  <a:lnTo>
                    <a:pt x="200346" y="224027"/>
                  </a:lnTo>
                  <a:lnTo>
                    <a:pt x="239063" y="224027"/>
                  </a:lnTo>
                  <a:lnTo>
                    <a:pt x="234454" y="218947"/>
                  </a:lnTo>
                  <a:lnTo>
                    <a:pt x="226415" y="213867"/>
                  </a:lnTo>
                  <a:lnTo>
                    <a:pt x="217638" y="210057"/>
                  </a:lnTo>
                  <a:lnTo>
                    <a:pt x="208510" y="208787"/>
                  </a:lnTo>
                  <a:close/>
                </a:path>
                <a:path w="836294" h="371475">
                  <a:moveTo>
                    <a:pt x="257936" y="268477"/>
                  </a:moveTo>
                  <a:lnTo>
                    <a:pt x="239750" y="272287"/>
                  </a:lnTo>
                  <a:lnTo>
                    <a:pt x="239547" y="279907"/>
                  </a:lnTo>
                  <a:lnTo>
                    <a:pt x="237807" y="286257"/>
                  </a:lnTo>
                  <a:lnTo>
                    <a:pt x="231203" y="295147"/>
                  </a:lnTo>
                  <a:lnTo>
                    <a:pt x="226453" y="298957"/>
                  </a:lnTo>
                  <a:lnTo>
                    <a:pt x="220243" y="301497"/>
                  </a:lnTo>
                  <a:lnTo>
                    <a:pt x="211924" y="304037"/>
                  </a:lnTo>
                  <a:lnTo>
                    <a:pt x="244301" y="304037"/>
                  </a:lnTo>
                  <a:lnTo>
                    <a:pt x="257830" y="276097"/>
                  </a:lnTo>
                  <a:lnTo>
                    <a:pt x="257936" y="268477"/>
                  </a:lnTo>
                  <a:close/>
                </a:path>
                <a:path w="836294" h="371475">
                  <a:moveTo>
                    <a:pt x="271145" y="185927"/>
                  </a:moveTo>
                  <a:lnTo>
                    <a:pt x="256032" y="191007"/>
                  </a:lnTo>
                  <a:lnTo>
                    <a:pt x="289153" y="291337"/>
                  </a:lnTo>
                  <a:lnTo>
                    <a:pt x="306070" y="284987"/>
                  </a:lnTo>
                  <a:lnTo>
                    <a:pt x="285864" y="225297"/>
                  </a:lnTo>
                  <a:lnTo>
                    <a:pt x="284454" y="217677"/>
                  </a:lnTo>
                  <a:lnTo>
                    <a:pt x="284886" y="206247"/>
                  </a:lnTo>
                  <a:lnTo>
                    <a:pt x="286600" y="202437"/>
                  </a:lnTo>
                  <a:lnTo>
                    <a:pt x="288738" y="199897"/>
                  </a:lnTo>
                  <a:lnTo>
                    <a:pt x="275793" y="199897"/>
                  </a:lnTo>
                  <a:lnTo>
                    <a:pt x="271145" y="185927"/>
                  </a:lnTo>
                  <a:close/>
                </a:path>
                <a:path w="836294" h="371475">
                  <a:moveTo>
                    <a:pt x="118353" y="225297"/>
                  </a:moveTo>
                  <a:lnTo>
                    <a:pt x="85217" y="225297"/>
                  </a:lnTo>
                  <a:lnTo>
                    <a:pt x="97459" y="230377"/>
                  </a:lnTo>
                  <a:lnTo>
                    <a:pt x="101600" y="235457"/>
                  </a:lnTo>
                  <a:lnTo>
                    <a:pt x="105244" y="245617"/>
                  </a:lnTo>
                  <a:lnTo>
                    <a:pt x="105397" y="250697"/>
                  </a:lnTo>
                  <a:lnTo>
                    <a:pt x="103022" y="259587"/>
                  </a:lnTo>
                  <a:lnTo>
                    <a:pt x="100368" y="263397"/>
                  </a:lnTo>
                  <a:lnTo>
                    <a:pt x="92125" y="269747"/>
                  </a:lnTo>
                  <a:lnTo>
                    <a:pt x="85890" y="273557"/>
                  </a:lnTo>
                  <a:lnTo>
                    <a:pt x="77571" y="276097"/>
                  </a:lnTo>
                  <a:lnTo>
                    <a:pt x="38404" y="288797"/>
                  </a:lnTo>
                  <a:lnTo>
                    <a:pt x="109474" y="288797"/>
                  </a:lnTo>
                  <a:lnTo>
                    <a:pt x="106222" y="287527"/>
                  </a:lnTo>
                  <a:lnTo>
                    <a:pt x="101803" y="286257"/>
                  </a:lnTo>
                  <a:lnTo>
                    <a:pt x="96215" y="286257"/>
                  </a:lnTo>
                  <a:lnTo>
                    <a:pt x="104868" y="281177"/>
                  </a:lnTo>
                  <a:lnTo>
                    <a:pt x="124666" y="249427"/>
                  </a:lnTo>
                  <a:lnTo>
                    <a:pt x="124297" y="243077"/>
                  </a:lnTo>
                  <a:lnTo>
                    <a:pt x="122555" y="235457"/>
                  </a:lnTo>
                  <a:lnTo>
                    <a:pt x="120040" y="227837"/>
                  </a:lnTo>
                  <a:lnTo>
                    <a:pt x="118353" y="225297"/>
                  </a:lnTo>
                  <a:close/>
                </a:path>
                <a:path w="836294" h="371475">
                  <a:moveTo>
                    <a:pt x="343887" y="188467"/>
                  </a:moveTo>
                  <a:lnTo>
                    <a:pt x="313143" y="188467"/>
                  </a:lnTo>
                  <a:lnTo>
                    <a:pt x="321157" y="193547"/>
                  </a:lnTo>
                  <a:lnTo>
                    <a:pt x="324408" y="198627"/>
                  </a:lnTo>
                  <a:lnTo>
                    <a:pt x="348424" y="271017"/>
                  </a:lnTo>
                  <a:lnTo>
                    <a:pt x="365328" y="265937"/>
                  </a:lnTo>
                  <a:lnTo>
                    <a:pt x="346087" y="207517"/>
                  </a:lnTo>
                  <a:lnTo>
                    <a:pt x="344135" y="201167"/>
                  </a:lnTo>
                  <a:lnTo>
                    <a:pt x="343401" y="193547"/>
                  </a:lnTo>
                  <a:lnTo>
                    <a:pt x="343887" y="188467"/>
                  </a:lnTo>
                  <a:close/>
                </a:path>
                <a:path w="836294" h="371475">
                  <a:moveTo>
                    <a:pt x="239063" y="224027"/>
                  </a:moveTo>
                  <a:lnTo>
                    <a:pt x="206492" y="224027"/>
                  </a:lnTo>
                  <a:lnTo>
                    <a:pt x="212443" y="225297"/>
                  </a:lnTo>
                  <a:lnTo>
                    <a:pt x="218198" y="227837"/>
                  </a:lnTo>
                  <a:lnTo>
                    <a:pt x="223100" y="230377"/>
                  </a:lnTo>
                  <a:lnTo>
                    <a:pt x="227317" y="236727"/>
                  </a:lnTo>
                  <a:lnTo>
                    <a:pt x="230860" y="244347"/>
                  </a:lnTo>
                  <a:lnTo>
                    <a:pt x="175158" y="263397"/>
                  </a:lnTo>
                  <a:lnTo>
                    <a:pt x="219752" y="263397"/>
                  </a:lnTo>
                  <a:lnTo>
                    <a:pt x="253225" y="251967"/>
                  </a:lnTo>
                  <a:lnTo>
                    <a:pt x="252158" y="249427"/>
                  </a:lnTo>
                  <a:lnTo>
                    <a:pt x="251815" y="248157"/>
                  </a:lnTo>
                  <a:lnTo>
                    <a:pt x="247155" y="236727"/>
                  </a:lnTo>
                  <a:lnTo>
                    <a:pt x="241368" y="226567"/>
                  </a:lnTo>
                  <a:lnTo>
                    <a:pt x="239063" y="224027"/>
                  </a:lnTo>
                  <a:close/>
                </a:path>
                <a:path w="836294" h="371475">
                  <a:moveTo>
                    <a:pt x="398421" y="169417"/>
                  </a:moveTo>
                  <a:lnTo>
                    <a:pt x="371792" y="169417"/>
                  </a:lnTo>
                  <a:lnTo>
                    <a:pt x="375272" y="170687"/>
                  </a:lnTo>
                  <a:lnTo>
                    <a:pt x="378053" y="171957"/>
                  </a:lnTo>
                  <a:lnTo>
                    <a:pt x="382219" y="177037"/>
                  </a:lnTo>
                  <a:lnTo>
                    <a:pt x="384390" y="182117"/>
                  </a:lnTo>
                  <a:lnTo>
                    <a:pt x="407504" y="251967"/>
                  </a:lnTo>
                  <a:lnTo>
                    <a:pt x="424319" y="246887"/>
                  </a:lnTo>
                  <a:lnTo>
                    <a:pt x="401574" y="178307"/>
                  </a:lnTo>
                  <a:lnTo>
                    <a:pt x="398421" y="169417"/>
                  </a:lnTo>
                  <a:close/>
                </a:path>
                <a:path w="836294" h="371475">
                  <a:moveTo>
                    <a:pt x="433565" y="132587"/>
                  </a:moveTo>
                  <a:lnTo>
                    <a:pt x="416661" y="137667"/>
                  </a:lnTo>
                  <a:lnTo>
                    <a:pt x="449795" y="237997"/>
                  </a:lnTo>
                  <a:lnTo>
                    <a:pt x="466699" y="231647"/>
                  </a:lnTo>
                  <a:lnTo>
                    <a:pt x="433565" y="132587"/>
                  </a:lnTo>
                  <a:close/>
                </a:path>
                <a:path w="836294" h="371475">
                  <a:moveTo>
                    <a:pt x="475170" y="118617"/>
                  </a:moveTo>
                  <a:lnTo>
                    <a:pt x="459955" y="123697"/>
                  </a:lnTo>
                  <a:lnTo>
                    <a:pt x="493090" y="224027"/>
                  </a:lnTo>
                  <a:lnTo>
                    <a:pt x="509993" y="217677"/>
                  </a:lnTo>
                  <a:lnTo>
                    <a:pt x="491896" y="163067"/>
                  </a:lnTo>
                  <a:lnTo>
                    <a:pt x="489460" y="154177"/>
                  </a:lnTo>
                  <a:lnTo>
                    <a:pt x="488515" y="146557"/>
                  </a:lnTo>
                  <a:lnTo>
                    <a:pt x="489060" y="140207"/>
                  </a:lnTo>
                  <a:lnTo>
                    <a:pt x="491096" y="135127"/>
                  </a:lnTo>
                  <a:lnTo>
                    <a:pt x="492579" y="132587"/>
                  </a:lnTo>
                  <a:lnTo>
                    <a:pt x="479882" y="132587"/>
                  </a:lnTo>
                  <a:lnTo>
                    <a:pt x="475170" y="118617"/>
                  </a:lnTo>
                  <a:close/>
                </a:path>
                <a:path w="836294" h="371475">
                  <a:moveTo>
                    <a:pt x="547924" y="119887"/>
                  </a:moveTo>
                  <a:lnTo>
                    <a:pt x="516242" y="119887"/>
                  </a:lnTo>
                  <a:lnTo>
                    <a:pt x="524294" y="121157"/>
                  </a:lnTo>
                  <a:lnTo>
                    <a:pt x="527532" y="123697"/>
                  </a:lnTo>
                  <a:lnTo>
                    <a:pt x="557237" y="202437"/>
                  </a:lnTo>
                  <a:lnTo>
                    <a:pt x="574141" y="196087"/>
                  </a:lnTo>
                  <a:lnTo>
                    <a:pt x="553770" y="135127"/>
                  </a:lnTo>
                  <a:lnTo>
                    <a:pt x="551167" y="127507"/>
                  </a:lnTo>
                  <a:lnTo>
                    <a:pt x="549033" y="122427"/>
                  </a:lnTo>
                  <a:lnTo>
                    <a:pt x="547924" y="119887"/>
                  </a:lnTo>
                  <a:close/>
                </a:path>
                <a:path w="836294" h="371475">
                  <a:moveTo>
                    <a:pt x="314604" y="170687"/>
                  </a:moveTo>
                  <a:lnTo>
                    <a:pt x="308038" y="171957"/>
                  </a:lnTo>
                  <a:lnTo>
                    <a:pt x="300647" y="174497"/>
                  </a:lnTo>
                  <a:lnTo>
                    <a:pt x="294005" y="175767"/>
                  </a:lnTo>
                  <a:lnTo>
                    <a:pt x="288582" y="179577"/>
                  </a:lnTo>
                  <a:lnTo>
                    <a:pt x="280162" y="189737"/>
                  </a:lnTo>
                  <a:lnTo>
                    <a:pt x="277304" y="194817"/>
                  </a:lnTo>
                  <a:lnTo>
                    <a:pt x="275793" y="199897"/>
                  </a:lnTo>
                  <a:lnTo>
                    <a:pt x="288738" y="199897"/>
                  </a:lnTo>
                  <a:lnTo>
                    <a:pt x="293014" y="194817"/>
                  </a:lnTo>
                  <a:lnTo>
                    <a:pt x="296989" y="191007"/>
                  </a:lnTo>
                  <a:lnTo>
                    <a:pt x="308013" y="188467"/>
                  </a:lnTo>
                  <a:lnTo>
                    <a:pt x="343887" y="188467"/>
                  </a:lnTo>
                  <a:lnTo>
                    <a:pt x="345592" y="183387"/>
                  </a:lnTo>
                  <a:lnTo>
                    <a:pt x="346209" y="182117"/>
                  </a:lnTo>
                  <a:lnTo>
                    <a:pt x="334619" y="182117"/>
                  </a:lnTo>
                  <a:lnTo>
                    <a:pt x="330847" y="177037"/>
                  </a:lnTo>
                  <a:lnTo>
                    <a:pt x="326097" y="174497"/>
                  </a:lnTo>
                  <a:lnTo>
                    <a:pt x="320344" y="173227"/>
                  </a:lnTo>
                  <a:lnTo>
                    <a:pt x="314604" y="170687"/>
                  </a:lnTo>
                  <a:close/>
                </a:path>
                <a:path w="836294" h="371475">
                  <a:moveTo>
                    <a:pt x="373435" y="151637"/>
                  </a:moveTo>
                  <a:lnTo>
                    <a:pt x="366788" y="152907"/>
                  </a:lnTo>
                  <a:lnTo>
                    <a:pt x="359625" y="154177"/>
                  </a:lnTo>
                  <a:lnTo>
                    <a:pt x="350948" y="157987"/>
                  </a:lnTo>
                  <a:lnTo>
                    <a:pt x="343889" y="164337"/>
                  </a:lnTo>
                  <a:lnTo>
                    <a:pt x="338446" y="171957"/>
                  </a:lnTo>
                  <a:lnTo>
                    <a:pt x="334619" y="182117"/>
                  </a:lnTo>
                  <a:lnTo>
                    <a:pt x="346209" y="182117"/>
                  </a:lnTo>
                  <a:lnTo>
                    <a:pt x="348678" y="177037"/>
                  </a:lnTo>
                  <a:lnTo>
                    <a:pt x="353720" y="173227"/>
                  </a:lnTo>
                  <a:lnTo>
                    <a:pt x="364617" y="169417"/>
                  </a:lnTo>
                  <a:lnTo>
                    <a:pt x="398421" y="169417"/>
                  </a:lnTo>
                  <a:lnTo>
                    <a:pt x="394638" y="163067"/>
                  </a:lnTo>
                  <a:lnTo>
                    <a:pt x="390224" y="157987"/>
                  </a:lnTo>
                  <a:lnTo>
                    <a:pt x="385178" y="155447"/>
                  </a:lnTo>
                  <a:lnTo>
                    <a:pt x="379565" y="152907"/>
                  </a:lnTo>
                  <a:lnTo>
                    <a:pt x="373435" y="151637"/>
                  </a:lnTo>
                  <a:close/>
                </a:path>
                <a:path w="836294" h="371475">
                  <a:moveTo>
                    <a:pt x="614083" y="71627"/>
                  </a:moveTo>
                  <a:lnTo>
                    <a:pt x="608304" y="71627"/>
                  </a:lnTo>
                  <a:lnTo>
                    <a:pt x="602297" y="74167"/>
                  </a:lnTo>
                  <a:lnTo>
                    <a:pt x="594093" y="76707"/>
                  </a:lnTo>
                  <a:lnTo>
                    <a:pt x="573455" y="110997"/>
                  </a:lnTo>
                  <a:lnTo>
                    <a:pt x="573350" y="118617"/>
                  </a:lnTo>
                  <a:lnTo>
                    <a:pt x="573986" y="124967"/>
                  </a:lnTo>
                  <a:lnTo>
                    <a:pt x="591972" y="165607"/>
                  </a:lnTo>
                  <a:lnTo>
                    <a:pt x="621690" y="180847"/>
                  </a:lnTo>
                  <a:lnTo>
                    <a:pt x="629729" y="180847"/>
                  </a:lnTo>
                  <a:lnTo>
                    <a:pt x="637679" y="178307"/>
                  </a:lnTo>
                  <a:lnTo>
                    <a:pt x="646016" y="174497"/>
                  </a:lnTo>
                  <a:lnTo>
                    <a:pt x="652622" y="169417"/>
                  </a:lnTo>
                  <a:lnTo>
                    <a:pt x="655060" y="165607"/>
                  </a:lnTo>
                  <a:lnTo>
                    <a:pt x="627329" y="165607"/>
                  </a:lnTo>
                  <a:lnTo>
                    <a:pt x="619925" y="164337"/>
                  </a:lnTo>
                  <a:lnTo>
                    <a:pt x="594855" y="133857"/>
                  </a:lnTo>
                  <a:lnTo>
                    <a:pt x="591037" y="116077"/>
                  </a:lnTo>
                  <a:lnTo>
                    <a:pt x="591210" y="109727"/>
                  </a:lnTo>
                  <a:lnTo>
                    <a:pt x="592772" y="103377"/>
                  </a:lnTo>
                  <a:lnTo>
                    <a:pt x="595769" y="94487"/>
                  </a:lnTo>
                  <a:lnTo>
                    <a:pt x="601027" y="89407"/>
                  </a:lnTo>
                  <a:lnTo>
                    <a:pt x="616242" y="84327"/>
                  </a:lnTo>
                  <a:lnTo>
                    <a:pt x="654916" y="84327"/>
                  </a:lnTo>
                  <a:lnTo>
                    <a:pt x="652817" y="77977"/>
                  </a:lnTo>
                  <a:lnTo>
                    <a:pt x="634377" y="77977"/>
                  </a:lnTo>
                  <a:lnTo>
                    <a:pt x="630085" y="75437"/>
                  </a:lnTo>
                  <a:lnTo>
                    <a:pt x="625157" y="72897"/>
                  </a:lnTo>
                  <a:lnTo>
                    <a:pt x="619620" y="72897"/>
                  </a:lnTo>
                  <a:lnTo>
                    <a:pt x="614083" y="71627"/>
                  </a:lnTo>
                  <a:close/>
                </a:path>
                <a:path w="836294" h="371475">
                  <a:moveTo>
                    <a:pt x="677998" y="154177"/>
                  </a:moveTo>
                  <a:lnTo>
                    <a:pt x="660641" y="154177"/>
                  </a:lnTo>
                  <a:lnTo>
                    <a:pt x="664832" y="166877"/>
                  </a:lnTo>
                  <a:lnTo>
                    <a:pt x="680516" y="161797"/>
                  </a:lnTo>
                  <a:lnTo>
                    <a:pt x="677998" y="154177"/>
                  </a:lnTo>
                  <a:close/>
                </a:path>
                <a:path w="836294" h="371475">
                  <a:moveTo>
                    <a:pt x="654916" y="84327"/>
                  </a:moveTo>
                  <a:lnTo>
                    <a:pt x="616242" y="84327"/>
                  </a:lnTo>
                  <a:lnTo>
                    <a:pt x="623785" y="85597"/>
                  </a:lnTo>
                  <a:lnTo>
                    <a:pt x="631164" y="90677"/>
                  </a:lnTo>
                  <a:lnTo>
                    <a:pt x="651451" y="126237"/>
                  </a:lnTo>
                  <a:lnTo>
                    <a:pt x="652492" y="135127"/>
                  </a:lnTo>
                  <a:lnTo>
                    <a:pt x="652169" y="141477"/>
                  </a:lnTo>
                  <a:lnTo>
                    <a:pt x="650481" y="147827"/>
                  </a:lnTo>
                  <a:lnTo>
                    <a:pt x="647319" y="155447"/>
                  </a:lnTo>
                  <a:lnTo>
                    <a:pt x="642048" y="160527"/>
                  </a:lnTo>
                  <a:lnTo>
                    <a:pt x="627329" y="165607"/>
                  </a:lnTo>
                  <a:lnTo>
                    <a:pt x="655060" y="165607"/>
                  </a:lnTo>
                  <a:lnTo>
                    <a:pt x="657498" y="161797"/>
                  </a:lnTo>
                  <a:lnTo>
                    <a:pt x="660641" y="154177"/>
                  </a:lnTo>
                  <a:lnTo>
                    <a:pt x="677998" y="154177"/>
                  </a:lnTo>
                  <a:lnTo>
                    <a:pt x="654916" y="84327"/>
                  </a:lnTo>
                  <a:close/>
                </a:path>
                <a:path w="836294" h="371475">
                  <a:moveTo>
                    <a:pt x="523824" y="103377"/>
                  </a:moveTo>
                  <a:lnTo>
                    <a:pt x="512178" y="103377"/>
                  </a:lnTo>
                  <a:lnTo>
                    <a:pt x="506171" y="105917"/>
                  </a:lnTo>
                  <a:lnTo>
                    <a:pt x="496741" y="109727"/>
                  </a:lnTo>
                  <a:lnTo>
                    <a:pt x="489216" y="116077"/>
                  </a:lnTo>
                  <a:lnTo>
                    <a:pt x="483596" y="123697"/>
                  </a:lnTo>
                  <a:lnTo>
                    <a:pt x="479882" y="132587"/>
                  </a:lnTo>
                  <a:lnTo>
                    <a:pt x="492579" y="132587"/>
                  </a:lnTo>
                  <a:lnTo>
                    <a:pt x="494804" y="128777"/>
                  </a:lnTo>
                  <a:lnTo>
                    <a:pt x="500265" y="123697"/>
                  </a:lnTo>
                  <a:lnTo>
                    <a:pt x="511975" y="119887"/>
                  </a:lnTo>
                  <a:lnTo>
                    <a:pt x="547924" y="119887"/>
                  </a:lnTo>
                  <a:lnTo>
                    <a:pt x="547369" y="118617"/>
                  </a:lnTo>
                  <a:lnTo>
                    <a:pt x="544766" y="114807"/>
                  </a:lnTo>
                  <a:lnTo>
                    <a:pt x="541629" y="110997"/>
                  </a:lnTo>
                  <a:lnTo>
                    <a:pt x="534289" y="105917"/>
                  </a:lnTo>
                  <a:lnTo>
                    <a:pt x="529577" y="104647"/>
                  </a:lnTo>
                  <a:lnTo>
                    <a:pt x="523824" y="103377"/>
                  </a:lnTo>
                  <a:close/>
                </a:path>
                <a:path w="836294" h="371475">
                  <a:moveTo>
                    <a:pt x="420966" y="94487"/>
                  </a:moveTo>
                  <a:lnTo>
                    <a:pt x="404050" y="99567"/>
                  </a:lnTo>
                  <a:lnTo>
                    <a:pt x="410514" y="119887"/>
                  </a:lnTo>
                  <a:lnTo>
                    <a:pt x="427418" y="113537"/>
                  </a:lnTo>
                  <a:lnTo>
                    <a:pt x="420966" y="94487"/>
                  </a:lnTo>
                  <a:close/>
                </a:path>
                <a:path w="836294" h="371475">
                  <a:moveTo>
                    <a:pt x="634771" y="23367"/>
                  </a:moveTo>
                  <a:lnTo>
                    <a:pt x="617969" y="28447"/>
                  </a:lnTo>
                  <a:lnTo>
                    <a:pt x="634377" y="77977"/>
                  </a:lnTo>
                  <a:lnTo>
                    <a:pt x="652817" y="77977"/>
                  </a:lnTo>
                  <a:lnTo>
                    <a:pt x="634771" y="23367"/>
                  </a:lnTo>
                  <a:close/>
                </a:path>
                <a:path w="836294" h="371475">
                  <a:moveTo>
                    <a:pt x="733515" y="33416"/>
                  </a:moveTo>
                  <a:lnTo>
                    <a:pt x="696625" y="45767"/>
                  </a:lnTo>
                  <a:lnTo>
                    <a:pt x="681032" y="81089"/>
                  </a:lnTo>
                  <a:lnTo>
                    <a:pt x="682079" y="92376"/>
                  </a:lnTo>
                  <a:lnTo>
                    <a:pt x="702523" y="132524"/>
                  </a:lnTo>
                  <a:lnTo>
                    <a:pt x="729045" y="143208"/>
                  </a:lnTo>
                  <a:lnTo>
                    <a:pt x="739126" y="142674"/>
                  </a:lnTo>
                  <a:lnTo>
                    <a:pt x="749782" y="140080"/>
                  </a:lnTo>
                  <a:lnTo>
                    <a:pt x="757907" y="136745"/>
                  </a:lnTo>
                  <a:lnTo>
                    <a:pt x="764906" y="132635"/>
                  </a:lnTo>
                  <a:lnTo>
                    <a:pt x="769382" y="128904"/>
                  </a:lnTo>
                  <a:lnTo>
                    <a:pt x="736930" y="128904"/>
                  </a:lnTo>
                  <a:lnTo>
                    <a:pt x="729005" y="128269"/>
                  </a:lnTo>
                  <a:lnTo>
                    <a:pt x="703846" y="102234"/>
                  </a:lnTo>
                  <a:lnTo>
                    <a:pt x="746569" y="88010"/>
                  </a:lnTo>
                  <a:lnTo>
                    <a:pt x="700163" y="88010"/>
                  </a:lnTo>
                  <a:lnTo>
                    <a:pt x="697839" y="79120"/>
                  </a:lnTo>
                  <a:lnTo>
                    <a:pt x="698461" y="71119"/>
                  </a:lnTo>
                  <a:lnTo>
                    <a:pt x="702017" y="64261"/>
                  </a:lnTo>
                  <a:lnTo>
                    <a:pt x="705586" y="57276"/>
                  </a:lnTo>
                  <a:lnTo>
                    <a:pt x="711250" y="52450"/>
                  </a:lnTo>
                  <a:lnTo>
                    <a:pt x="719091" y="49893"/>
                  </a:lnTo>
                  <a:lnTo>
                    <a:pt x="725351" y="48508"/>
                  </a:lnTo>
                  <a:lnTo>
                    <a:pt x="763111" y="48498"/>
                  </a:lnTo>
                  <a:lnTo>
                    <a:pt x="759460" y="44501"/>
                  </a:lnTo>
                  <a:lnTo>
                    <a:pt x="751420" y="38861"/>
                  </a:lnTo>
                  <a:lnTo>
                    <a:pt x="742643" y="35121"/>
                  </a:lnTo>
                  <a:lnTo>
                    <a:pt x="733515" y="33416"/>
                  </a:lnTo>
                  <a:close/>
                </a:path>
                <a:path w="836294" h="371475">
                  <a:moveTo>
                    <a:pt x="782942" y="93217"/>
                  </a:moveTo>
                  <a:lnTo>
                    <a:pt x="764755" y="96900"/>
                  </a:lnTo>
                  <a:lnTo>
                    <a:pt x="764552" y="104901"/>
                  </a:lnTo>
                  <a:lnTo>
                    <a:pt x="762812" y="111251"/>
                  </a:lnTo>
                  <a:lnTo>
                    <a:pt x="756186" y="120665"/>
                  </a:lnTo>
                  <a:lnTo>
                    <a:pt x="751459" y="124078"/>
                  </a:lnTo>
                  <a:lnTo>
                    <a:pt x="736930" y="128904"/>
                  </a:lnTo>
                  <a:lnTo>
                    <a:pt x="769382" y="128904"/>
                  </a:lnTo>
                  <a:lnTo>
                    <a:pt x="782835" y="101294"/>
                  </a:lnTo>
                  <a:lnTo>
                    <a:pt x="782942" y="93217"/>
                  </a:lnTo>
                  <a:close/>
                </a:path>
                <a:path w="836294" h="371475">
                  <a:moveTo>
                    <a:pt x="796061" y="11429"/>
                  </a:moveTo>
                  <a:lnTo>
                    <a:pt x="780846" y="16382"/>
                  </a:lnTo>
                  <a:lnTo>
                    <a:pt x="813981" y="116204"/>
                  </a:lnTo>
                  <a:lnTo>
                    <a:pt x="830884" y="110616"/>
                  </a:lnTo>
                  <a:lnTo>
                    <a:pt x="811161" y="51180"/>
                  </a:lnTo>
                  <a:lnTo>
                    <a:pt x="809949" y="44501"/>
                  </a:lnTo>
                  <a:lnTo>
                    <a:pt x="809822" y="38861"/>
                  </a:lnTo>
                  <a:lnTo>
                    <a:pt x="809751" y="33273"/>
                  </a:lnTo>
                  <a:lnTo>
                    <a:pt x="810818" y="29590"/>
                  </a:lnTo>
                  <a:lnTo>
                    <a:pt x="812940" y="26542"/>
                  </a:lnTo>
                  <a:lnTo>
                    <a:pt x="801077" y="26542"/>
                  </a:lnTo>
                  <a:lnTo>
                    <a:pt x="796061" y="11429"/>
                  </a:lnTo>
                  <a:close/>
                </a:path>
                <a:path w="836294" h="371475">
                  <a:moveTo>
                    <a:pt x="763111" y="48498"/>
                  </a:moveTo>
                  <a:lnTo>
                    <a:pt x="731497" y="48498"/>
                  </a:lnTo>
                  <a:lnTo>
                    <a:pt x="737485" y="49910"/>
                  </a:lnTo>
                  <a:lnTo>
                    <a:pt x="743245" y="52730"/>
                  </a:lnTo>
                  <a:lnTo>
                    <a:pt x="748106" y="55752"/>
                  </a:lnTo>
                  <a:lnTo>
                    <a:pt x="752322" y="61340"/>
                  </a:lnTo>
                  <a:lnTo>
                    <a:pt x="755865" y="69468"/>
                  </a:lnTo>
                  <a:lnTo>
                    <a:pt x="700163" y="88010"/>
                  </a:lnTo>
                  <a:lnTo>
                    <a:pt x="746569" y="88010"/>
                  </a:lnTo>
                  <a:lnTo>
                    <a:pt x="778230" y="77469"/>
                  </a:lnTo>
                  <a:lnTo>
                    <a:pt x="777633" y="75437"/>
                  </a:lnTo>
                  <a:lnTo>
                    <a:pt x="776833" y="72897"/>
                  </a:lnTo>
                  <a:lnTo>
                    <a:pt x="772166" y="61543"/>
                  </a:lnTo>
                  <a:lnTo>
                    <a:pt x="766375" y="52069"/>
                  </a:lnTo>
                  <a:lnTo>
                    <a:pt x="763111" y="48498"/>
                  </a:lnTo>
                  <a:close/>
                </a:path>
                <a:path w="836294" h="371475">
                  <a:moveTo>
                    <a:pt x="829005" y="0"/>
                  </a:moveTo>
                  <a:lnTo>
                    <a:pt x="801077" y="26542"/>
                  </a:lnTo>
                  <a:lnTo>
                    <a:pt x="812940" y="26542"/>
                  </a:lnTo>
                  <a:lnTo>
                    <a:pt x="815225" y="23113"/>
                  </a:lnTo>
                  <a:lnTo>
                    <a:pt x="818172" y="20954"/>
                  </a:lnTo>
                  <a:lnTo>
                    <a:pt x="826007" y="18287"/>
                  </a:lnTo>
                  <a:lnTo>
                    <a:pt x="830541" y="18160"/>
                  </a:lnTo>
                  <a:lnTo>
                    <a:pt x="835522" y="18160"/>
                  </a:lnTo>
                  <a:lnTo>
                    <a:pt x="836104" y="1650"/>
                  </a:lnTo>
                  <a:lnTo>
                    <a:pt x="829005" y="0"/>
                  </a:lnTo>
                  <a:close/>
                </a:path>
                <a:path w="836294" h="371475">
                  <a:moveTo>
                    <a:pt x="835522" y="18160"/>
                  </a:moveTo>
                  <a:lnTo>
                    <a:pt x="830541" y="18160"/>
                  </a:lnTo>
                  <a:lnTo>
                    <a:pt x="835482" y="19303"/>
                  </a:lnTo>
                  <a:lnTo>
                    <a:pt x="835522" y="181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object 28"/>
          <p:cNvSpPr/>
          <p:nvPr/>
        </p:nvSpPr>
        <p:spPr>
          <a:xfrm>
            <a:off x="2761560" y="2958120"/>
            <a:ext cx="6073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Write</a:t>
            </a:r>
            <a:r>
              <a:rPr lang="en-US" sz="800" b="0" u="none" spc="-26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en-US" sz="800" b="0" u="none" spc="-11" strike="noStrike">
                <a:solidFill>
                  <a:srgbClr val="FF0000"/>
                </a:solidFill>
                <a:effectLst/>
                <a:uFillTx/>
                <a:latin typeface="Arial"/>
              </a:rPr>
              <a:t>Enable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object 29"/>
          <p:cNvSpPr/>
          <p:nvPr/>
        </p:nvSpPr>
        <p:spPr>
          <a:xfrm>
            <a:off x="2304360" y="1522440"/>
            <a:ext cx="1382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object 30"/>
          <p:cNvSpPr/>
          <p:nvPr/>
        </p:nvSpPr>
        <p:spPr>
          <a:xfrm>
            <a:off x="5413680" y="1157760"/>
            <a:ext cx="98280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RS1VAL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6200">
              <a:lnSpc>
                <a:spcPct val="100000"/>
              </a:lnSpc>
              <a:spcBef>
                <a:spcPts val="709"/>
              </a:spcBef>
            </a:pPr>
            <a:r>
              <a:rPr lang="en-US" sz="8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object 31"/>
          <p:cNvSpPr/>
          <p:nvPr/>
        </p:nvSpPr>
        <p:spPr>
          <a:xfrm>
            <a:off x="2822040" y="2476440"/>
            <a:ext cx="24343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960" rIns="0" bIns="0" anchor="t">
            <a:spAutoFit/>
          </a:bodyPr>
          <a:p>
            <a:pPr marL="745560">
              <a:lnSpc>
                <a:spcPct val="100000"/>
              </a:lnSpc>
              <a:spcBef>
                <a:spcPts val="315"/>
              </a:spcBef>
              <a:tabLst>
                <a:tab pos="1362600" algn="l"/>
                <a:tab pos="1978200" algn="l"/>
              </a:tabLst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200" b="0" u="none" spc="-74" strike="noStrike" baseline="3000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en-US" sz="1200" b="0" u="none" strike="noStrike" baseline="3000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200" b="0" u="none" spc="-74" strike="noStrike" baseline="3000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  <a:tabLst>
                <a:tab pos="681480" algn="l"/>
                <a:tab pos="1231920" algn="l"/>
                <a:tab pos="1926000" algn="l"/>
              </a:tabLst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WE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RD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RS1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9" name="object 32"/>
          <p:cNvGrpSpPr/>
          <p:nvPr/>
        </p:nvGrpSpPr>
        <p:grpSpPr>
          <a:xfrm>
            <a:off x="1125720" y="998280"/>
            <a:ext cx="5690160" cy="2239920"/>
            <a:chOff x="1125720" y="998280"/>
            <a:chExt cx="5690160" cy="2239920"/>
          </a:xfrm>
        </p:grpSpPr>
        <p:pic>
          <p:nvPicPr>
            <p:cNvPr id="270" name="object 33"/>
            <p:cNvPicPr/>
            <p:nvPr/>
          </p:nvPicPr>
          <p:blipFill>
            <a:blip r:embed="rId5"/>
            <a:stretch/>
          </p:blipFill>
          <p:spPr>
            <a:xfrm>
              <a:off x="1203840" y="998280"/>
              <a:ext cx="2849400" cy="223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1" name="object 34"/>
            <p:cNvSpPr/>
            <p:nvPr/>
          </p:nvSpPr>
          <p:spPr>
            <a:xfrm>
              <a:off x="1251360" y="1029600"/>
              <a:ext cx="2760120" cy="2145960"/>
            </a:xfrm>
            <a:custGeom>
              <a:avLst/>
              <a:gdLst>
                <a:gd name="textAreaLeft" fmla="*/ 0 w 2760120"/>
                <a:gd name="textAreaRight" fmla="*/ 2760480 w 2760120"/>
                <a:gd name="textAreaTop" fmla="*/ 0 h 2145960"/>
                <a:gd name="textAreaBottom" fmla="*/ 2146320 h 2145960"/>
              </a:gdLst>
              <a:ahLst/>
              <a:cxnLst/>
              <a:rect l="textAreaLeft" t="textAreaTop" r="textAreaRight" b="textAreaBottom"/>
              <a:pathLst>
                <a:path w="2760345" h="2146300">
                  <a:moveTo>
                    <a:pt x="1690923" y="76200"/>
                  </a:moveTo>
                  <a:lnTo>
                    <a:pt x="201406" y="76200"/>
                  </a:lnTo>
                  <a:lnTo>
                    <a:pt x="163657" y="88900"/>
                  </a:lnTo>
                  <a:lnTo>
                    <a:pt x="120396" y="101600"/>
                  </a:lnTo>
                  <a:lnTo>
                    <a:pt x="103729" y="114300"/>
                  </a:lnTo>
                  <a:lnTo>
                    <a:pt x="87741" y="114300"/>
                  </a:lnTo>
                  <a:lnTo>
                    <a:pt x="56134" y="139700"/>
                  </a:lnTo>
                  <a:lnTo>
                    <a:pt x="47686" y="152400"/>
                  </a:lnTo>
                  <a:lnTo>
                    <a:pt x="38941" y="177800"/>
                  </a:lnTo>
                  <a:lnTo>
                    <a:pt x="30791" y="190500"/>
                  </a:lnTo>
                  <a:lnTo>
                    <a:pt x="13212" y="254000"/>
                  </a:lnTo>
                  <a:lnTo>
                    <a:pt x="6778" y="292100"/>
                  </a:lnTo>
                  <a:lnTo>
                    <a:pt x="2988" y="342900"/>
                  </a:lnTo>
                  <a:lnTo>
                    <a:pt x="0" y="393700"/>
                  </a:lnTo>
                  <a:lnTo>
                    <a:pt x="2773" y="431800"/>
                  </a:lnTo>
                  <a:lnTo>
                    <a:pt x="7673" y="495300"/>
                  </a:lnTo>
                  <a:lnTo>
                    <a:pt x="16769" y="546100"/>
                  </a:lnTo>
                  <a:lnTo>
                    <a:pt x="32131" y="584200"/>
                  </a:lnTo>
                  <a:lnTo>
                    <a:pt x="70151" y="622300"/>
                  </a:lnTo>
                  <a:lnTo>
                    <a:pt x="92192" y="635000"/>
                  </a:lnTo>
                  <a:lnTo>
                    <a:pt x="112268" y="647700"/>
                  </a:lnTo>
                  <a:lnTo>
                    <a:pt x="124021" y="660400"/>
                  </a:lnTo>
                  <a:lnTo>
                    <a:pt x="135524" y="673100"/>
                  </a:lnTo>
                  <a:lnTo>
                    <a:pt x="147433" y="685800"/>
                  </a:lnTo>
                  <a:lnTo>
                    <a:pt x="160401" y="698500"/>
                  </a:lnTo>
                  <a:lnTo>
                    <a:pt x="169636" y="711200"/>
                  </a:lnTo>
                  <a:lnTo>
                    <a:pt x="200533" y="711200"/>
                  </a:lnTo>
                  <a:lnTo>
                    <a:pt x="234884" y="723900"/>
                  </a:lnTo>
                  <a:lnTo>
                    <a:pt x="281701" y="723900"/>
                  </a:lnTo>
                  <a:lnTo>
                    <a:pt x="326066" y="736600"/>
                  </a:lnTo>
                  <a:lnTo>
                    <a:pt x="473328" y="736600"/>
                  </a:lnTo>
                  <a:lnTo>
                    <a:pt x="509446" y="749300"/>
                  </a:lnTo>
                  <a:lnTo>
                    <a:pt x="672754" y="749300"/>
                  </a:lnTo>
                  <a:lnTo>
                    <a:pt x="713278" y="762000"/>
                  </a:lnTo>
                  <a:lnTo>
                    <a:pt x="790796" y="762000"/>
                  </a:lnTo>
                  <a:lnTo>
                    <a:pt x="800975" y="774700"/>
                  </a:lnTo>
                  <a:lnTo>
                    <a:pt x="844459" y="774700"/>
                  </a:lnTo>
                  <a:lnTo>
                    <a:pt x="882522" y="787400"/>
                  </a:lnTo>
                  <a:lnTo>
                    <a:pt x="962787" y="787400"/>
                  </a:lnTo>
                  <a:lnTo>
                    <a:pt x="1034922" y="800100"/>
                  </a:lnTo>
                  <a:lnTo>
                    <a:pt x="1083506" y="825500"/>
                  </a:lnTo>
                  <a:lnTo>
                    <a:pt x="1104693" y="825500"/>
                  </a:lnTo>
                  <a:lnTo>
                    <a:pt x="1119094" y="838200"/>
                  </a:lnTo>
                  <a:lnTo>
                    <a:pt x="1147318" y="863600"/>
                  </a:lnTo>
                  <a:lnTo>
                    <a:pt x="1155267" y="876300"/>
                  </a:lnTo>
                  <a:lnTo>
                    <a:pt x="1163192" y="901700"/>
                  </a:lnTo>
                  <a:lnTo>
                    <a:pt x="1171213" y="914400"/>
                  </a:lnTo>
                  <a:lnTo>
                    <a:pt x="1179448" y="939800"/>
                  </a:lnTo>
                  <a:lnTo>
                    <a:pt x="1185467" y="939800"/>
                  </a:lnTo>
                  <a:lnTo>
                    <a:pt x="1191879" y="952500"/>
                  </a:lnTo>
                  <a:lnTo>
                    <a:pt x="1198076" y="965200"/>
                  </a:lnTo>
                  <a:lnTo>
                    <a:pt x="1203452" y="977900"/>
                  </a:lnTo>
                  <a:lnTo>
                    <a:pt x="1223224" y="1041400"/>
                  </a:lnTo>
                  <a:lnTo>
                    <a:pt x="1244187" y="1092200"/>
                  </a:lnTo>
                  <a:lnTo>
                    <a:pt x="1260816" y="1143000"/>
                  </a:lnTo>
                  <a:lnTo>
                    <a:pt x="1267587" y="1168400"/>
                  </a:lnTo>
                  <a:lnTo>
                    <a:pt x="1275613" y="1219200"/>
                  </a:lnTo>
                  <a:lnTo>
                    <a:pt x="1291544" y="1320800"/>
                  </a:lnTo>
                  <a:lnTo>
                    <a:pt x="1299570" y="1371600"/>
                  </a:lnTo>
                  <a:lnTo>
                    <a:pt x="1307719" y="1409700"/>
                  </a:lnTo>
                  <a:lnTo>
                    <a:pt x="1314638" y="1460500"/>
                  </a:lnTo>
                  <a:lnTo>
                    <a:pt x="1324003" y="1511300"/>
                  </a:lnTo>
                  <a:lnTo>
                    <a:pt x="1334721" y="1562100"/>
                  </a:lnTo>
                  <a:lnTo>
                    <a:pt x="1345701" y="1625600"/>
                  </a:lnTo>
                  <a:lnTo>
                    <a:pt x="1355852" y="1663700"/>
                  </a:lnTo>
                  <a:lnTo>
                    <a:pt x="1361283" y="1676400"/>
                  </a:lnTo>
                  <a:lnTo>
                    <a:pt x="1367774" y="1701800"/>
                  </a:lnTo>
                  <a:lnTo>
                    <a:pt x="1374336" y="1714500"/>
                  </a:lnTo>
                  <a:lnTo>
                    <a:pt x="1379982" y="1727200"/>
                  </a:lnTo>
                  <a:lnTo>
                    <a:pt x="1384714" y="1739900"/>
                  </a:lnTo>
                  <a:lnTo>
                    <a:pt x="1388697" y="1765300"/>
                  </a:lnTo>
                  <a:lnTo>
                    <a:pt x="1392322" y="1778000"/>
                  </a:lnTo>
                  <a:lnTo>
                    <a:pt x="1395984" y="1803400"/>
                  </a:lnTo>
                  <a:lnTo>
                    <a:pt x="1399468" y="1816100"/>
                  </a:lnTo>
                  <a:lnTo>
                    <a:pt x="1402429" y="1841500"/>
                  </a:lnTo>
                  <a:lnTo>
                    <a:pt x="1406199" y="1854200"/>
                  </a:lnTo>
                  <a:lnTo>
                    <a:pt x="1412113" y="1879600"/>
                  </a:lnTo>
                  <a:lnTo>
                    <a:pt x="1420649" y="1892300"/>
                  </a:lnTo>
                  <a:lnTo>
                    <a:pt x="1431353" y="1917700"/>
                  </a:lnTo>
                  <a:lnTo>
                    <a:pt x="1442438" y="1930400"/>
                  </a:lnTo>
                  <a:lnTo>
                    <a:pt x="1452118" y="1943100"/>
                  </a:lnTo>
                  <a:lnTo>
                    <a:pt x="1460549" y="1968500"/>
                  </a:lnTo>
                  <a:lnTo>
                    <a:pt x="1467564" y="1981200"/>
                  </a:lnTo>
                  <a:lnTo>
                    <a:pt x="1474888" y="2006600"/>
                  </a:lnTo>
                  <a:lnTo>
                    <a:pt x="1484248" y="2019300"/>
                  </a:lnTo>
                  <a:lnTo>
                    <a:pt x="1503344" y="2044700"/>
                  </a:lnTo>
                  <a:lnTo>
                    <a:pt x="1530334" y="2082800"/>
                  </a:lnTo>
                  <a:lnTo>
                    <a:pt x="1560347" y="2108200"/>
                  </a:lnTo>
                  <a:lnTo>
                    <a:pt x="1588516" y="2120900"/>
                  </a:lnTo>
                  <a:lnTo>
                    <a:pt x="1632978" y="2133600"/>
                  </a:lnTo>
                  <a:lnTo>
                    <a:pt x="1680139" y="2146300"/>
                  </a:lnTo>
                  <a:lnTo>
                    <a:pt x="1869313" y="2146300"/>
                  </a:lnTo>
                  <a:lnTo>
                    <a:pt x="2206371" y="2133600"/>
                  </a:lnTo>
                  <a:lnTo>
                    <a:pt x="2262505" y="2133600"/>
                  </a:lnTo>
                  <a:lnTo>
                    <a:pt x="2326640" y="2120900"/>
                  </a:lnTo>
                  <a:lnTo>
                    <a:pt x="2354770" y="2120900"/>
                  </a:lnTo>
                  <a:lnTo>
                    <a:pt x="2368823" y="2108200"/>
                  </a:lnTo>
                  <a:lnTo>
                    <a:pt x="2459053" y="2108200"/>
                  </a:lnTo>
                  <a:lnTo>
                    <a:pt x="2497183" y="2095500"/>
                  </a:lnTo>
                  <a:lnTo>
                    <a:pt x="2559304" y="2095500"/>
                  </a:lnTo>
                  <a:lnTo>
                    <a:pt x="2567432" y="2082800"/>
                  </a:lnTo>
                  <a:lnTo>
                    <a:pt x="2623566" y="2082800"/>
                  </a:lnTo>
                  <a:lnTo>
                    <a:pt x="2631227" y="2070100"/>
                  </a:lnTo>
                  <a:lnTo>
                    <a:pt x="2637043" y="2070100"/>
                  </a:lnTo>
                  <a:lnTo>
                    <a:pt x="2642121" y="2057400"/>
                  </a:lnTo>
                  <a:lnTo>
                    <a:pt x="2647569" y="2044700"/>
                  </a:lnTo>
                  <a:lnTo>
                    <a:pt x="2654071" y="1981200"/>
                  </a:lnTo>
                  <a:lnTo>
                    <a:pt x="2656291" y="1955800"/>
                  </a:lnTo>
                  <a:lnTo>
                    <a:pt x="2659110" y="1943100"/>
                  </a:lnTo>
                  <a:lnTo>
                    <a:pt x="2663494" y="1917700"/>
                  </a:lnTo>
                  <a:lnTo>
                    <a:pt x="2670411" y="1892300"/>
                  </a:lnTo>
                  <a:lnTo>
                    <a:pt x="2680824" y="1854200"/>
                  </a:lnTo>
                  <a:lnTo>
                    <a:pt x="2695702" y="1790700"/>
                  </a:lnTo>
                  <a:lnTo>
                    <a:pt x="2705723" y="1752600"/>
                  </a:lnTo>
                  <a:lnTo>
                    <a:pt x="2711291" y="1727200"/>
                  </a:lnTo>
                  <a:lnTo>
                    <a:pt x="2719097" y="1714500"/>
                  </a:lnTo>
                  <a:lnTo>
                    <a:pt x="2735834" y="1676400"/>
                  </a:lnTo>
                  <a:lnTo>
                    <a:pt x="2737566" y="1663700"/>
                  </a:lnTo>
                  <a:lnTo>
                    <a:pt x="2739120" y="1638300"/>
                  </a:lnTo>
                  <a:lnTo>
                    <a:pt x="2741031" y="1625600"/>
                  </a:lnTo>
                  <a:lnTo>
                    <a:pt x="2743835" y="1612900"/>
                  </a:lnTo>
                  <a:lnTo>
                    <a:pt x="2747980" y="1600200"/>
                  </a:lnTo>
                  <a:lnTo>
                    <a:pt x="2753566" y="1600200"/>
                  </a:lnTo>
                  <a:lnTo>
                    <a:pt x="2758318" y="1587500"/>
                  </a:lnTo>
                  <a:lnTo>
                    <a:pt x="2759964" y="1574800"/>
                  </a:lnTo>
                  <a:lnTo>
                    <a:pt x="2755157" y="1524000"/>
                  </a:lnTo>
                  <a:lnTo>
                    <a:pt x="2747899" y="1460500"/>
                  </a:lnTo>
                  <a:lnTo>
                    <a:pt x="2738639" y="1409700"/>
                  </a:lnTo>
                  <a:lnTo>
                    <a:pt x="2727833" y="1346200"/>
                  </a:lnTo>
                  <a:lnTo>
                    <a:pt x="2712809" y="1320800"/>
                  </a:lnTo>
                  <a:lnTo>
                    <a:pt x="2686605" y="1282700"/>
                  </a:lnTo>
                  <a:lnTo>
                    <a:pt x="2658949" y="1244600"/>
                  </a:lnTo>
                  <a:lnTo>
                    <a:pt x="2639568" y="1219200"/>
                  </a:lnTo>
                  <a:lnTo>
                    <a:pt x="2634013" y="1219200"/>
                  </a:lnTo>
                  <a:lnTo>
                    <a:pt x="2628947" y="1206500"/>
                  </a:lnTo>
                  <a:lnTo>
                    <a:pt x="2623190" y="1193800"/>
                  </a:lnTo>
                  <a:lnTo>
                    <a:pt x="2615565" y="1193800"/>
                  </a:lnTo>
                  <a:lnTo>
                    <a:pt x="2584910" y="1181100"/>
                  </a:lnTo>
                  <a:lnTo>
                    <a:pt x="2546159" y="1155700"/>
                  </a:lnTo>
                  <a:lnTo>
                    <a:pt x="2505979" y="1143000"/>
                  </a:lnTo>
                  <a:lnTo>
                    <a:pt x="2471039" y="1130300"/>
                  </a:lnTo>
                  <a:lnTo>
                    <a:pt x="2370963" y="1104900"/>
                  </a:lnTo>
                  <a:lnTo>
                    <a:pt x="2320663" y="1104900"/>
                  </a:lnTo>
                  <a:lnTo>
                    <a:pt x="2270506" y="1092200"/>
                  </a:lnTo>
                  <a:lnTo>
                    <a:pt x="2228101" y="1092200"/>
                  </a:lnTo>
                  <a:lnTo>
                    <a:pt x="2195210" y="1079500"/>
                  </a:lnTo>
                  <a:lnTo>
                    <a:pt x="2163867" y="1079500"/>
                  </a:lnTo>
                  <a:lnTo>
                    <a:pt x="2126107" y="1066800"/>
                  </a:lnTo>
                  <a:lnTo>
                    <a:pt x="2109799" y="1054100"/>
                  </a:lnTo>
                  <a:lnTo>
                    <a:pt x="2093563" y="1054100"/>
                  </a:lnTo>
                  <a:lnTo>
                    <a:pt x="2077565" y="1041400"/>
                  </a:lnTo>
                  <a:lnTo>
                    <a:pt x="2061972" y="1041400"/>
                  </a:lnTo>
                  <a:lnTo>
                    <a:pt x="2045251" y="1028700"/>
                  </a:lnTo>
                  <a:lnTo>
                    <a:pt x="2028983" y="1016000"/>
                  </a:lnTo>
                  <a:lnTo>
                    <a:pt x="2013144" y="1003300"/>
                  </a:lnTo>
                  <a:lnTo>
                    <a:pt x="1997710" y="1003300"/>
                  </a:lnTo>
                  <a:lnTo>
                    <a:pt x="1971006" y="977900"/>
                  </a:lnTo>
                  <a:lnTo>
                    <a:pt x="1942099" y="952500"/>
                  </a:lnTo>
                  <a:lnTo>
                    <a:pt x="1918932" y="939800"/>
                  </a:lnTo>
                  <a:lnTo>
                    <a:pt x="1909445" y="927100"/>
                  </a:lnTo>
                  <a:lnTo>
                    <a:pt x="1895338" y="889000"/>
                  </a:lnTo>
                  <a:lnTo>
                    <a:pt x="1888159" y="876300"/>
                  </a:lnTo>
                  <a:lnTo>
                    <a:pt x="1885425" y="863600"/>
                  </a:lnTo>
                  <a:lnTo>
                    <a:pt x="1884655" y="850900"/>
                  </a:lnTo>
                  <a:lnTo>
                    <a:pt x="1883367" y="850900"/>
                  </a:lnTo>
                  <a:lnTo>
                    <a:pt x="1879080" y="825500"/>
                  </a:lnTo>
                  <a:lnTo>
                    <a:pt x="1869313" y="774700"/>
                  </a:lnTo>
                  <a:lnTo>
                    <a:pt x="1865616" y="762000"/>
                  </a:lnTo>
                  <a:lnTo>
                    <a:pt x="1856936" y="736600"/>
                  </a:lnTo>
                  <a:lnTo>
                    <a:pt x="1853311" y="711200"/>
                  </a:lnTo>
                  <a:lnTo>
                    <a:pt x="1847917" y="685800"/>
                  </a:lnTo>
                  <a:lnTo>
                    <a:pt x="1843404" y="647700"/>
                  </a:lnTo>
                  <a:lnTo>
                    <a:pt x="1839845" y="596900"/>
                  </a:lnTo>
                  <a:lnTo>
                    <a:pt x="1837309" y="571500"/>
                  </a:lnTo>
                  <a:lnTo>
                    <a:pt x="1839684" y="533400"/>
                  </a:lnTo>
                  <a:lnTo>
                    <a:pt x="1842309" y="495300"/>
                  </a:lnTo>
                  <a:lnTo>
                    <a:pt x="1844434" y="457200"/>
                  </a:lnTo>
                  <a:lnTo>
                    <a:pt x="1845310" y="419100"/>
                  </a:lnTo>
                  <a:lnTo>
                    <a:pt x="1844290" y="381000"/>
                  </a:lnTo>
                  <a:lnTo>
                    <a:pt x="1840579" y="330200"/>
                  </a:lnTo>
                  <a:lnTo>
                    <a:pt x="1833201" y="292100"/>
                  </a:lnTo>
                  <a:lnTo>
                    <a:pt x="1821179" y="241300"/>
                  </a:lnTo>
                  <a:lnTo>
                    <a:pt x="1814322" y="228600"/>
                  </a:lnTo>
                  <a:lnTo>
                    <a:pt x="1806797" y="203200"/>
                  </a:lnTo>
                  <a:lnTo>
                    <a:pt x="1798462" y="190500"/>
                  </a:lnTo>
                  <a:lnTo>
                    <a:pt x="1789176" y="177800"/>
                  </a:lnTo>
                  <a:lnTo>
                    <a:pt x="1775598" y="152400"/>
                  </a:lnTo>
                  <a:lnTo>
                    <a:pt x="1754854" y="127000"/>
                  </a:lnTo>
                  <a:lnTo>
                    <a:pt x="1733204" y="101600"/>
                  </a:lnTo>
                  <a:lnTo>
                    <a:pt x="1716913" y="88900"/>
                  </a:lnTo>
                  <a:lnTo>
                    <a:pt x="1690923" y="76200"/>
                  </a:lnTo>
                  <a:close/>
                </a:path>
                <a:path w="2760345" h="2146300">
                  <a:moveTo>
                    <a:pt x="1604645" y="63500"/>
                  </a:moveTo>
                  <a:lnTo>
                    <a:pt x="288798" y="63500"/>
                  </a:lnTo>
                  <a:lnTo>
                    <a:pt x="240750" y="76200"/>
                  </a:lnTo>
                  <a:lnTo>
                    <a:pt x="1635706" y="76200"/>
                  </a:lnTo>
                  <a:lnTo>
                    <a:pt x="1604645" y="63500"/>
                  </a:lnTo>
                  <a:close/>
                </a:path>
                <a:path w="2760345" h="2146300">
                  <a:moveTo>
                    <a:pt x="1524381" y="50800"/>
                  </a:moveTo>
                  <a:lnTo>
                    <a:pt x="666824" y="50800"/>
                  </a:lnTo>
                  <a:lnTo>
                    <a:pt x="616891" y="63500"/>
                  </a:lnTo>
                  <a:lnTo>
                    <a:pt x="1564370" y="63500"/>
                  </a:lnTo>
                  <a:lnTo>
                    <a:pt x="1524381" y="50800"/>
                  </a:lnTo>
                  <a:close/>
                </a:path>
                <a:path w="2760345" h="2146300">
                  <a:moveTo>
                    <a:pt x="1488440" y="38100"/>
                  </a:moveTo>
                  <a:lnTo>
                    <a:pt x="956800" y="38100"/>
                  </a:lnTo>
                  <a:lnTo>
                    <a:pt x="926798" y="50800"/>
                  </a:lnTo>
                  <a:lnTo>
                    <a:pt x="1506374" y="50800"/>
                  </a:lnTo>
                  <a:lnTo>
                    <a:pt x="1488440" y="38100"/>
                  </a:lnTo>
                  <a:close/>
                </a:path>
                <a:path w="2760345" h="2146300">
                  <a:moveTo>
                    <a:pt x="1287474" y="12700"/>
                  </a:moveTo>
                  <a:lnTo>
                    <a:pt x="1113604" y="12700"/>
                  </a:lnTo>
                  <a:lnTo>
                    <a:pt x="1060350" y="25400"/>
                  </a:lnTo>
                  <a:lnTo>
                    <a:pt x="986790" y="38100"/>
                  </a:lnTo>
                  <a:lnTo>
                    <a:pt x="1452118" y="38100"/>
                  </a:lnTo>
                  <a:lnTo>
                    <a:pt x="1375608" y="25400"/>
                  </a:lnTo>
                  <a:lnTo>
                    <a:pt x="1322258" y="25400"/>
                  </a:lnTo>
                  <a:lnTo>
                    <a:pt x="1287474" y="12700"/>
                  </a:lnTo>
                  <a:close/>
                </a:path>
                <a:path w="2760345" h="2146300">
                  <a:moveTo>
                    <a:pt x="1248588" y="0"/>
                  </a:moveTo>
                  <a:lnTo>
                    <a:pt x="1183787" y="0"/>
                  </a:lnTo>
                  <a:lnTo>
                    <a:pt x="1172095" y="12700"/>
                  </a:lnTo>
                  <a:lnTo>
                    <a:pt x="1255232" y="12700"/>
                  </a:lnTo>
                  <a:lnTo>
                    <a:pt x="1248588" y="0"/>
                  </a:lnTo>
                  <a:close/>
                </a:path>
              </a:pathLst>
            </a:custGeom>
            <a:solidFill>
              <a:srgbClr val="FFBECC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object 35"/>
            <p:cNvSpPr/>
            <p:nvPr/>
          </p:nvSpPr>
          <p:spPr>
            <a:xfrm>
              <a:off x="1251360" y="1025640"/>
              <a:ext cx="2760120" cy="2150280"/>
            </a:xfrm>
            <a:custGeom>
              <a:avLst/>
              <a:gdLst>
                <a:gd name="textAreaLeft" fmla="*/ 0 w 2760120"/>
                <a:gd name="textAreaRight" fmla="*/ 2760480 w 2760120"/>
                <a:gd name="textAreaTop" fmla="*/ 0 h 2150280"/>
                <a:gd name="textAreaBottom" fmla="*/ 2150640 h 2150280"/>
              </a:gdLst>
              <a:ahLst/>
              <a:cxnLst/>
              <a:rect l="textAreaLeft" t="textAreaTop" r="textAreaRight" b="textAreaBottom"/>
              <a:pathLst>
                <a:path w="2760345" h="2150745">
                  <a:moveTo>
                    <a:pt x="1211453" y="1564"/>
                  </a:moveTo>
                  <a:lnTo>
                    <a:pt x="1195766" y="1311"/>
                  </a:lnTo>
                  <a:lnTo>
                    <a:pt x="1188812" y="758"/>
                  </a:lnTo>
                  <a:lnTo>
                    <a:pt x="1187364" y="217"/>
                  </a:lnTo>
                  <a:lnTo>
                    <a:pt x="1188194" y="0"/>
                  </a:lnTo>
                  <a:lnTo>
                    <a:pt x="1188078" y="417"/>
                  </a:lnTo>
                  <a:lnTo>
                    <a:pt x="1149776" y="8593"/>
                  </a:lnTo>
                  <a:lnTo>
                    <a:pt x="1060350" y="22928"/>
                  </a:lnTo>
                  <a:lnTo>
                    <a:pt x="986790" y="33695"/>
                  </a:lnTo>
                  <a:lnTo>
                    <a:pt x="956800" y="38374"/>
                  </a:lnTo>
                  <a:lnTo>
                    <a:pt x="896725" y="47304"/>
                  </a:lnTo>
                  <a:lnTo>
                    <a:pt x="816605" y="51556"/>
                  </a:lnTo>
                  <a:lnTo>
                    <a:pt x="766682" y="52961"/>
                  </a:lnTo>
                  <a:lnTo>
                    <a:pt x="716755" y="54001"/>
                  </a:lnTo>
                  <a:lnTo>
                    <a:pt x="666824" y="54769"/>
                  </a:lnTo>
                  <a:lnTo>
                    <a:pt x="616891" y="55355"/>
                  </a:lnTo>
                  <a:lnTo>
                    <a:pt x="566960" y="55850"/>
                  </a:lnTo>
                  <a:lnTo>
                    <a:pt x="517033" y="56345"/>
                  </a:lnTo>
                  <a:lnTo>
                    <a:pt x="467110" y="56931"/>
                  </a:lnTo>
                  <a:lnTo>
                    <a:pt x="417195" y="57698"/>
                  </a:lnTo>
                  <a:lnTo>
                    <a:pt x="288798" y="65699"/>
                  </a:lnTo>
                  <a:lnTo>
                    <a:pt x="240750" y="68648"/>
                  </a:lnTo>
                  <a:lnTo>
                    <a:pt x="201406" y="72335"/>
                  </a:lnTo>
                  <a:lnTo>
                    <a:pt x="163657" y="80737"/>
                  </a:lnTo>
                  <a:lnTo>
                    <a:pt x="120396" y="97830"/>
                  </a:lnTo>
                  <a:lnTo>
                    <a:pt x="72014" y="127513"/>
                  </a:lnTo>
                  <a:lnTo>
                    <a:pt x="56134" y="137962"/>
                  </a:lnTo>
                  <a:lnTo>
                    <a:pt x="47686" y="153788"/>
                  </a:lnTo>
                  <a:lnTo>
                    <a:pt x="38941" y="169506"/>
                  </a:lnTo>
                  <a:lnTo>
                    <a:pt x="30791" y="185486"/>
                  </a:lnTo>
                  <a:lnTo>
                    <a:pt x="13212" y="246270"/>
                  </a:lnTo>
                  <a:lnTo>
                    <a:pt x="6778" y="294109"/>
                  </a:lnTo>
                  <a:lnTo>
                    <a:pt x="2988" y="342043"/>
                  </a:lnTo>
                  <a:lnTo>
                    <a:pt x="0" y="386501"/>
                  </a:lnTo>
                  <a:lnTo>
                    <a:pt x="2773" y="429816"/>
                  </a:lnTo>
                  <a:lnTo>
                    <a:pt x="7673" y="487562"/>
                  </a:lnTo>
                  <a:lnTo>
                    <a:pt x="16769" y="544878"/>
                  </a:lnTo>
                  <a:lnTo>
                    <a:pt x="32131" y="586907"/>
                  </a:lnTo>
                  <a:lnTo>
                    <a:pt x="70151" y="620689"/>
                  </a:lnTo>
                  <a:lnTo>
                    <a:pt x="92192" y="634878"/>
                  </a:lnTo>
                  <a:lnTo>
                    <a:pt x="112268" y="651042"/>
                  </a:lnTo>
                  <a:lnTo>
                    <a:pt x="124021" y="663439"/>
                  </a:lnTo>
                  <a:lnTo>
                    <a:pt x="135524" y="676109"/>
                  </a:lnTo>
                  <a:lnTo>
                    <a:pt x="147433" y="688279"/>
                  </a:lnTo>
                  <a:lnTo>
                    <a:pt x="179609" y="709081"/>
                  </a:lnTo>
                  <a:lnTo>
                    <a:pt x="234884" y="720767"/>
                  </a:lnTo>
                  <a:lnTo>
                    <a:pt x="281701" y="725607"/>
                  </a:lnTo>
                  <a:lnTo>
                    <a:pt x="326066" y="729233"/>
                  </a:lnTo>
                  <a:lnTo>
                    <a:pt x="473328" y="739307"/>
                  </a:lnTo>
                  <a:lnTo>
                    <a:pt x="545576" y="743022"/>
                  </a:lnTo>
                  <a:lnTo>
                    <a:pt x="581681" y="744915"/>
                  </a:lnTo>
                  <a:lnTo>
                    <a:pt x="672754" y="751535"/>
                  </a:lnTo>
                  <a:lnTo>
                    <a:pt x="713278" y="754685"/>
                  </a:lnTo>
                  <a:lnTo>
                    <a:pt x="760341" y="758610"/>
                  </a:lnTo>
                  <a:lnTo>
                    <a:pt x="785152" y="762931"/>
                  </a:lnTo>
                  <a:lnTo>
                    <a:pt x="790796" y="764520"/>
                  </a:lnTo>
                  <a:lnTo>
                    <a:pt x="844459" y="773922"/>
                  </a:lnTo>
                  <a:lnTo>
                    <a:pt x="882522" y="779312"/>
                  </a:lnTo>
                  <a:lnTo>
                    <a:pt x="922607" y="783646"/>
                  </a:lnTo>
                  <a:lnTo>
                    <a:pt x="942691" y="785402"/>
                  </a:lnTo>
                  <a:lnTo>
                    <a:pt x="962787" y="787313"/>
                  </a:lnTo>
                  <a:lnTo>
                    <a:pt x="1034922" y="795314"/>
                  </a:lnTo>
                  <a:lnTo>
                    <a:pt x="1083506" y="818893"/>
                  </a:lnTo>
                  <a:lnTo>
                    <a:pt x="1104693" y="828969"/>
                  </a:lnTo>
                  <a:lnTo>
                    <a:pt x="1119094" y="838284"/>
                  </a:lnTo>
                  <a:lnTo>
                    <a:pt x="1147318" y="859576"/>
                  </a:lnTo>
                  <a:lnTo>
                    <a:pt x="1155267" y="877616"/>
                  </a:lnTo>
                  <a:lnTo>
                    <a:pt x="1163192" y="895692"/>
                  </a:lnTo>
                  <a:lnTo>
                    <a:pt x="1171213" y="913744"/>
                  </a:lnTo>
                  <a:lnTo>
                    <a:pt x="1179448" y="931712"/>
                  </a:lnTo>
                  <a:lnTo>
                    <a:pt x="1185467" y="943734"/>
                  </a:lnTo>
                  <a:lnTo>
                    <a:pt x="1191879" y="955588"/>
                  </a:lnTo>
                  <a:lnTo>
                    <a:pt x="1198076" y="967538"/>
                  </a:lnTo>
                  <a:lnTo>
                    <a:pt x="1223224" y="1034322"/>
                  </a:lnTo>
                  <a:lnTo>
                    <a:pt x="1244187" y="1094860"/>
                  </a:lnTo>
                  <a:lnTo>
                    <a:pt x="1260816" y="1143991"/>
                  </a:lnTo>
                  <a:lnTo>
                    <a:pt x="1275613" y="1213945"/>
                  </a:lnTo>
                  <a:lnTo>
                    <a:pt x="1283578" y="1263659"/>
                  </a:lnTo>
                  <a:lnTo>
                    <a:pt x="1291544" y="1313379"/>
                  </a:lnTo>
                  <a:lnTo>
                    <a:pt x="1299570" y="1363093"/>
                  </a:lnTo>
                  <a:lnTo>
                    <a:pt x="1307719" y="1412788"/>
                  </a:lnTo>
                  <a:lnTo>
                    <a:pt x="1314638" y="1453620"/>
                  </a:lnTo>
                  <a:lnTo>
                    <a:pt x="1324003" y="1506821"/>
                  </a:lnTo>
                  <a:lnTo>
                    <a:pt x="1334721" y="1564460"/>
                  </a:lnTo>
                  <a:lnTo>
                    <a:pt x="1345701" y="1618606"/>
                  </a:lnTo>
                  <a:lnTo>
                    <a:pt x="1355852" y="1661327"/>
                  </a:lnTo>
                  <a:lnTo>
                    <a:pt x="1374336" y="1709262"/>
                  </a:lnTo>
                  <a:lnTo>
                    <a:pt x="1379982" y="1725462"/>
                  </a:lnTo>
                  <a:lnTo>
                    <a:pt x="1384714" y="1743306"/>
                  </a:lnTo>
                  <a:lnTo>
                    <a:pt x="1388697" y="1761340"/>
                  </a:lnTo>
                  <a:lnTo>
                    <a:pt x="1392322" y="1779469"/>
                  </a:lnTo>
                  <a:lnTo>
                    <a:pt x="1395984" y="1797598"/>
                  </a:lnTo>
                  <a:lnTo>
                    <a:pt x="1399468" y="1817799"/>
                  </a:lnTo>
                  <a:lnTo>
                    <a:pt x="1402429" y="1838143"/>
                  </a:lnTo>
                  <a:lnTo>
                    <a:pt x="1406199" y="1858249"/>
                  </a:lnTo>
                  <a:lnTo>
                    <a:pt x="1412113" y="1877735"/>
                  </a:lnTo>
                  <a:lnTo>
                    <a:pt x="1420649" y="1894509"/>
                  </a:lnTo>
                  <a:lnTo>
                    <a:pt x="1431353" y="1910200"/>
                  </a:lnTo>
                  <a:lnTo>
                    <a:pt x="1442438" y="1925723"/>
                  </a:lnTo>
                  <a:lnTo>
                    <a:pt x="1452118" y="1941997"/>
                  </a:lnTo>
                  <a:lnTo>
                    <a:pt x="1460549" y="1961859"/>
                  </a:lnTo>
                  <a:lnTo>
                    <a:pt x="1467564" y="1982399"/>
                  </a:lnTo>
                  <a:lnTo>
                    <a:pt x="1474888" y="2002773"/>
                  </a:lnTo>
                  <a:lnTo>
                    <a:pt x="1503344" y="2048050"/>
                  </a:lnTo>
                  <a:lnTo>
                    <a:pt x="1530334" y="2076300"/>
                  </a:lnTo>
                  <a:lnTo>
                    <a:pt x="1560347" y="2101501"/>
                  </a:lnTo>
                  <a:lnTo>
                    <a:pt x="1632978" y="2132877"/>
                  </a:lnTo>
                  <a:lnTo>
                    <a:pt x="1680139" y="2141759"/>
                  </a:lnTo>
                  <a:lnTo>
                    <a:pt x="1728676" y="2146436"/>
                  </a:lnTo>
                  <a:lnTo>
                    <a:pt x="1777266" y="2148424"/>
                  </a:lnTo>
                  <a:lnTo>
                    <a:pt x="1824586" y="2149241"/>
                  </a:lnTo>
                  <a:lnTo>
                    <a:pt x="1869313" y="2150404"/>
                  </a:lnTo>
                  <a:lnTo>
                    <a:pt x="2206371" y="2134402"/>
                  </a:lnTo>
                  <a:lnTo>
                    <a:pt x="2220428" y="2133009"/>
                  </a:lnTo>
                  <a:lnTo>
                    <a:pt x="2234438" y="2130878"/>
                  </a:lnTo>
                  <a:lnTo>
                    <a:pt x="2248447" y="2128509"/>
                  </a:lnTo>
                  <a:lnTo>
                    <a:pt x="2262505" y="2126401"/>
                  </a:lnTo>
                  <a:lnTo>
                    <a:pt x="2326640" y="2118273"/>
                  </a:lnTo>
                  <a:lnTo>
                    <a:pt x="2340717" y="2116309"/>
                  </a:lnTo>
                  <a:lnTo>
                    <a:pt x="2354770" y="2114178"/>
                  </a:lnTo>
                  <a:lnTo>
                    <a:pt x="2368823" y="2112094"/>
                  </a:lnTo>
                  <a:lnTo>
                    <a:pt x="2382901" y="2110272"/>
                  </a:lnTo>
                  <a:lnTo>
                    <a:pt x="2420947" y="2106058"/>
                  </a:lnTo>
                  <a:lnTo>
                    <a:pt x="2459053" y="2102081"/>
                  </a:lnTo>
                  <a:lnTo>
                    <a:pt x="2497183" y="2098199"/>
                  </a:lnTo>
                  <a:lnTo>
                    <a:pt x="2535301" y="2094270"/>
                  </a:lnTo>
                  <a:lnTo>
                    <a:pt x="2543286" y="2092163"/>
                  </a:lnTo>
                  <a:lnTo>
                    <a:pt x="2551271" y="2089984"/>
                  </a:lnTo>
                  <a:lnTo>
                    <a:pt x="2559304" y="2087948"/>
                  </a:lnTo>
                  <a:lnTo>
                    <a:pt x="2567432" y="2086269"/>
                  </a:lnTo>
                  <a:lnTo>
                    <a:pt x="2581650" y="2084751"/>
                  </a:lnTo>
                  <a:lnTo>
                    <a:pt x="2596118" y="2084126"/>
                  </a:lnTo>
                  <a:lnTo>
                    <a:pt x="2610276" y="2082572"/>
                  </a:lnTo>
                  <a:lnTo>
                    <a:pt x="2623566" y="2078268"/>
                  </a:lnTo>
                  <a:lnTo>
                    <a:pt x="2631227" y="2072230"/>
                  </a:lnTo>
                  <a:lnTo>
                    <a:pt x="2637043" y="2063965"/>
                  </a:lnTo>
                  <a:lnTo>
                    <a:pt x="2642121" y="2054819"/>
                  </a:lnTo>
                  <a:lnTo>
                    <a:pt x="2647569" y="2046137"/>
                  </a:lnTo>
                  <a:lnTo>
                    <a:pt x="2651486" y="2001855"/>
                  </a:lnTo>
                  <a:lnTo>
                    <a:pt x="2656291" y="1952789"/>
                  </a:lnTo>
                  <a:lnTo>
                    <a:pt x="2670411" y="1890850"/>
                  </a:lnTo>
                  <a:lnTo>
                    <a:pt x="2680824" y="1850090"/>
                  </a:lnTo>
                  <a:lnTo>
                    <a:pt x="2695702" y="1789597"/>
                  </a:lnTo>
                  <a:lnTo>
                    <a:pt x="2705723" y="1747285"/>
                  </a:lnTo>
                  <a:lnTo>
                    <a:pt x="2711291" y="1726748"/>
                  </a:lnTo>
                  <a:lnTo>
                    <a:pt x="2719097" y="1707569"/>
                  </a:lnTo>
                  <a:lnTo>
                    <a:pt x="2735834" y="1669328"/>
                  </a:lnTo>
                  <a:lnTo>
                    <a:pt x="2737566" y="1655253"/>
                  </a:lnTo>
                  <a:lnTo>
                    <a:pt x="2743835" y="1613194"/>
                  </a:lnTo>
                  <a:lnTo>
                    <a:pt x="2753566" y="1593319"/>
                  </a:lnTo>
                  <a:lnTo>
                    <a:pt x="2758318" y="1583476"/>
                  </a:lnTo>
                  <a:lnTo>
                    <a:pt x="2755157" y="1516585"/>
                  </a:lnTo>
                  <a:lnTo>
                    <a:pt x="2747899" y="1460334"/>
                  </a:lnTo>
                  <a:lnTo>
                    <a:pt x="2738639" y="1404345"/>
                  </a:lnTo>
                  <a:lnTo>
                    <a:pt x="2727833" y="1348653"/>
                  </a:lnTo>
                  <a:lnTo>
                    <a:pt x="2686605" y="1277089"/>
                  </a:lnTo>
                  <a:lnTo>
                    <a:pt x="2658949" y="1243319"/>
                  </a:lnTo>
                  <a:lnTo>
                    <a:pt x="2639568" y="1220383"/>
                  </a:lnTo>
                  <a:lnTo>
                    <a:pt x="2634013" y="1211755"/>
                  </a:lnTo>
                  <a:lnTo>
                    <a:pt x="2584910" y="1172570"/>
                  </a:lnTo>
                  <a:lnTo>
                    <a:pt x="2546159" y="1153280"/>
                  </a:lnTo>
                  <a:lnTo>
                    <a:pt x="2505979" y="1135442"/>
                  </a:lnTo>
                  <a:lnTo>
                    <a:pt x="2421167" y="1114864"/>
                  </a:lnTo>
                  <a:lnTo>
                    <a:pt x="2370963" y="1107337"/>
                  </a:lnTo>
                  <a:lnTo>
                    <a:pt x="2320663" y="1100168"/>
                  </a:lnTo>
                  <a:lnTo>
                    <a:pt x="2270506" y="1091986"/>
                  </a:lnTo>
                  <a:lnTo>
                    <a:pt x="2228101" y="1084628"/>
                  </a:lnTo>
                  <a:lnTo>
                    <a:pt x="2163867" y="1071484"/>
                  </a:lnTo>
                  <a:lnTo>
                    <a:pt x="2126107" y="1059982"/>
                  </a:lnTo>
                  <a:lnTo>
                    <a:pt x="2077565" y="1042944"/>
                  </a:lnTo>
                  <a:lnTo>
                    <a:pt x="2028983" y="1017279"/>
                  </a:lnTo>
                  <a:lnTo>
                    <a:pt x="1971006" y="975039"/>
                  </a:lnTo>
                  <a:lnTo>
                    <a:pt x="1918932" y="931804"/>
                  </a:lnTo>
                  <a:lnTo>
                    <a:pt x="1895338" y="886544"/>
                  </a:lnTo>
                  <a:lnTo>
                    <a:pt x="1888159" y="867883"/>
                  </a:lnTo>
                  <a:lnTo>
                    <a:pt x="1885425" y="859703"/>
                  </a:lnTo>
                  <a:lnTo>
                    <a:pt x="1884655" y="853981"/>
                  </a:lnTo>
                  <a:lnTo>
                    <a:pt x="1883367" y="842691"/>
                  </a:lnTo>
                  <a:lnTo>
                    <a:pt x="1879080" y="817809"/>
                  </a:lnTo>
                  <a:lnTo>
                    <a:pt x="1869313" y="771311"/>
                  </a:lnTo>
                  <a:lnTo>
                    <a:pt x="1865616" y="757236"/>
                  </a:lnTo>
                  <a:lnTo>
                    <a:pt x="1861264" y="743292"/>
                  </a:lnTo>
                  <a:lnTo>
                    <a:pt x="1856936" y="729324"/>
                  </a:lnTo>
                  <a:lnTo>
                    <a:pt x="1847917" y="681669"/>
                  </a:lnTo>
                  <a:lnTo>
                    <a:pt x="1843404" y="640755"/>
                  </a:lnTo>
                  <a:lnTo>
                    <a:pt x="1839845" y="600984"/>
                  </a:lnTo>
                  <a:lnTo>
                    <a:pt x="1837309" y="570905"/>
                  </a:lnTo>
                  <a:lnTo>
                    <a:pt x="1839684" y="532823"/>
                  </a:lnTo>
                  <a:lnTo>
                    <a:pt x="1842309" y="494753"/>
                  </a:lnTo>
                  <a:lnTo>
                    <a:pt x="1844434" y="456659"/>
                  </a:lnTo>
                  <a:lnTo>
                    <a:pt x="1845310" y="418505"/>
                  </a:lnTo>
                  <a:lnTo>
                    <a:pt x="1844290" y="374601"/>
                  </a:lnTo>
                  <a:lnTo>
                    <a:pt x="1840579" y="329589"/>
                  </a:lnTo>
                  <a:lnTo>
                    <a:pt x="1833201" y="284935"/>
                  </a:lnTo>
                  <a:lnTo>
                    <a:pt x="1821179" y="242102"/>
                  </a:lnTo>
                  <a:lnTo>
                    <a:pt x="1806797" y="205320"/>
                  </a:lnTo>
                  <a:lnTo>
                    <a:pt x="1789176" y="169966"/>
                  </a:lnTo>
                  <a:lnTo>
                    <a:pt x="1754854" y="127469"/>
                  </a:lnTo>
                  <a:lnTo>
                    <a:pt x="1716913" y="89829"/>
                  </a:lnTo>
                  <a:lnTo>
                    <a:pt x="1664160" y="70144"/>
                  </a:lnTo>
                  <a:lnTo>
                    <a:pt x="1635706" y="68470"/>
                  </a:lnTo>
                  <a:lnTo>
                    <a:pt x="1604645" y="65699"/>
                  </a:lnTo>
                  <a:lnTo>
                    <a:pt x="1584442" y="62324"/>
                  </a:lnTo>
                  <a:lnTo>
                    <a:pt x="1564370" y="58317"/>
                  </a:lnTo>
                  <a:lnTo>
                    <a:pt x="1544369" y="54001"/>
                  </a:lnTo>
                  <a:lnTo>
                    <a:pt x="1524381" y="49697"/>
                  </a:lnTo>
                  <a:lnTo>
                    <a:pt x="1506374" y="45411"/>
                  </a:lnTo>
                  <a:lnTo>
                    <a:pt x="1488440" y="40744"/>
                  </a:lnTo>
                  <a:lnTo>
                    <a:pt x="1470409" y="36553"/>
                  </a:lnTo>
                  <a:lnTo>
                    <a:pt x="1452118" y="33695"/>
                  </a:lnTo>
                  <a:lnTo>
                    <a:pt x="1375608" y="25335"/>
                  </a:lnTo>
                  <a:lnTo>
                    <a:pt x="1322258" y="18526"/>
                  </a:lnTo>
                  <a:lnTo>
                    <a:pt x="1287474" y="13117"/>
                  </a:lnTo>
                  <a:lnTo>
                    <a:pt x="1266663" y="8955"/>
                  </a:lnTo>
                  <a:lnTo>
                    <a:pt x="1255232" y="5890"/>
                  </a:lnTo>
                  <a:lnTo>
                    <a:pt x="1248588" y="3770"/>
                  </a:lnTo>
                  <a:lnTo>
                    <a:pt x="1242139" y="2444"/>
                  </a:lnTo>
                  <a:lnTo>
                    <a:pt x="1231292" y="1759"/>
                  </a:lnTo>
                  <a:lnTo>
                    <a:pt x="1211453" y="1564"/>
                  </a:lnTo>
                  <a:close/>
                </a:path>
              </a:pathLst>
            </a:custGeom>
            <a:noFill/>
            <a:ln w="9525">
              <a:solidFill>
                <a:srgbClr val="BE00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73" name="object 36"/>
            <p:cNvPicPr/>
            <p:nvPr/>
          </p:nvPicPr>
          <p:blipFill>
            <a:blip r:embed="rId6"/>
            <a:stretch/>
          </p:blipFill>
          <p:spPr>
            <a:xfrm>
              <a:off x="1125720" y="1579680"/>
              <a:ext cx="158040" cy="75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4" name="object 37"/>
            <p:cNvPicPr/>
            <p:nvPr/>
          </p:nvPicPr>
          <p:blipFill>
            <a:blip r:embed="rId7"/>
            <a:stretch/>
          </p:blipFill>
          <p:spPr>
            <a:xfrm>
              <a:off x="3922920" y="1088280"/>
              <a:ext cx="2761200" cy="208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5" name="object 38"/>
            <p:cNvSpPr/>
            <p:nvPr/>
          </p:nvSpPr>
          <p:spPr>
            <a:xfrm>
              <a:off x="3970080" y="1118160"/>
              <a:ext cx="2671560" cy="1993680"/>
            </a:xfrm>
            <a:custGeom>
              <a:avLst/>
              <a:gdLst>
                <a:gd name="textAreaLeft" fmla="*/ 0 w 2671560"/>
                <a:gd name="textAreaRight" fmla="*/ 2671920 w 2671560"/>
                <a:gd name="textAreaTop" fmla="*/ 0 h 1993680"/>
                <a:gd name="textAreaBottom" fmla="*/ 1994040 h 1993680"/>
              </a:gdLst>
              <a:ahLst/>
              <a:cxnLst/>
              <a:rect l="textAreaLeft" t="textAreaTop" r="textAreaRight" b="textAreaBottom"/>
              <a:pathLst>
                <a:path w="2672079" h="1993900">
                  <a:moveTo>
                    <a:pt x="646953" y="1866900"/>
                  </a:moveTo>
                  <a:lnTo>
                    <a:pt x="55759" y="1866900"/>
                  </a:lnTo>
                  <a:lnTo>
                    <a:pt x="72262" y="1892300"/>
                  </a:lnTo>
                  <a:lnTo>
                    <a:pt x="77852" y="1917700"/>
                  </a:lnTo>
                  <a:lnTo>
                    <a:pt x="80216" y="1930400"/>
                  </a:lnTo>
                  <a:lnTo>
                    <a:pt x="112267" y="1930400"/>
                  </a:lnTo>
                  <a:lnTo>
                    <a:pt x="127756" y="1943100"/>
                  </a:lnTo>
                  <a:lnTo>
                    <a:pt x="153112" y="1968500"/>
                  </a:lnTo>
                  <a:lnTo>
                    <a:pt x="168528" y="1981200"/>
                  </a:lnTo>
                  <a:lnTo>
                    <a:pt x="199554" y="1993900"/>
                  </a:lnTo>
                  <a:lnTo>
                    <a:pt x="494330" y="1993900"/>
                  </a:lnTo>
                  <a:lnTo>
                    <a:pt x="545591" y="1981200"/>
                  </a:lnTo>
                  <a:lnTo>
                    <a:pt x="589186" y="1981200"/>
                  </a:lnTo>
                  <a:lnTo>
                    <a:pt x="601726" y="1968500"/>
                  </a:lnTo>
                  <a:lnTo>
                    <a:pt x="608083" y="1955800"/>
                  </a:lnTo>
                  <a:lnTo>
                    <a:pt x="611536" y="1955800"/>
                  </a:lnTo>
                  <a:lnTo>
                    <a:pt x="623319" y="1917700"/>
                  </a:lnTo>
                  <a:lnTo>
                    <a:pt x="635694" y="1892300"/>
                  </a:lnTo>
                  <a:lnTo>
                    <a:pt x="641857" y="1892300"/>
                  </a:lnTo>
                  <a:lnTo>
                    <a:pt x="644269" y="1879600"/>
                  </a:lnTo>
                  <a:lnTo>
                    <a:pt x="646953" y="1866900"/>
                  </a:lnTo>
                  <a:close/>
                </a:path>
                <a:path w="2672079" h="1993900">
                  <a:moveTo>
                    <a:pt x="599709" y="1257300"/>
                  </a:moveTo>
                  <a:lnTo>
                    <a:pt x="99080" y="1257300"/>
                  </a:lnTo>
                  <a:lnTo>
                    <a:pt x="97907" y="1270000"/>
                  </a:lnTo>
                  <a:lnTo>
                    <a:pt x="88264" y="1282700"/>
                  </a:lnTo>
                  <a:lnTo>
                    <a:pt x="82851" y="1295400"/>
                  </a:lnTo>
                  <a:lnTo>
                    <a:pt x="76771" y="1308100"/>
                  </a:lnTo>
                  <a:lnTo>
                    <a:pt x="70405" y="1308100"/>
                  </a:lnTo>
                  <a:lnTo>
                    <a:pt x="64134" y="1320800"/>
                  </a:lnTo>
                  <a:lnTo>
                    <a:pt x="66780" y="1358900"/>
                  </a:lnTo>
                  <a:lnTo>
                    <a:pt x="69865" y="1397000"/>
                  </a:lnTo>
                  <a:lnTo>
                    <a:pt x="72118" y="1435100"/>
                  </a:lnTo>
                  <a:lnTo>
                    <a:pt x="72262" y="1473200"/>
                  </a:lnTo>
                  <a:lnTo>
                    <a:pt x="70100" y="1485900"/>
                  </a:lnTo>
                  <a:lnTo>
                    <a:pt x="65817" y="1511300"/>
                  </a:lnTo>
                  <a:lnTo>
                    <a:pt x="60725" y="1524000"/>
                  </a:lnTo>
                  <a:lnTo>
                    <a:pt x="56133" y="1549400"/>
                  </a:lnTo>
                  <a:lnTo>
                    <a:pt x="54437" y="1549400"/>
                  </a:lnTo>
                  <a:lnTo>
                    <a:pt x="48132" y="1587500"/>
                  </a:lnTo>
                  <a:lnTo>
                    <a:pt x="23933" y="1625600"/>
                  </a:lnTo>
                  <a:lnTo>
                    <a:pt x="16001" y="1638300"/>
                  </a:lnTo>
                  <a:lnTo>
                    <a:pt x="11572" y="1651000"/>
                  </a:lnTo>
                  <a:lnTo>
                    <a:pt x="7619" y="1663700"/>
                  </a:lnTo>
                  <a:lnTo>
                    <a:pt x="3857" y="1663700"/>
                  </a:lnTo>
                  <a:lnTo>
                    <a:pt x="0" y="1676400"/>
                  </a:lnTo>
                  <a:lnTo>
                    <a:pt x="1875" y="1689100"/>
                  </a:lnTo>
                  <a:lnTo>
                    <a:pt x="3667" y="1701800"/>
                  </a:lnTo>
                  <a:lnTo>
                    <a:pt x="5625" y="1714500"/>
                  </a:lnTo>
                  <a:lnTo>
                    <a:pt x="8000" y="1727200"/>
                  </a:lnTo>
                  <a:lnTo>
                    <a:pt x="9840" y="1739900"/>
                  </a:lnTo>
                  <a:lnTo>
                    <a:pt x="14376" y="1739900"/>
                  </a:lnTo>
                  <a:lnTo>
                    <a:pt x="16001" y="1752600"/>
                  </a:lnTo>
                  <a:lnTo>
                    <a:pt x="18129" y="1765300"/>
                  </a:lnTo>
                  <a:lnTo>
                    <a:pt x="19399" y="1778000"/>
                  </a:lnTo>
                  <a:lnTo>
                    <a:pt x="21002" y="1803400"/>
                  </a:lnTo>
                  <a:lnTo>
                    <a:pt x="24129" y="1816100"/>
                  </a:lnTo>
                  <a:lnTo>
                    <a:pt x="26969" y="1816100"/>
                  </a:lnTo>
                  <a:lnTo>
                    <a:pt x="31226" y="1828800"/>
                  </a:lnTo>
                  <a:lnTo>
                    <a:pt x="35935" y="1828800"/>
                  </a:lnTo>
                  <a:lnTo>
                    <a:pt x="40131" y="1841500"/>
                  </a:lnTo>
                  <a:lnTo>
                    <a:pt x="55324" y="1866900"/>
                  </a:lnTo>
                  <a:lnTo>
                    <a:pt x="57733" y="1879600"/>
                  </a:lnTo>
                  <a:lnTo>
                    <a:pt x="55759" y="1866900"/>
                  </a:lnTo>
                  <a:lnTo>
                    <a:pt x="649091" y="1866900"/>
                  </a:lnTo>
                  <a:lnTo>
                    <a:pt x="649858" y="1854200"/>
                  </a:lnTo>
                  <a:lnTo>
                    <a:pt x="648105" y="1790700"/>
                  </a:lnTo>
                  <a:lnTo>
                    <a:pt x="646495" y="1739900"/>
                  </a:lnTo>
                  <a:lnTo>
                    <a:pt x="643842" y="1689100"/>
                  </a:lnTo>
                  <a:lnTo>
                    <a:pt x="638955" y="1651000"/>
                  </a:lnTo>
                  <a:lnTo>
                    <a:pt x="630647" y="1612900"/>
                  </a:lnTo>
                  <a:lnTo>
                    <a:pt x="617727" y="1562100"/>
                  </a:lnTo>
                  <a:lnTo>
                    <a:pt x="609536" y="1536700"/>
                  </a:lnTo>
                  <a:lnTo>
                    <a:pt x="605297" y="1524000"/>
                  </a:lnTo>
                  <a:lnTo>
                    <a:pt x="601726" y="1511300"/>
                  </a:lnTo>
                  <a:lnTo>
                    <a:pt x="593906" y="1473200"/>
                  </a:lnTo>
                  <a:lnTo>
                    <a:pt x="592337" y="1460500"/>
                  </a:lnTo>
                  <a:lnTo>
                    <a:pt x="593757" y="1460500"/>
                  </a:lnTo>
                  <a:lnTo>
                    <a:pt x="589649" y="1447800"/>
                  </a:lnTo>
                  <a:lnTo>
                    <a:pt x="577595" y="1422400"/>
                  </a:lnTo>
                  <a:lnTo>
                    <a:pt x="578667" y="1384300"/>
                  </a:lnTo>
                  <a:lnTo>
                    <a:pt x="579119" y="1358900"/>
                  </a:lnTo>
                  <a:lnTo>
                    <a:pt x="580810" y="1320800"/>
                  </a:lnTo>
                  <a:lnTo>
                    <a:pt x="585596" y="1282700"/>
                  </a:lnTo>
                  <a:lnTo>
                    <a:pt x="591135" y="1270000"/>
                  </a:lnTo>
                  <a:lnTo>
                    <a:pt x="599709" y="1257300"/>
                  </a:lnTo>
                  <a:close/>
                </a:path>
                <a:path w="2672079" h="1993900">
                  <a:moveTo>
                    <a:pt x="85511" y="1270000"/>
                  </a:moveTo>
                  <a:lnTo>
                    <a:pt x="82529" y="1270000"/>
                  </a:lnTo>
                  <a:lnTo>
                    <a:pt x="80569" y="1282700"/>
                  </a:lnTo>
                  <a:lnTo>
                    <a:pt x="85511" y="1270000"/>
                  </a:lnTo>
                  <a:close/>
                </a:path>
                <a:path w="2672079" h="1993900">
                  <a:moveTo>
                    <a:pt x="929677" y="774700"/>
                  </a:moveTo>
                  <a:lnTo>
                    <a:pt x="738396" y="774700"/>
                  </a:lnTo>
                  <a:lnTo>
                    <a:pt x="725092" y="787400"/>
                  </a:lnTo>
                  <a:lnTo>
                    <a:pt x="697991" y="825500"/>
                  </a:lnTo>
                  <a:lnTo>
                    <a:pt x="690060" y="838200"/>
                  </a:lnTo>
                  <a:lnTo>
                    <a:pt x="682545" y="850900"/>
                  </a:lnTo>
                  <a:lnTo>
                    <a:pt x="674721" y="863600"/>
                  </a:lnTo>
                  <a:lnTo>
                    <a:pt x="665860" y="876300"/>
                  </a:lnTo>
                  <a:lnTo>
                    <a:pt x="625728" y="927100"/>
                  </a:lnTo>
                  <a:lnTo>
                    <a:pt x="603638" y="952500"/>
                  </a:lnTo>
                  <a:lnTo>
                    <a:pt x="577595" y="965200"/>
                  </a:lnTo>
                  <a:lnTo>
                    <a:pt x="534245" y="990600"/>
                  </a:lnTo>
                  <a:lnTo>
                    <a:pt x="493299" y="1003300"/>
                  </a:lnTo>
                  <a:lnTo>
                    <a:pt x="452401" y="1028700"/>
                  </a:lnTo>
                  <a:lnTo>
                    <a:pt x="409193" y="1041400"/>
                  </a:lnTo>
                  <a:lnTo>
                    <a:pt x="361751" y="1079500"/>
                  </a:lnTo>
                  <a:lnTo>
                    <a:pt x="337901" y="1092200"/>
                  </a:lnTo>
                  <a:lnTo>
                    <a:pt x="324932" y="1092200"/>
                  </a:lnTo>
                  <a:lnTo>
                    <a:pt x="310133" y="1104900"/>
                  </a:lnTo>
                  <a:lnTo>
                    <a:pt x="280796" y="1104900"/>
                  </a:lnTo>
                  <a:lnTo>
                    <a:pt x="244626" y="1130300"/>
                  </a:lnTo>
                  <a:lnTo>
                    <a:pt x="224907" y="1143000"/>
                  </a:lnTo>
                  <a:lnTo>
                    <a:pt x="225175" y="1143000"/>
                  </a:lnTo>
                  <a:lnTo>
                    <a:pt x="215419" y="1155700"/>
                  </a:lnTo>
                  <a:lnTo>
                    <a:pt x="192531" y="1168400"/>
                  </a:lnTo>
                  <a:lnTo>
                    <a:pt x="171830" y="1181100"/>
                  </a:lnTo>
                  <a:lnTo>
                    <a:pt x="156654" y="1193800"/>
                  </a:lnTo>
                  <a:lnTo>
                    <a:pt x="143382" y="1193800"/>
                  </a:lnTo>
                  <a:lnTo>
                    <a:pt x="128396" y="1219200"/>
                  </a:lnTo>
                  <a:lnTo>
                    <a:pt x="100429" y="1244600"/>
                  </a:lnTo>
                  <a:lnTo>
                    <a:pt x="85511" y="1270000"/>
                  </a:lnTo>
                  <a:lnTo>
                    <a:pt x="88317" y="1270000"/>
                  </a:lnTo>
                  <a:lnTo>
                    <a:pt x="94859" y="1257300"/>
                  </a:lnTo>
                  <a:lnTo>
                    <a:pt x="599709" y="1257300"/>
                  </a:lnTo>
                  <a:lnTo>
                    <a:pt x="609260" y="1244600"/>
                  </a:lnTo>
                  <a:lnTo>
                    <a:pt x="617727" y="1231900"/>
                  </a:lnTo>
                  <a:lnTo>
                    <a:pt x="634044" y="1193800"/>
                  </a:lnTo>
                  <a:lnTo>
                    <a:pt x="642646" y="1181100"/>
                  </a:lnTo>
                  <a:lnTo>
                    <a:pt x="639929" y="1181100"/>
                  </a:lnTo>
                  <a:lnTo>
                    <a:pt x="642175" y="1168400"/>
                  </a:lnTo>
                  <a:lnTo>
                    <a:pt x="644310" y="1168400"/>
                  </a:lnTo>
                  <a:lnTo>
                    <a:pt x="654939" y="1155700"/>
                  </a:lnTo>
                  <a:lnTo>
                    <a:pt x="673862" y="1130300"/>
                  </a:lnTo>
                  <a:lnTo>
                    <a:pt x="685972" y="1104900"/>
                  </a:lnTo>
                  <a:lnTo>
                    <a:pt x="697690" y="1092200"/>
                  </a:lnTo>
                  <a:lnTo>
                    <a:pt x="709527" y="1066800"/>
                  </a:lnTo>
                  <a:lnTo>
                    <a:pt x="721994" y="1041400"/>
                  </a:lnTo>
                  <a:lnTo>
                    <a:pt x="733712" y="1028700"/>
                  </a:lnTo>
                  <a:lnTo>
                    <a:pt x="758481" y="1003300"/>
                  </a:lnTo>
                  <a:lnTo>
                    <a:pt x="770127" y="977900"/>
                  </a:lnTo>
                  <a:lnTo>
                    <a:pt x="778452" y="965200"/>
                  </a:lnTo>
                  <a:lnTo>
                    <a:pt x="785955" y="952500"/>
                  </a:lnTo>
                  <a:lnTo>
                    <a:pt x="793577" y="939800"/>
                  </a:lnTo>
                  <a:lnTo>
                    <a:pt x="802258" y="927100"/>
                  </a:lnTo>
                  <a:lnTo>
                    <a:pt x="809690" y="914400"/>
                  </a:lnTo>
                  <a:lnTo>
                    <a:pt x="818086" y="914400"/>
                  </a:lnTo>
                  <a:lnTo>
                    <a:pt x="826601" y="901700"/>
                  </a:lnTo>
                  <a:lnTo>
                    <a:pt x="834389" y="889000"/>
                  </a:lnTo>
                  <a:lnTo>
                    <a:pt x="856922" y="863600"/>
                  </a:lnTo>
                  <a:lnTo>
                    <a:pt x="865001" y="850900"/>
                  </a:lnTo>
                  <a:lnTo>
                    <a:pt x="866314" y="850900"/>
                  </a:lnTo>
                  <a:lnTo>
                    <a:pt x="868548" y="838200"/>
                  </a:lnTo>
                  <a:lnTo>
                    <a:pt x="879389" y="838200"/>
                  </a:lnTo>
                  <a:lnTo>
                    <a:pt x="906526" y="812800"/>
                  </a:lnTo>
                  <a:lnTo>
                    <a:pt x="923871" y="787400"/>
                  </a:lnTo>
                  <a:lnTo>
                    <a:pt x="929677" y="774700"/>
                  </a:lnTo>
                  <a:close/>
                </a:path>
                <a:path w="2672079" h="1993900">
                  <a:moveTo>
                    <a:pt x="645534" y="1168400"/>
                  </a:moveTo>
                  <a:lnTo>
                    <a:pt x="644310" y="1168400"/>
                  </a:lnTo>
                  <a:lnTo>
                    <a:pt x="639974" y="1181100"/>
                  </a:lnTo>
                  <a:lnTo>
                    <a:pt x="642646" y="1181100"/>
                  </a:lnTo>
                  <a:lnTo>
                    <a:pt x="645534" y="1168400"/>
                  </a:lnTo>
                  <a:close/>
                </a:path>
                <a:path w="2672079" h="1993900">
                  <a:moveTo>
                    <a:pt x="2609542" y="88900"/>
                  </a:moveTo>
                  <a:lnTo>
                    <a:pt x="1279104" y="88900"/>
                  </a:lnTo>
                  <a:lnTo>
                    <a:pt x="1219453" y="127000"/>
                  </a:lnTo>
                  <a:lnTo>
                    <a:pt x="1202807" y="127000"/>
                  </a:lnTo>
                  <a:lnTo>
                    <a:pt x="1185719" y="139700"/>
                  </a:lnTo>
                  <a:lnTo>
                    <a:pt x="1169465" y="139700"/>
                  </a:lnTo>
                  <a:lnTo>
                    <a:pt x="1155318" y="152400"/>
                  </a:lnTo>
                  <a:lnTo>
                    <a:pt x="1075054" y="241300"/>
                  </a:lnTo>
                  <a:lnTo>
                    <a:pt x="1069195" y="254000"/>
                  </a:lnTo>
                  <a:lnTo>
                    <a:pt x="1063418" y="266700"/>
                  </a:lnTo>
                  <a:lnTo>
                    <a:pt x="1057427" y="279400"/>
                  </a:lnTo>
                  <a:lnTo>
                    <a:pt x="1050925" y="292100"/>
                  </a:lnTo>
                  <a:lnTo>
                    <a:pt x="1045067" y="304800"/>
                  </a:lnTo>
                  <a:lnTo>
                    <a:pt x="1038447" y="317500"/>
                  </a:lnTo>
                  <a:lnTo>
                    <a:pt x="1032065" y="317500"/>
                  </a:lnTo>
                  <a:lnTo>
                    <a:pt x="1026921" y="330200"/>
                  </a:lnTo>
                  <a:lnTo>
                    <a:pt x="1017579" y="368300"/>
                  </a:lnTo>
                  <a:lnTo>
                    <a:pt x="1012189" y="393700"/>
                  </a:lnTo>
                  <a:lnTo>
                    <a:pt x="1006133" y="419100"/>
                  </a:lnTo>
                  <a:lnTo>
                    <a:pt x="994790" y="444500"/>
                  </a:lnTo>
                  <a:lnTo>
                    <a:pt x="989486" y="457200"/>
                  </a:lnTo>
                  <a:lnTo>
                    <a:pt x="983122" y="457200"/>
                  </a:lnTo>
                  <a:lnTo>
                    <a:pt x="976592" y="469900"/>
                  </a:lnTo>
                  <a:lnTo>
                    <a:pt x="970788" y="482600"/>
                  </a:lnTo>
                  <a:lnTo>
                    <a:pt x="964713" y="482600"/>
                  </a:lnTo>
                  <a:lnTo>
                    <a:pt x="946657" y="520700"/>
                  </a:lnTo>
                  <a:lnTo>
                    <a:pt x="911853" y="558800"/>
                  </a:lnTo>
                  <a:lnTo>
                    <a:pt x="885157" y="584200"/>
                  </a:lnTo>
                  <a:lnTo>
                    <a:pt x="863622" y="609600"/>
                  </a:lnTo>
                  <a:lnTo>
                    <a:pt x="844299" y="622300"/>
                  </a:lnTo>
                  <a:lnTo>
                    <a:pt x="824241" y="647700"/>
                  </a:lnTo>
                  <a:lnTo>
                    <a:pt x="800500" y="673100"/>
                  </a:lnTo>
                  <a:lnTo>
                    <a:pt x="770127" y="723900"/>
                  </a:lnTo>
                  <a:lnTo>
                    <a:pt x="753769" y="749300"/>
                  </a:lnTo>
                  <a:lnTo>
                    <a:pt x="746910" y="762000"/>
                  </a:lnTo>
                  <a:lnTo>
                    <a:pt x="743727" y="774700"/>
                  </a:lnTo>
                  <a:lnTo>
                    <a:pt x="944499" y="774700"/>
                  </a:lnTo>
                  <a:lnTo>
                    <a:pt x="970788" y="749300"/>
                  </a:lnTo>
                  <a:lnTo>
                    <a:pt x="977449" y="736600"/>
                  </a:lnTo>
                  <a:lnTo>
                    <a:pt x="983027" y="736600"/>
                  </a:lnTo>
                  <a:lnTo>
                    <a:pt x="988486" y="723900"/>
                  </a:lnTo>
                  <a:lnTo>
                    <a:pt x="994790" y="711200"/>
                  </a:lnTo>
                  <a:lnTo>
                    <a:pt x="1013007" y="711200"/>
                  </a:lnTo>
                  <a:lnTo>
                    <a:pt x="1018920" y="698500"/>
                  </a:lnTo>
                  <a:lnTo>
                    <a:pt x="1041890" y="685800"/>
                  </a:lnTo>
                  <a:lnTo>
                    <a:pt x="1048559" y="673100"/>
                  </a:lnTo>
                  <a:lnTo>
                    <a:pt x="1054443" y="673100"/>
                  </a:lnTo>
                  <a:lnTo>
                    <a:pt x="1075054" y="660400"/>
                  </a:lnTo>
                  <a:lnTo>
                    <a:pt x="1082879" y="660400"/>
                  </a:lnTo>
                  <a:lnTo>
                    <a:pt x="1090596" y="647700"/>
                  </a:lnTo>
                  <a:lnTo>
                    <a:pt x="1098575" y="647700"/>
                  </a:lnTo>
                  <a:lnTo>
                    <a:pt x="1107185" y="635000"/>
                  </a:lnTo>
                  <a:lnTo>
                    <a:pt x="1588515" y="635000"/>
                  </a:lnTo>
                  <a:lnTo>
                    <a:pt x="1789049" y="622300"/>
                  </a:lnTo>
                  <a:lnTo>
                    <a:pt x="2150109" y="609600"/>
                  </a:lnTo>
                  <a:lnTo>
                    <a:pt x="2201783" y="609600"/>
                  </a:lnTo>
                  <a:lnTo>
                    <a:pt x="2357627" y="571500"/>
                  </a:lnTo>
                  <a:lnTo>
                    <a:pt x="2407417" y="546100"/>
                  </a:lnTo>
                  <a:lnTo>
                    <a:pt x="2454909" y="520700"/>
                  </a:lnTo>
                  <a:lnTo>
                    <a:pt x="2471933" y="520700"/>
                  </a:lnTo>
                  <a:lnTo>
                    <a:pt x="2491946" y="508000"/>
                  </a:lnTo>
                  <a:lnTo>
                    <a:pt x="2511506" y="495300"/>
                  </a:lnTo>
                  <a:lnTo>
                    <a:pt x="2527172" y="482600"/>
                  </a:lnTo>
                  <a:lnTo>
                    <a:pt x="2539694" y="457200"/>
                  </a:lnTo>
                  <a:lnTo>
                    <a:pt x="2551525" y="444500"/>
                  </a:lnTo>
                  <a:lnTo>
                    <a:pt x="2563213" y="431800"/>
                  </a:lnTo>
                  <a:lnTo>
                    <a:pt x="2575305" y="419100"/>
                  </a:lnTo>
                  <a:lnTo>
                    <a:pt x="2597382" y="393700"/>
                  </a:lnTo>
                  <a:lnTo>
                    <a:pt x="2612850" y="381000"/>
                  </a:lnTo>
                  <a:lnTo>
                    <a:pt x="2625580" y="368300"/>
                  </a:lnTo>
                  <a:lnTo>
                    <a:pt x="2639440" y="342900"/>
                  </a:lnTo>
                  <a:lnTo>
                    <a:pt x="2647408" y="317500"/>
                  </a:lnTo>
                  <a:lnTo>
                    <a:pt x="2656887" y="292100"/>
                  </a:lnTo>
                  <a:lnTo>
                    <a:pt x="2665676" y="254000"/>
                  </a:lnTo>
                  <a:lnTo>
                    <a:pt x="2671572" y="241300"/>
                  </a:lnTo>
                  <a:lnTo>
                    <a:pt x="2668589" y="203200"/>
                  </a:lnTo>
                  <a:lnTo>
                    <a:pt x="2666285" y="177800"/>
                  </a:lnTo>
                  <a:lnTo>
                    <a:pt x="2662624" y="152400"/>
                  </a:lnTo>
                  <a:lnTo>
                    <a:pt x="2655570" y="127000"/>
                  </a:lnTo>
                  <a:lnTo>
                    <a:pt x="2650353" y="114300"/>
                  </a:lnTo>
                  <a:lnTo>
                    <a:pt x="2642314" y="114300"/>
                  </a:lnTo>
                  <a:lnTo>
                    <a:pt x="2632870" y="101600"/>
                  </a:lnTo>
                  <a:lnTo>
                    <a:pt x="2623438" y="101600"/>
                  </a:lnTo>
                  <a:lnTo>
                    <a:pt x="2609542" y="88900"/>
                  </a:lnTo>
                  <a:close/>
                </a:path>
                <a:path w="2672079" h="1993900">
                  <a:moveTo>
                    <a:pt x="2558053" y="63500"/>
                  </a:moveTo>
                  <a:lnTo>
                    <a:pt x="1362519" y="63500"/>
                  </a:lnTo>
                  <a:lnTo>
                    <a:pt x="1328225" y="76200"/>
                  </a:lnTo>
                  <a:lnTo>
                    <a:pt x="1299717" y="88900"/>
                  </a:lnTo>
                  <a:lnTo>
                    <a:pt x="2575305" y="88900"/>
                  </a:lnTo>
                  <a:lnTo>
                    <a:pt x="2569571" y="76200"/>
                  </a:lnTo>
                  <a:lnTo>
                    <a:pt x="2564003" y="76200"/>
                  </a:lnTo>
                  <a:lnTo>
                    <a:pt x="2558053" y="63500"/>
                  </a:lnTo>
                  <a:close/>
                </a:path>
                <a:path w="2672079" h="1993900">
                  <a:moveTo>
                    <a:pt x="2537440" y="50800"/>
                  </a:moveTo>
                  <a:lnTo>
                    <a:pt x="2182241" y="50800"/>
                  </a:lnTo>
                  <a:lnTo>
                    <a:pt x="1427988" y="63500"/>
                  </a:lnTo>
                  <a:lnTo>
                    <a:pt x="2551176" y="63500"/>
                  </a:lnTo>
                  <a:lnTo>
                    <a:pt x="2537440" y="50800"/>
                  </a:lnTo>
                  <a:close/>
                </a:path>
                <a:path w="2672079" h="1993900">
                  <a:moveTo>
                    <a:pt x="2503042" y="38100"/>
                  </a:moveTo>
                  <a:lnTo>
                    <a:pt x="2288009" y="38100"/>
                  </a:lnTo>
                  <a:lnTo>
                    <a:pt x="2266317" y="50800"/>
                  </a:lnTo>
                  <a:lnTo>
                    <a:pt x="2508492" y="50800"/>
                  </a:lnTo>
                  <a:lnTo>
                    <a:pt x="2503042" y="38100"/>
                  </a:lnTo>
                  <a:close/>
                </a:path>
                <a:path w="2672079" h="1993900">
                  <a:moveTo>
                    <a:pt x="2471642" y="12700"/>
                  </a:moveTo>
                  <a:lnTo>
                    <a:pt x="2406814" y="12700"/>
                  </a:lnTo>
                  <a:lnTo>
                    <a:pt x="2358643" y="25400"/>
                  </a:lnTo>
                  <a:lnTo>
                    <a:pt x="2314255" y="38100"/>
                  </a:lnTo>
                  <a:lnTo>
                    <a:pt x="2491279" y="38100"/>
                  </a:lnTo>
                  <a:lnTo>
                    <a:pt x="2485308" y="25400"/>
                  </a:lnTo>
                  <a:lnTo>
                    <a:pt x="2474876" y="25400"/>
                  </a:lnTo>
                  <a:lnTo>
                    <a:pt x="2471642" y="12700"/>
                  </a:lnTo>
                  <a:close/>
                </a:path>
                <a:path w="2672079" h="1993900">
                  <a:moveTo>
                    <a:pt x="2454909" y="0"/>
                  </a:moveTo>
                  <a:lnTo>
                    <a:pt x="2443386" y="0"/>
                  </a:lnTo>
                  <a:lnTo>
                    <a:pt x="2431208" y="12700"/>
                  </a:lnTo>
                  <a:lnTo>
                    <a:pt x="2466074" y="12700"/>
                  </a:lnTo>
                  <a:lnTo>
                    <a:pt x="2454909" y="0"/>
                  </a:lnTo>
                  <a:close/>
                </a:path>
              </a:pathLst>
            </a:custGeom>
            <a:solidFill>
              <a:srgbClr val="29FF29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object 39"/>
            <p:cNvSpPr/>
            <p:nvPr/>
          </p:nvSpPr>
          <p:spPr>
            <a:xfrm>
              <a:off x="3970080" y="1115640"/>
              <a:ext cx="2671560" cy="1996200"/>
            </a:xfrm>
            <a:custGeom>
              <a:avLst/>
              <a:gdLst>
                <a:gd name="textAreaLeft" fmla="*/ 0 w 2671560"/>
                <a:gd name="textAreaRight" fmla="*/ 2671920 w 2671560"/>
                <a:gd name="textAreaTop" fmla="*/ 0 h 1996200"/>
                <a:gd name="textAreaBottom" fmla="*/ 1996560 h 1996200"/>
              </a:gdLst>
              <a:ahLst/>
              <a:cxnLst/>
              <a:rect l="textAreaLeft" t="textAreaTop" r="textAreaRight" b="textAreaBottom"/>
              <a:pathLst>
                <a:path w="2672079" h="1996439">
                  <a:moveTo>
                    <a:pt x="2454909" y="0"/>
                  </a:moveTo>
                  <a:lnTo>
                    <a:pt x="2443386" y="1518"/>
                  </a:lnTo>
                  <a:lnTo>
                    <a:pt x="2431208" y="6048"/>
                  </a:lnTo>
                  <a:lnTo>
                    <a:pt x="2406814" y="13555"/>
                  </a:lnTo>
                  <a:lnTo>
                    <a:pt x="2358643" y="24003"/>
                  </a:lnTo>
                  <a:lnTo>
                    <a:pt x="2314255" y="33279"/>
                  </a:lnTo>
                  <a:lnTo>
                    <a:pt x="2288009" y="39720"/>
                  </a:lnTo>
                  <a:lnTo>
                    <a:pt x="2266317" y="43936"/>
                  </a:lnTo>
                  <a:lnTo>
                    <a:pt x="2235590" y="46537"/>
                  </a:lnTo>
                  <a:lnTo>
                    <a:pt x="2182241" y="48133"/>
                  </a:lnTo>
                  <a:lnTo>
                    <a:pt x="1427988" y="56134"/>
                  </a:lnTo>
                  <a:lnTo>
                    <a:pt x="1397480" y="60384"/>
                  </a:lnTo>
                  <a:lnTo>
                    <a:pt x="1328225" y="72171"/>
                  </a:lnTo>
                  <a:lnTo>
                    <a:pt x="1279104" y="88925"/>
                  </a:lnTo>
                  <a:lnTo>
                    <a:pt x="1239353" y="109837"/>
                  </a:lnTo>
                  <a:lnTo>
                    <a:pt x="1219453" y="120269"/>
                  </a:lnTo>
                  <a:lnTo>
                    <a:pt x="1202807" y="127396"/>
                  </a:lnTo>
                  <a:lnTo>
                    <a:pt x="1185719" y="133953"/>
                  </a:lnTo>
                  <a:lnTo>
                    <a:pt x="1169465" y="141700"/>
                  </a:lnTo>
                  <a:lnTo>
                    <a:pt x="1155318" y="152400"/>
                  </a:lnTo>
                  <a:lnTo>
                    <a:pt x="1075054" y="232537"/>
                  </a:lnTo>
                  <a:lnTo>
                    <a:pt x="1069195" y="246612"/>
                  </a:lnTo>
                  <a:lnTo>
                    <a:pt x="1063418" y="260746"/>
                  </a:lnTo>
                  <a:lnTo>
                    <a:pt x="1057427" y="274810"/>
                  </a:lnTo>
                  <a:lnTo>
                    <a:pt x="1050925" y="288671"/>
                  </a:lnTo>
                  <a:lnTo>
                    <a:pt x="1045067" y="298779"/>
                  </a:lnTo>
                  <a:lnTo>
                    <a:pt x="1038447" y="308483"/>
                  </a:lnTo>
                  <a:lnTo>
                    <a:pt x="1032065" y="318281"/>
                  </a:lnTo>
                  <a:lnTo>
                    <a:pt x="1026921" y="328676"/>
                  </a:lnTo>
                  <a:lnTo>
                    <a:pt x="1017579" y="359201"/>
                  </a:lnTo>
                  <a:lnTo>
                    <a:pt x="1012189" y="386000"/>
                  </a:lnTo>
                  <a:lnTo>
                    <a:pt x="1006133" y="412204"/>
                  </a:lnTo>
                  <a:lnTo>
                    <a:pt x="994790" y="440944"/>
                  </a:lnTo>
                  <a:lnTo>
                    <a:pt x="989486" y="449393"/>
                  </a:lnTo>
                  <a:lnTo>
                    <a:pt x="983122" y="457200"/>
                  </a:lnTo>
                  <a:lnTo>
                    <a:pt x="976592" y="464911"/>
                  </a:lnTo>
                  <a:lnTo>
                    <a:pt x="970788" y="473075"/>
                  </a:lnTo>
                  <a:lnTo>
                    <a:pt x="964713" y="485132"/>
                  </a:lnTo>
                  <a:lnTo>
                    <a:pt x="959532" y="497713"/>
                  </a:lnTo>
                  <a:lnTo>
                    <a:pt x="953946" y="510008"/>
                  </a:lnTo>
                  <a:lnTo>
                    <a:pt x="946657" y="521208"/>
                  </a:lnTo>
                  <a:lnTo>
                    <a:pt x="911853" y="560754"/>
                  </a:lnTo>
                  <a:lnTo>
                    <a:pt x="885157" y="586708"/>
                  </a:lnTo>
                  <a:lnTo>
                    <a:pt x="863622" y="605043"/>
                  </a:lnTo>
                  <a:lnTo>
                    <a:pt x="844299" y="621729"/>
                  </a:lnTo>
                  <a:lnTo>
                    <a:pt x="824241" y="642739"/>
                  </a:lnTo>
                  <a:lnTo>
                    <a:pt x="800500" y="674043"/>
                  </a:lnTo>
                  <a:lnTo>
                    <a:pt x="770127" y="721614"/>
                  </a:lnTo>
                  <a:lnTo>
                    <a:pt x="753769" y="749075"/>
                  </a:lnTo>
                  <a:lnTo>
                    <a:pt x="746910" y="760499"/>
                  </a:lnTo>
                  <a:lnTo>
                    <a:pt x="743727" y="764889"/>
                  </a:lnTo>
                  <a:lnTo>
                    <a:pt x="738396" y="771247"/>
                  </a:lnTo>
                  <a:lnTo>
                    <a:pt x="725092" y="788577"/>
                  </a:lnTo>
                  <a:lnTo>
                    <a:pt x="697991" y="825881"/>
                  </a:lnTo>
                  <a:lnTo>
                    <a:pt x="690060" y="837953"/>
                  </a:lnTo>
                  <a:lnTo>
                    <a:pt x="682545" y="850360"/>
                  </a:lnTo>
                  <a:lnTo>
                    <a:pt x="674721" y="862528"/>
                  </a:lnTo>
                  <a:lnTo>
                    <a:pt x="665860" y="873887"/>
                  </a:lnTo>
                  <a:lnTo>
                    <a:pt x="645818" y="898554"/>
                  </a:lnTo>
                  <a:lnTo>
                    <a:pt x="625728" y="923591"/>
                  </a:lnTo>
                  <a:lnTo>
                    <a:pt x="603638" y="945842"/>
                  </a:lnTo>
                  <a:lnTo>
                    <a:pt x="577595" y="962152"/>
                  </a:lnTo>
                  <a:lnTo>
                    <a:pt x="534245" y="980674"/>
                  </a:lnTo>
                  <a:lnTo>
                    <a:pt x="493299" y="998791"/>
                  </a:lnTo>
                  <a:lnTo>
                    <a:pt x="452401" y="1018623"/>
                  </a:lnTo>
                  <a:lnTo>
                    <a:pt x="409193" y="1042289"/>
                  </a:lnTo>
                  <a:lnTo>
                    <a:pt x="361751" y="1071026"/>
                  </a:lnTo>
                  <a:lnTo>
                    <a:pt x="337901" y="1086627"/>
                  </a:lnTo>
                  <a:lnTo>
                    <a:pt x="324932" y="1094272"/>
                  </a:lnTo>
                  <a:lnTo>
                    <a:pt x="310133" y="1099144"/>
                  </a:lnTo>
                  <a:lnTo>
                    <a:pt x="280796" y="1106424"/>
                  </a:lnTo>
                  <a:lnTo>
                    <a:pt x="244626" y="1126992"/>
                  </a:lnTo>
                  <a:lnTo>
                    <a:pt x="192531" y="1162558"/>
                  </a:lnTo>
                  <a:lnTo>
                    <a:pt x="156654" y="1183862"/>
                  </a:lnTo>
                  <a:lnTo>
                    <a:pt x="143382" y="1193883"/>
                  </a:lnTo>
                  <a:lnTo>
                    <a:pt x="128396" y="1210691"/>
                  </a:lnTo>
                  <a:lnTo>
                    <a:pt x="100429" y="1246650"/>
                  </a:lnTo>
                  <a:lnTo>
                    <a:pt x="85511" y="1266007"/>
                  </a:lnTo>
                  <a:lnTo>
                    <a:pt x="80569" y="1272883"/>
                  </a:lnTo>
                  <a:lnTo>
                    <a:pt x="82529" y="1271398"/>
                  </a:lnTo>
                  <a:lnTo>
                    <a:pt x="88317" y="1265675"/>
                  </a:lnTo>
                  <a:lnTo>
                    <a:pt x="94859" y="1259835"/>
                  </a:lnTo>
                  <a:lnTo>
                    <a:pt x="99080" y="1257999"/>
                  </a:lnTo>
                  <a:lnTo>
                    <a:pt x="97907" y="1264289"/>
                  </a:lnTo>
                  <a:lnTo>
                    <a:pt x="88264" y="1282827"/>
                  </a:lnTo>
                  <a:lnTo>
                    <a:pt x="82851" y="1291276"/>
                  </a:lnTo>
                  <a:lnTo>
                    <a:pt x="76771" y="1299273"/>
                  </a:lnTo>
                  <a:lnTo>
                    <a:pt x="70405" y="1307080"/>
                  </a:lnTo>
                  <a:lnTo>
                    <a:pt x="64134" y="1314958"/>
                  </a:lnTo>
                  <a:lnTo>
                    <a:pt x="66780" y="1353038"/>
                  </a:lnTo>
                  <a:lnTo>
                    <a:pt x="69865" y="1391094"/>
                  </a:lnTo>
                  <a:lnTo>
                    <a:pt x="72118" y="1429150"/>
                  </a:lnTo>
                  <a:lnTo>
                    <a:pt x="72262" y="1467231"/>
                  </a:lnTo>
                  <a:lnTo>
                    <a:pt x="70100" y="1485520"/>
                  </a:lnTo>
                  <a:lnTo>
                    <a:pt x="65817" y="1503537"/>
                  </a:lnTo>
                  <a:lnTo>
                    <a:pt x="60725" y="1521434"/>
                  </a:lnTo>
                  <a:lnTo>
                    <a:pt x="56133" y="1539367"/>
                  </a:lnTo>
                  <a:lnTo>
                    <a:pt x="54437" y="1549495"/>
                  </a:lnTo>
                  <a:lnTo>
                    <a:pt x="53038" y="1559718"/>
                  </a:lnTo>
                  <a:lnTo>
                    <a:pt x="51186" y="1569799"/>
                  </a:lnTo>
                  <a:lnTo>
                    <a:pt x="48132" y="1579499"/>
                  </a:lnTo>
                  <a:lnTo>
                    <a:pt x="40987" y="1593967"/>
                  </a:lnTo>
                  <a:lnTo>
                    <a:pt x="32591" y="1607804"/>
                  </a:lnTo>
                  <a:lnTo>
                    <a:pt x="23933" y="1621522"/>
                  </a:lnTo>
                  <a:lnTo>
                    <a:pt x="16001" y="1635633"/>
                  </a:lnTo>
                  <a:lnTo>
                    <a:pt x="11572" y="1645421"/>
                  </a:lnTo>
                  <a:lnTo>
                    <a:pt x="7619" y="1655460"/>
                  </a:lnTo>
                  <a:lnTo>
                    <a:pt x="3857" y="1665618"/>
                  </a:lnTo>
                  <a:lnTo>
                    <a:pt x="0" y="1675765"/>
                  </a:lnTo>
                  <a:lnTo>
                    <a:pt x="1875" y="1687802"/>
                  </a:lnTo>
                  <a:lnTo>
                    <a:pt x="3667" y="1699863"/>
                  </a:lnTo>
                  <a:lnTo>
                    <a:pt x="5625" y="1711876"/>
                  </a:lnTo>
                  <a:lnTo>
                    <a:pt x="8000" y="1723771"/>
                  </a:lnTo>
                  <a:lnTo>
                    <a:pt x="9840" y="1729845"/>
                  </a:lnTo>
                  <a:lnTo>
                    <a:pt x="12144" y="1735788"/>
                  </a:lnTo>
                  <a:lnTo>
                    <a:pt x="14376" y="1741755"/>
                  </a:lnTo>
                  <a:lnTo>
                    <a:pt x="16001" y="1747901"/>
                  </a:lnTo>
                  <a:lnTo>
                    <a:pt x="18129" y="1763940"/>
                  </a:lnTo>
                  <a:lnTo>
                    <a:pt x="19399" y="1780111"/>
                  </a:lnTo>
                  <a:lnTo>
                    <a:pt x="21002" y="1796210"/>
                  </a:lnTo>
                  <a:lnTo>
                    <a:pt x="24129" y="1812036"/>
                  </a:lnTo>
                  <a:lnTo>
                    <a:pt x="26969" y="1818518"/>
                  </a:lnTo>
                  <a:lnTo>
                    <a:pt x="31226" y="1824370"/>
                  </a:lnTo>
                  <a:lnTo>
                    <a:pt x="35935" y="1830056"/>
                  </a:lnTo>
                  <a:lnTo>
                    <a:pt x="40131" y="1836039"/>
                  </a:lnTo>
                  <a:lnTo>
                    <a:pt x="55324" y="1863615"/>
                  </a:lnTo>
                  <a:lnTo>
                    <a:pt x="57733" y="1869715"/>
                  </a:lnTo>
                  <a:lnTo>
                    <a:pt x="55759" y="1867640"/>
                  </a:lnTo>
                  <a:lnTo>
                    <a:pt x="57802" y="1870692"/>
                  </a:lnTo>
                  <a:lnTo>
                    <a:pt x="72262" y="1892173"/>
                  </a:lnTo>
                  <a:lnTo>
                    <a:pt x="77852" y="1918428"/>
                  </a:lnTo>
                  <a:lnTo>
                    <a:pt x="80216" y="1924288"/>
                  </a:lnTo>
                  <a:lnTo>
                    <a:pt x="88604" y="1924123"/>
                  </a:lnTo>
                  <a:lnTo>
                    <a:pt x="112267" y="1932305"/>
                  </a:lnTo>
                  <a:lnTo>
                    <a:pt x="127756" y="1942076"/>
                  </a:lnTo>
                  <a:lnTo>
                    <a:pt x="140446" y="1952847"/>
                  </a:lnTo>
                  <a:lnTo>
                    <a:pt x="153112" y="1963380"/>
                  </a:lnTo>
                  <a:lnTo>
                    <a:pt x="199554" y="1984170"/>
                  </a:lnTo>
                  <a:lnTo>
                    <a:pt x="253414" y="1993064"/>
                  </a:lnTo>
                  <a:lnTo>
                    <a:pt x="288797" y="1996440"/>
                  </a:lnTo>
                  <a:lnTo>
                    <a:pt x="340181" y="1993568"/>
                  </a:lnTo>
                  <a:lnTo>
                    <a:pt x="391588" y="1991026"/>
                  </a:lnTo>
                  <a:lnTo>
                    <a:pt x="442984" y="1988320"/>
                  </a:lnTo>
                  <a:lnTo>
                    <a:pt x="494330" y="1984955"/>
                  </a:lnTo>
                  <a:lnTo>
                    <a:pt x="545591" y="1980438"/>
                  </a:lnTo>
                  <a:lnTo>
                    <a:pt x="589186" y="1971633"/>
                  </a:lnTo>
                  <a:lnTo>
                    <a:pt x="614084" y="1934733"/>
                  </a:lnTo>
                  <a:lnTo>
                    <a:pt x="617727" y="1924304"/>
                  </a:lnTo>
                  <a:lnTo>
                    <a:pt x="623319" y="1914015"/>
                  </a:lnTo>
                  <a:lnTo>
                    <a:pt x="629412" y="1903999"/>
                  </a:lnTo>
                  <a:lnTo>
                    <a:pt x="635694" y="1894103"/>
                  </a:lnTo>
                  <a:lnTo>
                    <a:pt x="641857" y="1884172"/>
                  </a:lnTo>
                  <a:lnTo>
                    <a:pt x="644269" y="1876206"/>
                  </a:lnTo>
                  <a:lnTo>
                    <a:pt x="646953" y="1868265"/>
                  </a:lnTo>
                  <a:lnTo>
                    <a:pt x="649091" y="1860276"/>
                  </a:lnTo>
                  <a:lnTo>
                    <a:pt x="648105" y="1786615"/>
                  </a:lnTo>
                  <a:lnTo>
                    <a:pt x="646495" y="1734020"/>
                  </a:lnTo>
                  <a:lnTo>
                    <a:pt x="643842" y="1689496"/>
                  </a:lnTo>
                  <a:lnTo>
                    <a:pt x="638955" y="1648158"/>
                  </a:lnTo>
                  <a:lnTo>
                    <a:pt x="630647" y="1605120"/>
                  </a:lnTo>
                  <a:lnTo>
                    <a:pt x="617727" y="1555496"/>
                  </a:lnTo>
                  <a:lnTo>
                    <a:pt x="609536" y="1531477"/>
                  </a:lnTo>
                  <a:lnTo>
                    <a:pt x="605297" y="1519509"/>
                  </a:lnTo>
                  <a:lnTo>
                    <a:pt x="601726" y="1507363"/>
                  </a:lnTo>
                  <a:lnTo>
                    <a:pt x="593906" y="1473140"/>
                  </a:lnTo>
                  <a:lnTo>
                    <a:pt x="592337" y="1460490"/>
                  </a:lnTo>
                  <a:lnTo>
                    <a:pt x="593471" y="1459087"/>
                  </a:lnTo>
                  <a:lnTo>
                    <a:pt x="593757" y="1458604"/>
                  </a:lnTo>
                  <a:lnTo>
                    <a:pt x="589649" y="1448716"/>
                  </a:lnTo>
                  <a:lnTo>
                    <a:pt x="577595" y="1419098"/>
                  </a:lnTo>
                  <a:lnTo>
                    <a:pt x="578667" y="1384946"/>
                  </a:lnTo>
                  <a:lnTo>
                    <a:pt x="579119" y="1350676"/>
                  </a:lnTo>
                  <a:lnTo>
                    <a:pt x="585596" y="1282827"/>
                  </a:lnTo>
                  <a:lnTo>
                    <a:pt x="609260" y="1240643"/>
                  </a:lnTo>
                  <a:lnTo>
                    <a:pt x="617727" y="1226693"/>
                  </a:lnTo>
                  <a:lnTo>
                    <a:pt x="642646" y="1174665"/>
                  </a:lnTo>
                  <a:lnTo>
                    <a:pt x="673862" y="1122553"/>
                  </a:lnTo>
                  <a:lnTo>
                    <a:pt x="697690" y="1082182"/>
                  </a:lnTo>
                  <a:lnTo>
                    <a:pt x="709527" y="1062027"/>
                  </a:lnTo>
                  <a:lnTo>
                    <a:pt x="721994" y="1042289"/>
                  </a:lnTo>
                  <a:lnTo>
                    <a:pt x="733712" y="1026017"/>
                  </a:lnTo>
                  <a:lnTo>
                    <a:pt x="746109" y="1010221"/>
                  </a:lnTo>
                  <a:lnTo>
                    <a:pt x="758481" y="994425"/>
                  </a:lnTo>
                  <a:lnTo>
                    <a:pt x="770127" y="978154"/>
                  </a:lnTo>
                  <a:lnTo>
                    <a:pt x="778452" y="964275"/>
                  </a:lnTo>
                  <a:lnTo>
                    <a:pt x="785955" y="949896"/>
                  </a:lnTo>
                  <a:lnTo>
                    <a:pt x="793577" y="935612"/>
                  </a:lnTo>
                  <a:lnTo>
                    <a:pt x="802258" y="922020"/>
                  </a:lnTo>
                  <a:lnTo>
                    <a:pt x="809690" y="913536"/>
                  </a:lnTo>
                  <a:lnTo>
                    <a:pt x="818086" y="905875"/>
                  </a:lnTo>
                  <a:lnTo>
                    <a:pt x="826601" y="898284"/>
                  </a:lnTo>
                  <a:lnTo>
                    <a:pt x="834389" y="890016"/>
                  </a:lnTo>
                  <a:lnTo>
                    <a:pt x="856922" y="860187"/>
                  </a:lnTo>
                  <a:lnTo>
                    <a:pt x="865001" y="846713"/>
                  </a:lnTo>
                  <a:lnTo>
                    <a:pt x="866314" y="842263"/>
                  </a:lnTo>
                  <a:lnTo>
                    <a:pt x="868548" y="839507"/>
                  </a:lnTo>
                  <a:lnTo>
                    <a:pt x="879389" y="831113"/>
                  </a:lnTo>
                  <a:lnTo>
                    <a:pt x="906526" y="809752"/>
                  </a:lnTo>
                  <a:lnTo>
                    <a:pt x="923871" y="780103"/>
                  </a:lnTo>
                  <a:lnTo>
                    <a:pt x="929677" y="769671"/>
                  </a:lnTo>
                  <a:lnTo>
                    <a:pt x="930608" y="769731"/>
                  </a:lnTo>
                  <a:lnTo>
                    <a:pt x="970788" y="745617"/>
                  </a:lnTo>
                  <a:lnTo>
                    <a:pt x="988486" y="721346"/>
                  </a:lnTo>
                  <a:lnTo>
                    <a:pt x="994790" y="713613"/>
                  </a:lnTo>
                  <a:lnTo>
                    <a:pt x="1000418" y="709094"/>
                  </a:lnTo>
                  <a:lnTo>
                    <a:pt x="1006665" y="705373"/>
                  </a:lnTo>
                  <a:lnTo>
                    <a:pt x="1013007" y="701772"/>
                  </a:lnTo>
                  <a:lnTo>
                    <a:pt x="1018920" y="697611"/>
                  </a:lnTo>
                  <a:lnTo>
                    <a:pt x="1041890" y="675892"/>
                  </a:lnTo>
                  <a:lnTo>
                    <a:pt x="1048559" y="667496"/>
                  </a:lnTo>
                  <a:lnTo>
                    <a:pt x="1054443" y="664124"/>
                  </a:lnTo>
                  <a:lnTo>
                    <a:pt x="1075054" y="657479"/>
                  </a:lnTo>
                  <a:lnTo>
                    <a:pt x="1082879" y="651190"/>
                  </a:lnTo>
                  <a:lnTo>
                    <a:pt x="1090596" y="644699"/>
                  </a:lnTo>
                  <a:lnTo>
                    <a:pt x="1098575" y="638565"/>
                  </a:lnTo>
                  <a:lnTo>
                    <a:pt x="1139189" y="625348"/>
                  </a:lnTo>
                  <a:lnTo>
                    <a:pt x="1177345" y="626223"/>
                  </a:lnTo>
                  <a:lnTo>
                    <a:pt x="1215453" y="628348"/>
                  </a:lnTo>
                  <a:lnTo>
                    <a:pt x="1253561" y="630973"/>
                  </a:lnTo>
                  <a:lnTo>
                    <a:pt x="1291716" y="633349"/>
                  </a:lnTo>
                  <a:lnTo>
                    <a:pt x="1588515" y="625348"/>
                  </a:lnTo>
                  <a:lnTo>
                    <a:pt x="1789049" y="617347"/>
                  </a:lnTo>
                  <a:lnTo>
                    <a:pt x="2150109" y="609346"/>
                  </a:lnTo>
                  <a:lnTo>
                    <a:pt x="2201783" y="599554"/>
                  </a:lnTo>
                  <a:lnTo>
                    <a:pt x="2254080" y="589684"/>
                  </a:lnTo>
                  <a:lnTo>
                    <a:pt x="2306272" y="578326"/>
                  </a:lnTo>
                  <a:lnTo>
                    <a:pt x="2357627" y="564068"/>
                  </a:lnTo>
                  <a:lnTo>
                    <a:pt x="2407417" y="545499"/>
                  </a:lnTo>
                  <a:lnTo>
                    <a:pt x="2454909" y="521208"/>
                  </a:lnTo>
                  <a:lnTo>
                    <a:pt x="2491946" y="499046"/>
                  </a:lnTo>
                  <a:lnTo>
                    <a:pt x="2527172" y="473075"/>
                  </a:lnTo>
                  <a:lnTo>
                    <a:pt x="2563213" y="430926"/>
                  </a:lnTo>
                  <a:lnTo>
                    <a:pt x="2575305" y="416941"/>
                  </a:lnTo>
                  <a:lnTo>
                    <a:pt x="2597382" y="394507"/>
                  </a:lnTo>
                  <a:lnTo>
                    <a:pt x="2612850" y="379587"/>
                  </a:lnTo>
                  <a:lnTo>
                    <a:pt x="2625580" y="363309"/>
                  </a:lnTo>
                  <a:lnTo>
                    <a:pt x="2647408" y="315029"/>
                  </a:lnTo>
                  <a:lnTo>
                    <a:pt x="2665676" y="253525"/>
                  </a:lnTo>
                  <a:lnTo>
                    <a:pt x="2671572" y="232537"/>
                  </a:lnTo>
                  <a:lnTo>
                    <a:pt x="2668589" y="204208"/>
                  </a:lnTo>
                  <a:lnTo>
                    <a:pt x="2666285" y="175736"/>
                  </a:lnTo>
                  <a:lnTo>
                    <a:pt x="2655570" y="120269"/>
                  </a:lnTo>
                  <a:lnTo>
                    <a:pt x="2623438" y="96266"/>
                  </a:lnTo>
                  <a:lnTo>
                    <a:pt x="2580701" y="81585"/>
                  </a:lnTo>
                  <a:lnTo>
                    <a:pt x="2575305" y="80137"/>
                  </a:lnTo>
                  <a:lnTo>
                    <a:pt x="2569571" y="73779"/>
                  </a:lnTo>
                  <a:lnTo>
                    <a:pt x="2537440" y="50151"/>
                  </a:lnTo>
                  <a:lnTo>
                    <a:pt x="2503042" y="40132"/>
                  </a:lnTo>
                  <a:lnTo>
                    <a:pt x="2497131" y="35968"/>
                  </a:lnTo>
                  <a:lnTo>
                    <a:pt x="2491279" y="31686"/>
                  </a:lnTo>
                  <a:lnTo>
                    <a:pt x="2485308" y="27594"/>
                  </a:lnTo>
                  <a:lnTo>
                    <a:pt x="2479040" y="24003"/>
                  </a:lnTo>
                  <a:lnTo>
                    <a:pt x="2474876" y="18698"/>
                  </a:lnTo>
                  <a:lnTo>
                    <a:pt x="2471642" y="10620"/>
                  </a:lnTo>
                  <a:lnTo>
                    <a:pt x="2466074" y="3232"/>
                  </a:lnTo>
                  <a:lnTo>
                    <a:pt x="2454909" y="0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77" name="object 40"/>
            <p:cNvPicPr/>
            <p:nvPr/>
          </p:nvPicPr>
          <p:blipFill>
            <a:blip r:embed="rId8"/>
            <a:stretch/>
          </p:blipFill>
          <p:spPr>
            <a:xfrm>
              <a:off x="6660000" y="1429200"/>
              <a:ext cx="155880" cy="7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8" name="object 41"/>
            <p:cNvPicPr/>
            <p:nvPr/>
          </p:nvPicPr>
          <p:blipFill>
            <a:blip r:embed="rId9"/>
            <a:stretch/>
          </p:blipFill>
          <p:spPr>
            <a:xfrm>
              <a:off x="4588920" y="1703880"/>
              <a:ext cx="2020320" cy="1534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9" name="object 42"/>
            <p:cNvSpPr/>
            <p:nvPr/>
          </p:nvSpPr>
          <p:spPr>
            <a:xfrm>
              <a:off x="4636080" y="1740960"/>
              <a:ext cx="1930680" cy="1434600"/>
            </a:xfrm>
            <a:custGeom>
              <a:avLst/>
              <a:gdLst>
                <a:gd name="textAreaLeft" fmla="*/ 0 w 1930680"/>
                <a:gd name="textAreaRight" fmla="*/ 1931040 w 1930680"/>
                <a:gd name="textAreaTop" fmla="*/ 0 h 1434600"/>
                <a:gd name="textAreaBottom" fmla="*/ 1434960 h 1434600"/>
              </a:gdLst>
              <a:ahLst/>
              <a:cxnLst/>
              <a:rect l="textAreaLeft" t="textAreaTop" r="textAreaRight" b="textAreaBottom"/>
              <a:pathLst>
                <a:path w="1931034" h="1435100">
                  <a:moveTo>
                    <a:pt x="898636" y="609600"/>
                  </a:moveTo>
                  <a:lnTo>
                    <a:pt x="176529" y="609600"/>
                  </a:lnTo>
                  <a:lnTo>
                    <a:pt x="156757" y="647700"/>
                  </a:lnTo>
                  <a:lnTo>
                    <a:pt x="146557" y="660400"/>
                  </a:lnTo>
                  <a:lnTo>
                    <a:pt x="139311" y="673100"/>
                  </a:lnTo>
                  <a:lnTo>
                    <a:pt x="128396" y="698500"/>
                  </a:lnTo>
                  <a:lnTo>
                    <a:pt x="123965" y="723900"/>
                  </a:lnTo>
                  <a:lnTo>
                    <a:pt x="120951" y="736600"/>
                  </a:lnTo>
                  <a:lnTo>
                    <a:pt x="117627" y="762000"/>
                  </a:lnTo>
                  <a:lnTo>
                    <a:pt x="112267" y="774700"/>
                  </a:lnTo>
                  <a:lnTo>
                    <a:pt x="108660" y="787400"/>
                  </a:lnTo>
                  <a:lnTo>
                    <a:pt x="104457" y="787400"/>
                  </a:lnTo>
                  <a:lnTo>
                    <a:pt x="100159" y="800100"/>
                  </a:lnTo>
                  <a:lnTo>
                    <a:pt x="96265" y="812800"/>
                  </a:lnTo>
                  <a:lnTo>
                    <a:pt x="76456" y="850900"/>
                  </a:lnTo>
                  <a:lnTo>
                    <a:pt x="68697" y="876300"/>
                  </a:lnTo>
                  <a:lnTo>
                    <a:pt x="65231" y="889000"/>
                  </a:lnTo>
                  <a:lnTo>
                    <a:pt x="58296" y="901700"/>
                  </a:lnTo>
                  <a:lnTo>
                    <a:pt x="40131" y="927100"/>
                  </a:lnTo>
                  <a:lnTo>
                    <a:pt x="35988" y="939800"/>
                  </a:lnTo>
                  <a:lnTo>
                    <a:pt x="31749" y="952500"/>
                  </a:lnTo>
                  <a:lnTo>
                    <a:pt x="27701" y="965200"/>
                  </a:lnTo>
                  <a:lnTo>
                    <a:pt x="24129" y="990600"/>
                  </a:lnTo>
                  <a:lnTo>
                    <a:pt x="21859" y="990600"/>
                  </a:lnTo>
                  <a:lnTo>
                    <a:pt x="16001" y="1028700"/>
                  </a:lnTo>
                  <a:lnTo>
                    <a:pt x="4179" y="1066800"/>
                  </a:lnTo>
                  <a:lnTo>
                    <a:pt x="0" y="1079500"/>
                  </a:lnTo>
                  <a:lnTo>
                    <a:pt x="6107" y="1117600"/>
                  </a:lnTo>
                  <a:lnTo>
                    <a:pt x="10572" y="1155700"/>
                  </a:lnTo>
                  <a:lnTo>
                    <a:pt x="12322" y="1168400"/>
                  </a:lnTo>
                  <a:lnTo>
                    <a:pt x="16001" y="1181100"/>
                  </a:lnTo>
                  <a:lnTo>
                    <a:pt x="22469" y="1193800"/>
                  </a:lnTo>
                  <a:lnTo>
                    <a:pt x="30686" y="1206500"/>
                  </a:lnTo>
                  <a:lnTo>
                    <a:pt x="39594" y="1219200"/>
                  </a:lnTo>
                  <a:lnTo>
                    <a:pt x="48132" y="1231900"/>
                  </a:lnTo>
                  <a:lnTo>
                    <a:pt x="56707" y="1257300"/>
                  </a:lnTo>
                  <a:lnTo>
                    <a:pt x="64722" y="1282700"/>
                  </a:lnTo>
                  <a:lnTo>
                    <a:pt x="74475" y="1308100"/>
                  </a:lnTo>
                  <a:lnTo>
                    <a:pt x="88264" y="1333500"/>
                  </a:lnTo>
                  <a:lnTo>
                    <a:pt x="101393" y="1346200"/>
                  </a:lnTo>
                  <a:lnTo>
                    <a:pt x="116331" y="1371600"/>
                  </a:lnTo>
                  <a:lnTo>
                    <a:pt x="133270" y="1384300"/>
                  </a:lnTo>
                  <a:lnTo>
                    <a:pt x="152400" y="1397000"/>
                  </a:lnTo>
                  <a:lnTo>
                    <a:pt x="172370" y="1397000"/>
                  </a:lnTo>
                  <a:lnTo>
                    <a:pt x="182618" y="1409700"/>
                  </a:lnTo>
                  <a:lnTo>
                    <a:pt x="192531" y="1409700"/>
                  </a:lnTo>
                  <a:lnTo>
                    <a:pt x="221538" y="1422400"/>
                  </a:lnTo>
                  <a:lnTo>
                    <a:pt x="231465" y="1435100"/>
                  </a:lnTo>
                  <a:lnTo>
                    <a:pt x="381587" y="1435100"/>
                  </a:lnTo>
                  <a:lnTo>
                    <a:pt x="427761" y="1422400"/>
                  </a:lnTo>
                  <a:lnTo>
                    <a:pt x="473328" y="1422400"/>
                  </a:lnTo>
                  <a:lnTo>
                    <a:pt x="492763" y="1409700"/>
                  </a:lnTo>
                  <a:lnTo>
                    <a:pt x="511079" y="1397000"/>
                  </a:lnTo>
                  <a:lnTo>
                    <a:pt x="528585" y="1384300"/>
                  </a:lnTo>
                  <a:lnTo>
                    <a:pt x="545591" y="1371600"/>
                  </a:lnTo>
                  <a:lnTo>
                    <a:pt x="581513" y="1346200"/>
                  </a:lnTo>
                  <a:lnTo>
                    <a:pt x="615981" y="1320800"/>
                  </a:lnTo>
                  <a:lnTo>
                    <a:pt x="647354" y="1282700"/>
                  </a:lnTo>
                  <a:lnTo>
                    <a:pt x="673988" y="1244600"/>
                  </a:lnTo>
                  <a:lnTo>
                    <a:pt x="685224" y="1219200"/>
                  </a:lnTo>
                  <a:lnTo>
                    <a:pt x="695102" y="1206500"/>
                  </a:lnTo>
                  <a:lnTo>
                    <a:pt x="704457" y="1181100"/>
                  </a:lnTo>
                  <a:lnTo>
                    <a:pt x="714120" y="1155700"/>
                  </a:lnTo>
                  <a:lnTo>
                    <a:pt x="718050" y="1143000"/>
                  </a:lnTo>
                  <a:lnTo>
                    <a:pt x="725908" y="1092200"/>
                  </a:lnTo>
                  <a:lnTo>
                    <a:pt x="734498" y="1041400"/>
                  </a:lnTo>
                  <a:lnTo>
                    <a:pt x="739505" y="1028700"/>
                  </a:lnTo>
                  <a:lnTo>
                    <a:pt x="743821" y="1003300"/>
                  </a:lnTo>
                  <a:lnTo>
                    <a:pt x="746125" y="990600"/>
                  </a:lnTo>
                  <a:lnTo>
                    <a:pt x="746285" y="952500"/>
                  </a:lnTo>
                  <a:lnTo>
                    <a:pt x="744743" y="927100"/>
                  </a:lnTo>
                  <a:lnTo>
                    <a:pt x="741892" y="901700"/>
                  </a:lnTo>
                  <a:lnTo>
                    <a:pt x="738124" y="876300"/>
                  </a:lnTo>
                  <a:lnTo>
                    <a:pt x="732978" y="863600"/>
                  </a:lnTo>
                  <a:lnTo>
                    <a:pt x="723725" y="838200"/>
                  </a:lnTo>
                  <a:lnTo>
                    <a:pt x="713638" y="812800"/>
                  </a:lnTo>
                  <a:lnTo>
                    <a:pt x="705992" y="787400"/>
                  </a:lnTo>
                  <a:lnTo>
                    <a:pt x="707334" y="749300"/>
                  </a:lnTo>
                  <a:lnTo>
                    <a:pt x="707866" y="711200"/>
                  </a:lnTo>
                  <a:lnTo>
                    <a:pt x="715494" y="685800"/>
                  </a:lnTo>
                  <a:lnTo>
                    <a:pt x="738124" y="660400"/>
                  </a:lnTo>
                  <a:lnTo>
                    <a:pt x="770636" y="635000"/>
                  </a:lnTo>
                  <a:lnTo>
                    <a:pt x="824426" y="635000"/>
                  </a:lnTo>
                  <a:lnTo>
                    <a:pt x="838501" y="622300"/>
                  </a:lnTo>
                  <a:lnTo>
                    <a:pt x="882632" y="622300"/>
                  </a:lnTo>
                  <a:lnTo>
                    <a:pt x="898636" y="609600"/>
                  </a:lnTo>
                  <a:close/>
                </a:path>
                <a:path w="1931034" h="1435100">
                  <a:moveTo>
                    <a:pt x="984877" y="596900"/>
                  </a:moveTo>
                  <a:lnTo>
                    <a:pt x="181387" y="596900"/>
                  </a:lnTo>
                  <a:lnTo>
                    <a:pt x="179494" y="609600"/>
                  </a:lnTo>
                  <a:lnTo>
                    <a:pt x="948697" y="609600"/>
                  </a:lnTo>
                  <a:lnTo>
                    <a:pt x="984877" y="596900"/>
                  </a:lnTo>
                  <a:close/>
                </a:path>
                <a:path w="1931034" h="1435100">
                  <a:moveTo>
                    <a:pt x="1067053" y="571500"/>
                  </a:moveTo>
                  <a:lnTo>
                    <a:pt x="190640" y="571500"/>
                  </a:lnTo>
                  <a:lnTo>
                    <a:pt x="184530" y="584200"/>
                  </a:lnTo>
                  <a:lnTo>
                    <a:pt x="182852" y="596900"/>
                  </a:lnTo>
                  <a:lnTo>
                    <a:pt x="1002918" y="596900"/>
                  </a:lnTo>
                  <a:lnTo>
                    <a:pt x="1018922" y="584200"/>
                  </a:lnTo>
                  <a:lnTo>
                    <a:pt x="1050835" y="584200"/>
                  </a:lnTo>
                  <a:lnTo>
                    <a:pt x="1067053" y="571500"/>
                  </a:lnTo>
                  <a:close/>
                </a:path>
                <a:path w="1931034" h="1435100">
                  <a:moveTo>
                    <a:pt x="1930663" y="0"/>
                  </a:moveTo>
                  <a:lnTo>
                    <a:pt x="1797177" y="0"/>
                  </a:lnTo>
                  <a:lnTo>
                    <a:pt x="1787102" y="12700"/>
                  </a:lnTo>
                  <a:lnTo>
                    <a:pt x="1700920" y="12700"/>
                  </a:lnTo>
                  <a:lnTo>
                    <a:pt x="1644761" y="25400"/>
                  </a:lnTo>
                  <a:lnTo>
                    <a:pt x="897492" y="25400"/>
                  </a:lnTo>
                  <a:lnTo>
                    <a:pt x="846359" y="38100"/>
                  </a:lnTo>
                  <a:lnTo>
                    <a:pt x="692996" y="38100"/>
                  </a:lnTo>
                  <a:lnTo>
                    <a:pt x="641857" y="50800"/>
                  </a:lnTo>
                  <a:lnTo>
                    <a:pt x="609028" y="50800"/>
                  </a:lnTo>
                  <a:lnTo>
                    <a:pt x="592887" y="63500"/>
                  </a:lnTo>
                  <a:lnTo>
                    <a:pt x="577722" y="76200"/>
                  </a:lnTo>
                  <a:lnTo>
                    <a:pt x="527885" y="101600"/>
                  </a:lnTo>
                  <a:lnTo>
                    <a:pt x="504546" y="127000"/>
                  </a:lnTo>
                  <a:lnTo>
                    <a:pt x="494887" y="127000"/>
                  </a:lnTo>
                  <a:lnTo>
                    <a:pt x="486087" y="152400"/>
                  </a:lnTo>
                  <a:lnTo>
                    <a:pt x="465327" y="177800"/>
                  </a:lnTo>
                  <a:lnTo>
                    <a:pt x="457360" y="177800"/>
                  </a:lnTo>
                  <a:lnTo>
                    <a:pt x="448833" y="190500"/>
                  </a:lnTo>
                  <a:lnTo>
                    <a:pt x="440521" y="203200"/>
                  </a:lnTo>
                  <a:lnTo>
                    <a:pt x="433196" y="203200"/>
                  </a:lnTo>
                  <a:lnTo>
                    <a:pt x="411777" y="241300"/>
                  </a:lnTo>
                  <a:lnTo>
                    <a:pt x="402836" y="254000"/>
                  </a:lnTo>
                  <a:lnTo>
                    <a:pt x="413980" y="254000"/>
                  </a:lnTo>
                  <a:lnTo>
                    <a:pt x="409027" y="266700"/>
                  </a:lnTo>
                  <a:lnTo>
                    <a:pt x="393191" y="292100"/>
                  </a:lnTo>
                  <a:lnTo>
                    <a:pt x="387975" y="304800"/>
                  </a:lnTo>
                  <a:lnTo>
                    <a:pt x="381841" y="304800"/>
                  </a:lnTo>
                  <a:lnTo>
                    <a:pt x="375350" y="317500"/>
                  </a:lnTo>
                  <a:lnTo>
                    <a:pt x="369062" y="317500"/>
                  </a:lnTo>
                  <a:lnTo>
                    <a:pt x="357844" y="342900"/>
                  </a:lnTo>
                  <a:lnTo>
                    <a:pt x="354187" y="355600"/>
                  </a:lnTo>
                  <a:lnTo>
                    <a:pt x="349934" y="368300"/>
                  </a:lnTo>
                  <a:lnTo>
                    <a:pt x="336930" y="381000"/>
                  </a:lnTo>
                  <a:lnTo>
                    <a:pt x="325141" y="406400"/>
                  </a:lnTo>
                  <a:lnTo>
                    <a:pt x="314531" y="419100"/>
                  </a:lnTo>
                  <a:lnTo>
                    <a:pt x="303087" y="431800"/>
                  </a:lnTo>
                  <a:lnTo>
                    <a:pt x="288797" y="457200"/>
                  </a:lnTo>
                  <a:lnTo>
                    <a:pt x="276330" y="469900"/>
                  </a:lnTo>
                  <a:lnTo>
                    <a:pt x="262874" y="482600"/>
                  </a:lnTo>
                  <a:lnTo>
                    <a:pt x="250346" y="495300"/>
                  </a:lnTo>
                  <a:lnTo>
                    <a:pt x="240664" y="508000"/>
                  </a:lnTo>
                  <a:lnTo>
                    <a:pt x="233521" y="520700"/>
                  </a:lnTo>
                  <a:lnTo>
                    <a:pt x="226282" y="533400"/>
                  </a:lnTo>
                  <a:lnTo>
                    <a:pt x="218233" y="546100"/>
                  </a:lnTo>
                  <a:lnTo>
                    <a:pt x="208661" y="558800"/>
                  </a:lnTo>
                  <a:lnTo>
                    <a:pt x="202908" y="571500"/>
                  </a:lnTo>
                  <a:lnTo>
                    <a:pt x="1211452" y="571500"/>
                  </a:lnTo>
                  <a:lnTo>
                    <a:pt x="1258632" y="558800"/>
                  </a:lnTo>
                  <a:lnTo>
                    <a:pt x="1401115" y="558800"/>
                  </a:lnTo>
                  <a:lnTo>
                    <a:pt x="1492377" y="533400"/>
                  </a:lnTo>
                  <a:lnTo>
                    <a:pt x="1529845" y="520700"/>
                  </a:lnTo>
                  <a:lnTo>
                    <a:pt x="1553047" y="508000"/>
                  </a:lnTo>
                  <a:lnTo>
                    <a:pt x="1559013" y="508000"/>
                  </a:lnTo>
                  <a:lnTo>
                    <a:pt x="1579048" y="495300"/>
                  </a:lnTo>
                  <a:lnTo>
                    <a:pt x="1612645" y="482600"/>
                  </a:lnTo>
                  <a:lnTo>
                    <a:pt x="1628705" y="482600"/>
                  </a:lnTo>
                  <a:lnTo>
                    <a:pt x="1644919" y="469900"/>
                  </a:lnTo>
                  <a:lnTo>
                    <a:pt x="1661062" y="469900"/>
                  </a:lnTo>
                  <a:lnTo>
                    <a:pt x="1676907" y="457200"/>
                  </a:lnTo>
                  <a:lnTo>
                    <a:pt x="1694749" y="457200"/>
                  </a:lnTo>
                  <a:lnTo>
                    <a:pt x="1700911" y="444500"/>
                  </a:lnTo>
                  <a:lnTo>
                    <a:pt x="1725040" y="444500"/>
                  </a:lnTo>
                  <a:lnTo>
                    <a:pt x="1735222" y="431800"/>
                  </a:lnTo>
                  <a:lnTo>
                    <a:pt x="1745154" y="431800"/>
                  </a:lnTo>
                  <a:lnTo>
                    <a:pt x="1755062" y="419100"/>
                  </a:lnTo>
                  <a:lnTo>
                    <a:pt x="1765172" y="419100"/>
                  </a:lnTo>
                  <a:lnTo>
                    <a:pt x="1777355" y="406400"/>
                  </a:lnTo>
                  <a:lnTo>
                    <a:pt x="1789858" y="406400"/>
                  </a:lnTo>
                  <a:lnTo>
                    <a:pt x="1802052" y="393700"/>
                  </a:lnTo>
                  <a:lnTo>
                    <a:pt x="1813305" y="393700"/>
                  </a:lnTo>
                  <a:lnTo>
                    <a:pt x="1845260" y="368300"/>
                  </a:lnTo>
                  <a:lnTo>
                    <a:pt x="1868344" y="342900"/>
                  </a:lnTo>
                  <a:lnTo>
                    <a:pt x="1887976" y="317500"/>
                  </a:lnTo>
                  <a:lnTo>
                    <a:pt x="1909571" y="292100"/>
                  </a:lnTo>
                  <a:lnTo>
                    <a:pt x="1915896" y="254000"/>
                  </a:lnTo>
                  <a:lnTo>
                    <a:pt x="1919691" y="228600"/>
                  </a:lnTo>
                  <a:lnTo>
                    <a:pt x="1921208" y="203200"/>
                  </a:lnTo>
                  <a:lnTo>
                    <a:pt x="1920702" y="177800"/>
                  </a:lnTo>
                  <a:lnTo>
                    <a:pt x="1918424" y="152400"/>
                  </a:lnTo>
                  <a:lnTo>
                    <a:pt x="1914630" y="101600"/>
                  </a:lnTo>
                  <a:lnTo>
                    <a:pt x="1909571" y="38100"/>
                  </a:lnTo>
                  <a:lnTo>
                    <a:pt x="1913840" y="25400"/>
                  </a:lnTo>
                  <a:lnTo>
                    <a:pt x="1923811" y="12700"/>
                  </a:lnTo>
                  <a:lnTo>
                    <a:pt x="1930663" y="0"/>
                  </a:lnTo>
                  <a:close/>
                </a:path>
                <a:path w="1931034" h="1435100">
                  <a:moveTo>
                    <a:pt x="1340021" y="12700"/>
                  </a:moveTo>
                  <a:lnTo>
                    <a:pt x="1307664" y="12700"/>
                  </a:lnTo>
                  <a:lnTo>
                    <a:pt x="1269556" y="25400"/>
                  </a:lnTo>
                  <a:lnTo>
                    <a:pt x="1367055" y="25400"/>
                  </a:lnTo>
                  <a:lnTo>
                    <a:pt x="1340021" y="12700"/>
                  </a:lnTo>
                  <a:close/>
                </a:path>
              </a:pathLst>
            </a:custGeom>
            <a:solidFill>
              <a:srgbClr val="29FF29">
                <a:alpha val="1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object 43"/>
            <p:cNvSpPr/>
            <p:nvPr/>
          </p:nvSpPr>
          <p:spPr>
            <a:xfrm>
              <a:off x="4636080" y="1731240"/>
              <a:ext cx="1930680" cy="1445040"/>
            </a:xfrm>
            <a:custGeom>
              <a:avLst/>
              <a:gdLst>
                <a:gd name="textAreaLeft" fmla="*/ 0 w 1930680"/>
                <a:gd name="textAreaRight" fmla="*/ 1931040 w 1930680"/>
                <a:gd name="textAreaTop" fmla="*/ 0 h 1445040"/>
                <a:gd name="textAreaBottom" fmla="*/ 1445400 h 1445040"/>
              </a:gdLst>
              <a:ahLst/>
              <a:cxnLst/>
              <a:rect l="textAreaLeft" t="textAreaTop" r="textAreaRight" b="textAreaBottom"/>
              <a:pathLst>
                <a:path w="1931034" h="1445260">
                  <a:moveTo>
                    <a:pt x="1925573" y="1571"/>
                  </a:moveTo>
                  <a:lnTo>
                    <a:pt x="1870376" y="2047"/>
                  </a:lnTo>
                  <a:lnTo>
                    <a:pt x="1797177" y="9572"/>
                  </a:lnTo>
                  <a:lnTo>
                    <a:pt x="1777158" y="13715"/>
                  </a:lnTo>
                  <a:lnTo>
                    <a:pt x="1767191" y="16127"/>
                  </a:lnTo>
                  <a:lnTo>
                    <a:pt x="1757044" y="17573"/>
                  </a:lnTo>
                  <a:lnTo>
                    <a:pt x="1700920" y="20377"/>
                  </a:lnTo>
                  <a:lnTo>
                    <a:pt x="1644761" y="22288"/>
                  </a:lnTo>
                  <a:lnTo>
                    <a:pt x="1588577" y="23842"/>
                  </a:lnTo>
                  <a:lnTo>
                    <a:pt x="1532381" y="25574"/>
                  </a:lnTo>
                  <a:lnTo>
                    <a:pt x="1504632" y="27717"/>
                  </a:lnTo>
                  <a:lnTo>
                    <a:pt x="1481837" y="29491"/>
                  </a:lnTo>
                  <a:lnTo>
                    <a:pt x="1463567" y="30919"/>
                  </a:lnTo>
                  <a:lnTo>
                    <a:pt x="1449395" y="32024"/>
                  </a:lnTo>
                  <a:lnTo>
                    <a:pt x="1438893" y="32831"/>
                  </a:lnTo>
                  <a:lnTo>
                    <a:pt x="1431632" y="33363"/>
                  </a:lnTo>
                  <a:lnTo>
                    <a:pt x="1427185" y="33642"/>
                  </a:lnTo>
                  <a:lnTo>
                    <a:pt x="1425122" y="33693"/>
                  </a:lnTo>
                  <a:lnTo>
                    <a:pt x="1425016" y="33538"/>
                  </a:lnTo>
                  <a:lnTo>
                    <a:pt x="1426439" y="33202"/>
                  </a:lnTo>
                  <a:lnTo>
                    <a:pt x="1428961" y="32707"/>
                  </a:lnTo>
                  <a:lnTo>
                    <a:pt x="1432156" y="32077"/>
                  </a:lnTo>
                  <a:lnTo>
                    <a:pt x="1443226" y="27720"/>
                  </a:lnTo>
                  <a:lnTo>
                    <a:pt x="1441461" y="26771"/>
                  </a:lnTo>
                  <a:lnTo>
                    <a:pt x="1389195" y="22927"/>
                  </a:lnTo>
                  <a:lnTo>
                    <a:pt x="1340021" y="22246"/>
                  </a:lnTo>
                  <a:lnTo>
                    <a:pt x="1307664" y="22182"/>
                  </a:lnTo>
                  <a:lnTo>
                    <a:pt x="1269556" y="22335"/>
                  </a:lnTo>
                  <a:lnTo>
                    <a:pt x="1225269" y="22727"/>
                  </a:lnTo>
                  <a:lnTo>
                    <a:pt x="1174375" y="23382"/>
                  </a:lnTo>
                  <a:lnTo>
                    <a:pt x="1116445" y="24323"/>
                  </a:lnTo>
                  <a:lnTo>
                    <a:pt x="1051052" y="25574"/>
                  </a:lnTo>
                  <a:lnTo>
                    <a:pt x="999829" y="27080"/>
                  </a:lnTo>
                  <a:lnTo>
                    <a:pt x="948646" y="29378"/>
                  </a:lnTo>
                  <a:lnTo>
                    <a:pt x="897492" y="32287"/>
                  </a:lnTo>
                  <a:lnTo>
                    <a:pt x="846359" y="35623"/>
                  </a:lnTo>
                  <a:lnTo>
                    <a:pt x="795238" y="39203"/>
                  </a:lnTo>
                  <a:lnTo>
                    <a:pt x="744120" y="42844"/>
                  </a:lnTo>
                  <a:lnTo>
                    <a:pt x="692996" y="46363"/>
                  </a:lnTo>
                  <a:lnTo>
                    <a:pt x="641857" y="49577"/>
                  </a:lnTo>
                  <a:lnTo>
                    <a:pt x="625550" y="55062"/>
                  </a:lnTo>
                  <a:lnTo>
                    <a:pt x="609028" y="60118"/>
                  </a:lnTo>
                  <a:lnTo>
                    <a:pt x="527885" y="106094"/>
                  </a:lnTo>
                  <a:lnTo>
                    <a:pt x="494887" y="136170"/>
                  </a:lnTo>
                  <a:lnTo>
                    <a:pt x="486087" y="151256"/>
                  </a:lnTo>
                  <a:lnTo>
                    <a:pt x="465327" y="177974"/>
                  </a:lnTo>
                  <a:lnTo>
                    <a:pt x="457360" y="186011"/>
                  </a:lnTo>
                  <a:lnTo>
                    <a:pt x="448833" y="193595"/>
                  </a:lnTo>
                  <a:lnTo>
                    <a:pt x="440521" y="201370"/>
                  </a:lnTo>
                  <a:lnTo>
                    <a:pt x="433196" y="209978"/>
                  </a:lnTo>
                  <a:lnTo>
                    <a:pt x="411777" y="241498"/>
                  </a:lnTo>
                  <a:lnTo>
                    <a:pt x="402836" y="256754"/>
                  </a:lnTo>
                  <a:lnTo>
                    <a:pt x="402478" y="260949"/>
                  </a:lnTo>
                  <a:lnTo>
                    <a:pt x="406812" y="259286"/>
                  </a:lnTo>
                  <a:lnTo>
                    <a:pt x="411944" y="256968"/>
                  </a:lnTo>
                  <a:lnTo>
                    <a:pt x="413980" y="259199"/>
                  </a:lnTo>
                  <a:lnTo>
                    <a:pt x="393191" y="298116"/>
                  </a:lnTo>
                  <a:lnTo>
                    <a:pt x="375350" y="316458"/>
                  </a:lnTo>
                  <a:lnTo>
                    <a:pt x="369062" y="322246"/>
                  </a:lnTo>
                  <a:lnTo>
                    <a:pt x="357844" y="351127"/>
                  </a:lnTo>
                  <a:lnTo>
                    <a:pt x="354187" y="360410"/>
                  </a:lnTo>
                  <a:lnTo>
                    <a:pt x="349934" y="366645"/>
                  </a:lnTo>
                  <a:lnTo>
                    <a:pt x="336930" y="386381"/>
                  </a:lnTo>
                  <a:lnTo>
                    <a:pt x="325141" y="406028"/>
                  </a:lnTo>
                  <a:lnTo>
                    <a:pt x="314531" y="423830"/>
                  </a:lnTo>
                  <a:lnTo>
                    <a:pt x="303087" y="440942"/>
                  </a:lnTo>
                  <a:lnTo>
                    <a:pt x="288797" y="458517"/>
                  </a:lnTo>
                  <a:lnTo>
                    <a:pt x="276330" y="470306"/>
                  </a:lnTo>
                  <a:lnTo>
                    <a:pt x="262874" y="481298"/>
                  </a:lnTo>
                  <a:lnTo>
                    <a:pt x="250346" y="492932"/>
                  </a:lnTo>
                  <a:lnTo>
                    <a:pt x="240664" y="506650"/>
                  </a:lnTo>
                  <a:lnTo>
                    <a:pt x="233521" y="521279"/>
                  </a:lnTo>
                  <a:lnTo>
                    <a:pt x="226282" y="535670"/>
                  </a:lnTo>
                  <a:lnTo>
                    <a:pt x="202908" y="569053"/>
                  </a:lnTo>
                  <a:lnTo>
                    <a:pt x="190640" y="580876"/>
                  </a:lnTo>
                  <a:lnTo>
                    <a:pt x="184530" y="586787"/>
                  </a:lnTo>
                  <a:lnTo>
                    <a:pt x="182852" y="594915"/>
                  </a:lnTo>
                  <a:lnTo>
                    <a:pt x="181387" y="603138"/>
                  </a:lnTo>
                  <a:lnTo>
                    <a:pt x="179494" y="611219"/>
                  </a:lnTo>
                  <a:lnTo>
                    <a:pt x="176529" y="618918"/>
                  </a:lnTo>
                  <a:lnTo>
                    <a:pt x="156757" y="653407"/>
                  </a:lnTo>
                  <a:lnTo>
                    <a:pt x="146557" y="664797"/>
                  </a:lnTo>
                  <a:lnTo>
                    <a:pt x="139311" y="675282"/>
                  </a:lnTo>
                  <a:lnTo>
                    <a:pt x="128396" y="707056"/>
                  </a:lnTo>
                  <a:lnTo>
                    <a:pt x="123965" y="725578"/>
                  </a:lnTo>
                  <a:lnTo>
                    <a:pt x="120951" y="743410"/>
                  </a:lnTo>
                  <a:lnTo>
                    <a:pt x="117627" y="761099"/>
                  </a:lnTo>
                  <a:lnTo>
                    <a:pt x="112267" y="779192"/>
                  </a:lnTo>
                  <a:lnTo>
                    <a:pt x="108660" y="787374"/>
                  </a:lnTo>
                  <a:lnTo>
                    <a:pt x="104457" y="795305"/>
                  </a:lnTo>
                  <a:lnTo>
                    <a:pt x="100159" y="803213"/>
                  </a:lnTo>
                  <a:lnTo>
                    <a:pt x="96265" y="811323"/>
                  </a:lnTo>
                  <a:lnTo>
                    <a:pt x="76456" y="859164"/>
                  </a:lnTo>
                  <a:lnTo>
                    <a:pt x="68697" y="880194"/>
                  </a:lnTo>
                  <a:lnTo>
                    <a:pt x="65231" y="889331"/>
                  </a:lnTo>
                  <a:lnTo>
                    <a:pt x="58296" y="901491"/>
                  </a:lnTo>
                  <a:lnTo>
                    <a:pt x="40131" y="931592"/>
                  </a:lnTo>
                  <a:lnTo>
                    <a:pt x="35988" y="945560"/>
                  </a:lnTo>
                  <a:lnTo>
                    <a:pt x="24129" y="987726"/>
                  </a:lnTo>
                  <a:lnTo>
                    <a:pt x="20161" y="1011729"/>
                  </a:lnTo>
                  <a:lnTo>
                    <a:pt x="18414" y="1023802"/>
                  </a:lnTo>
                  <a:lnTo>
                    <a:pt x="16001" y="1035732"/>
                  </a:lnTo>
                  <a:lnTo>
                    <a:pt x="12537" y="1047968"/>
                  </a:lnTo>
                  <a:lnTo>
                    <a:pt x="8477" y="1059989"/>
                  </a:lnTo>
                  <a:lnTo>
                    <a:pt x="4179" y="1071915"/>
                  </a:lnTo>
                  <a:lnTo>
                    <a:pt x="0" y="1083865"/>
                  </a:lnTo>
                  <a:lnTo>
                    <a:pt x="2035" y="1095869"/>
                  </a:lnTo>
                  <a:lnTo>
                    <a:pt x="4095" y="1107884"/>
                  </a:lnTo>
                  <a:lnTo>
                    <a:pt x="6107" y="1119923"/>
                  </a:lnTo>
                  <a:lnTo>
                    <a:pt x="8000" y="1131998"/>
                  </a:lnTo>
                  <a:lnTo>
                    <a:pt x="9536" y="1146163"/>
                  </a:lnTo>
                  <a:lnTo>
                    <a:pt x="10572" y="1160446"/>
                  </a:lnTo>
                  <a:lnTo>
                    <a:pt x="12322" y="1174539"/>
                  </a:lnTo>
                  <a:lnTo>
                    <a:pt x="16001" y="1188132"/>
                  </a:lnTo>
                  <a:lnTo>
                    <a:pt x="22469" y="1200939"/>
                  </a:lnTo>
                  <a:lnTo>
                    <a:pt x="30686" y="1212865"/>
                  </a:lnTo>
                  <a:lnTo>
                    <a:pt x="39594" y="1224458"/>
                  </a:lnTo>
                  <a:lnTo>
                    <a:pt x="48132" y="1236265"/>
                  </a:lnTo>
                  <a:lnTo>
                    <a:pt x="64722" y="1285621"/>
                  </a:lnTo>
                  <a:lnTo>
                    <a:pt x="88264" y="1332404"/>
                  </a:lnTo>
                  <a:lnTo>
                    <a:pt x="116331" y="1368520"/>
                  </a:lnTo>
                  <a:lnTo>
                    <a:pt x="152400" y="1396539"/>
                  </a:lnTo>
                  <a:lnTo>
                    <a:pt x="182618" y="1408344"/>
                  </a:lnTo>
                  <a:lnTo>
                    <a:pt x="192531" y="1412541"/>
                  </a:lnTo>
                  <a:lnTo>
                    <a:pt x="221538" y="1428489"/>
                  </a:lnTo>
                  <a:lnTo>
                    <a:pt x="231465" y="1435702"/>
                  </a:lnTo>
                  <a:lnTo>
                    <a:pt x="236514" y="1438153"/>
                  </a:lnTo>
                  <a:lnTo>
                    <a:pt x="250891" y="1439819"/>
                  </a:lnTo>
                  <a:lnTo>
                    <a:pt x="288797" y="1444672"/>
                  </a:lnTo>
                  <a:lnTo>
                    <a:pt x="335151" y="1439654"/>
                  </a:lnTo>
                  <a:lnTo>
                    <a:pt x="381587" y="1435290"/>
                  </a:lnTo>
                  <a:lnTo>
                    <a:pt x="427761" y="1429617"/>
                  </a:lnTo>
                  <a:lnTo>
                    <a:pt x="473328" y="1420669"/>
                  </a:lnTo>
                  <a:lnTo>
                    <a:pt x="511079" y="1404032"/>
                  </a:lnTo>
                  <a:lnTo>
                    <a:pt x="545591" y="1380537"/>
                  </a:lnTo>
                  <a:lnTo>
                    <a:pt x="581513" y="1351762"/>
                  </a:lnTo>
                  <a:lnTo>
                    <a:pt x="615981" y="1317879"/>
                  </a:lnTo>
                  <a:lnTo>
                    <a:pt x="647354" y="1281257"/>
                  </a:lnTo>
                  <a:lnTo>
                    <a:pt x="673988" y="1244266"/>
                  </a:lnTo>
                  <a:lnTo>
                    <a:pt x="695102" y="1204801"/>
                  </a:lnTo>
                  <a:lnTo>
                    <a:pt x="704457" y="1184330"/>
                  </a:lnTo>
                  <a:lnTo>
                    <a:pt x="714120" y="1164002"/>
                  </a:lnTo>
                  <a:lnTo>
                    <a:pt x="718050" y="1139979"/>
                  </a:lnTo>
                  <a:lnTo>
                    <a:pt x="721931" y="1115933"/>
                  </a:lnTo>
                  <a:lnTo>
                    <a:pt x="725908" y="1091886"/>
                  </a:lnTo>
                  <a:lnTo>
                    <a:pt x="730122" y="1067863"/>
                  </a:lnTo>
                  <a:lnTo>
                    <a:pt x="734498" y="1047859"/>
                  </a:lnTo>
                  <a:lnTo>
                    <a:pt x="739505" y="1027938"/>
                  </a:lnTo>
                  <a:lnTo>
                    <a:pt x="743821" y="1007945"/>
                  </a:lnTo>
                  <a:lnTo>
                    <a:pt x="746125" y="987726"/>
                  </a:lnTo>
                  <a:lnTo>
                    <a:pt x="746285" y="961594"/>
                  </a:lnTo>
                  <a:lnTo>
                    <a:pt x="744743" y="935450"/>
                  </a:lnTo>
                  <a:lnTo>
                    <a:pt x="738124" y="883459"/>
                  </a:lnTo>
                  <a:lnTo>
                    <a:pt x="723725" y="839628"/>
                  </a:lnTo>
                  <a:lnTo>
                    <a:pt x="705992" y="795321"/>
                  </a:lnTo>
                  <a:lnTo>
                    <a:pt x="707334" y="748381"/>
                  </a:lnTo>
                  <a:lnTo>
                    <a:pt x="715494" y="688076"/>
                  </a:lnTo>
                  <a:lnTo>
                    <a:pt x="754308" y="646475"/>
                  </a:lnTo>
                  <a:lnTo>
                    <a:pt x="810387" y="634920"/>
                  </a:lnTo>
                  <a:lnTo>
                    <a:pt x="824426" y="632956"/>
                  </a:lnTo>
                  <a:lnTo>
                    <a:pt x="866520" y="626919"/>
                  </a:lnTo>
                  <a:lnTo>
                    <a:pt x="914616" y="614900"/>
                  </a:lnTo>
                  <a:lnTo>
                    <a:pt x="930655" y="610917"/>
                  </a:lnTo>
                  <a:lnTo>
                    <a:pt x="948697" y="606790"/>
                  </a:lnTo>
                  <a:lnTo>
                    <a:pt x="966787" y="602853"/>
                  </a:lnTo>
                  <a:lnTo>
                    <a:pt x="984877" y="598916"/>
                  </a:lnTo>
                  <a:lnTo>
                    <a:pt x="1002918" y="594788"/>
                  </a:lnTo>
                  <a:lnTo>
                    <a:pt x="1018922" y="590555"/>
                  </a:lnTo>
                  <a:lnTo>
                    <a:pt x="1034843" y="585882"/>
                  </a:lnTo>
                  <a:lnTo>
                    <a:pt x="1050835" y="581661"/>
                  </a:lnTo>
                  <a:lnTo>
                    <a:pt x="1067053" y="578786"/>
                  </a:lnTo>
                  <a:lnTo>
                    <a:pt x="1103046" y="575607"/>
                  </a:lnTo>
                  <a:lnTo>
                    <a:pt x="1139158" y="573738"/>
                  </a:lnTo>
                  <a:lnTo>
                    <a:pt x="1175317" y="572392"/>
                  </a:lnTo>
                  <a:lnTo>
                    <a:pt x="1211452" y="570785"/>
                  </a:lnTo>
                  <a:lnTo>
                    <a:pt x="1258632" y="567003"/>
                  </a:lnTo>
                  <a:lnTo>
                    <a:pt x="1306270" y="565080"/>
                  </a:lnTo>
                  <a:lnTo>
                    <a:pt x="1353915" y="563149"/>
                  </a:lnTo>
                  <a:lnTo>
                    <a:pt x="1401115" y="559346"/>
                  </a:lnTo>
                  <a:lnTo>
                    <a:pt x="1447420" y="551803"/>
                  </a:lnTo>
                  <a:lnTo>
                    <a:pt x="1492377" y="538654"/>
                  </a:lnTo>
                  <a:lnTo>
                    <a:pt x="1529845" y="524644"/>
                  </a:lnTo>
                  <a:lnTo>
                    <a:pt x="1553047" y="516004"/>
                  </a:lnTo>
                  <a:lnTo>
                    <a:pt x="1548501" y="517290"/>
                  </a:lnTo>
                  <a:lnTo>
                    <a:pt x="1549759" y="516419"/>
                  </a:lnTo>
                  <a:lnTo>
                    <a:pt x="1612645" y="490648"/>
                  </a:lnTo>
                  <a:lnTo>
                    <a:pt x="1644919" y="478964"/>
                  </a:lnTo>
                  <a:lnTo>
                    <a:pt x="1661062" y="473110"/>
                  </a:lnTo>
                  <a:lnTo>
                    <a:pt x="1676907" y="466518"/>
                  </a:lnTo>
                  <a:lnTo>
                    <a:pt x="1683140" y="462964"/>
                  </a:lnTo>
                  <a:lnTo>
                    <a:pt x="1688957" y="458660"/>
                  </a:lnTo>
                  <a:lnTo>
                    <a:pt x="1694749" y="454284"/>
                  </a:lnTo>
                  <a:lnTo>
                    <a:pt x="1700911" y="450516"/>
                  </a:lnTo>
                  <a:lnTo>
                    <a:pt x="1706824" y="448194"/>
                  </a:lnTo>
                  <a:lnTo>
                    <a:pt x="1712976" y="446516"/>
                  </a:lnTo>
                  <a:lnTo>
                    <a:pt x="1719127" y="444837"/>
                  </a:lnTo>
                  <a:lnTo>
                    <a:pt x="1725040" y="442515"/>
                  </a:lnTo>
                  <a:lnTo>
                    <a:pt x="1735222" y="436852"/>
                  </a:lnTo>
                  <a:lnTo>
                    <a:pt x="1745154" y="430641"/>
                  </a:lnTo>
                  <a:lnTo>
                    <a:pt x="1755062" y="424334"/>
                  </a:lnTo>
                  <a:lnTo>
                    <a:pt x="1765172" y="418385"/>
                  </a:lnTo>
                  <a:lnTo>
                    <a:pt x="1777355" y="412617"/>
                  </a:lnTo>
                  <a:lnTo>
                    <a:pt x="1789858" y="407384"/>
                  </a:lnTo>
                  <a:lnTo>
                    <a:pt x="1802052" y="401651"/>
                  </a:lnTo>
                  <a:lnTo>
                    <a:pt x="1845260" y="366982"/>
                  </a:lnTo>
                  <a:lnTo>
                    <a:pt x="1887976" y="318944"/>
                  </a:lnTo>
                  <a:lnTo>
                    <a:pt x="1915896" y="252455"/>
                  </a:lnTo>
                  <a:lnTo>
                    <a:pt x="1921208" y="206996"/>
                  </a:lnTo>
                  <a:lnTo>
                    <a:pt x="1920702" y="185344"/>
                  </a:lnTo>
                  <a:lnTo>
                    <a:pt x="1918424" y="155175"/>
                  </a:lnTo>
                  <a:lnTo>
                    <a:pt x="1914630" y="109561"/>
                  </a:lnTo>
                  <a:lnTo>
                    <a:pt x="1909571" y="41576"/>
                  </a:lnTo>
                  <a:lnTo>
                    <a:pt x="1913840" y="23967"/>
                  </a:lnTo>
                  <a:lnTo>
                    <a:pt x="1923811" y="12811"/>
                  </a:lnTo>
                  <a:lnTo>
                    <a:pt x="1930663" y="6036"/>
                  </a:lnTo>
                  <a:lnTo>
                    <a:pt x="1925573" y="1571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81" name="object 44"/>
            <p:cNvPicPr/>
            <p:nvPr/>
          </p:nvPicPr>
          <p:blipFill>
            <a:blip r:embed="rId10"/>
            <a:stretch/>
          </p:blipFill>
          <p:spPr>
            <a:xfrm>
              <a:off x="6568560" y="2022120"/>
              <a:ext cx="155880" cy="74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82" name="object 45"/>
          <p:cNvSpPr/>
          <p:nvPr/>
        </p:nvSpPr>
        <p:spPr>
          <a:xfrm>
            <a:off x="535680" y="1545840"/>
            <a:ext cx="5058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00" b="1" u="none" strike="noStrike">
                <a:solidFill>
                  <a:srgbClr val="BE0025"/>
                </a:solidFill>
                <a:effectLst/>
                <a:uFillTx/>
                <a:latin typeface="Arial"/>
              </a:rPr>
              <a:t>Write</a:t>
            </a:r>
            <a:r>
              <a:rPr lang="en-US" sz="800" b="1" u="none" spc="-26" strike="noStrike">
                <a:solidFill>
                  <a:srgbClr val="BE0025"/>
                </a:solidFill>
                <a:effectLst/>
                <a:uFillTx/>
                <a:latin typeface="Arial"/>
              </a:rPr>
              <a:t> </a:t>
            </a:r>
            <a:r>
              <a:rPr lang="en-US" sz="800" b="1" u="none" spc="-20" strike="noStrike">
                <a:solidFill>
                  <a:srgbClr val="BE0025"/>
                </a:solidFill>
                <a:effectLst/>
                <a:uFillTx/>
                <a:latin typeface="Arial"/>
              </a:rPr>
              <a:t>port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sldNum" idx="23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9F386722-9F6E-40E5-ACF4-474032F54891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object 46"/>
          <p:cNvSpPr/>
          <p:nvPr/>
        </p:nvSpPr>
        <p:spPr>
          <a:xfrm>
            <a:off x="6894000" y="1403640"/>
            <a:ext cx="5850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Read</a:t>
            </a:r>
            <a:r>
              <a:rPr lang="en-US" sz="800" b="1" u="none" spc="-6" strike="noStrik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r>
              <a:rPr lang="en-US" sz="8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port</a:t>
            </a:r>
            <a:r>
              <a:rPr lang="en-US" sz="800" b="1" u="none" spc="-14" strike="noStrik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r>
              <a:rPr lang="en-US" sz="800" b="1" u="none" spc="-51" strike="noStrike">
                <a:solidFill>
                  <a:srgbClr val="009900"/>
                </a:solidFill>
                <a:effectLst/>
                <a:uFillTx/>
                <a:latin typeface="Arial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object 47"/>
          <p:cNvSpPr/>
          <p:nvPr/>
        </p:nvSpPr>
        <p:spPr>
          <a:xfrm>
            <a:off x="6803280" y="1997280"/>
            <a:ext cx="5850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Read</a:t>
            </a:r>
            <a:r>
              <a:rPr lang="en-US" sz="800" b="1" u="none" spc="-6" strike="noStrik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r>
              <a:rPr lang="en-US" sz="8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port</a:t>
            </a:r>
            <a:r>
              <a:rPr lang="en-US" sz="800" b="1" u="none" spc="-14" strike="noStrik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r>
              <a:rPr lang="en-US" sz="800" b="1" u="none" spc="-51" strike="noStrike">
                <a:solidFill>
                  <a:srgbClr val="009900"/>
                </a:solidFill>
                <a:effectLst/>
                <a:uFillTx/>
                <a:latin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287" name="object 3"/>
            <p:cNvPicPr/>
            <p:nvPr/>
          </p:nvPicPr>
          <p:blipFill>
            <a:blip r:embed="rId1"/>
            <a:stretch/>
          </p:blipFill>
          <p:spPr>
            <a:xfrm>
              <a:off x="1053000" y="131040"/>
              <a:ext cx="70315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8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1098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Register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File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With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Tri-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State</a:t>
            </a:r>
            <a:r>
              <a:rPr lang="en-US" sz="2800" b="1" u="none" spc="-5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Read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Ports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90" name="object 6"/>
          <p:cNvGrpSpPr/>
          <p:nvPr/>
        </p:nvGrpSpPr>
        <p:grpSpPr>
          <a:xfrm>
            <a:off x="1140840" y="1067400"/>
            <a:ext cx="7226640" cy="3870000"/>
            <a:chOff x="1140840" y="1067400"/>
            <a:chExt cx="7226640" cy="3870000"/>
          </a:xfrm>
        </p:grpSpPr>
        <p:sp>
          <p:nvSpPr>
            <p:cNvPr id="291" name="object 7"/>
            <p:cNvSpPr/>
            <p:nvPr/>
          </p:nvSpPr>
          <p:spPr>
            <a:xfrm>
              <a:off x="1140840" y="1067400"/>
              <a:ext cx="6769440" cy="3580920"/>
            </a:xfrm>
            <a:custGeom>
              <a:avLst/>
              <a:gdLst>
                <a:gd name="textAreaLeft" fmla="*/ 0 w 6769440"/>
                <a:gd name="textAreaRight" fmla="*/ 6769800 w 6769440"/>
                <a:gd name="textAreaTop" fmla="*/ 0 h 3580920"/>
                <a:gd name="textAreaBottom" fmla="*/ 3581280 h 3580920"/>
              </a:gdLst>
              <a:ahLst/>
              <a:cxnLst/>
              <a:rect l="textAreaLeft" t="textAreaTop" r="textAreaRight" b="textAreaBottom"/>
              <a:pathLst>
                <a:path w="6769734" h="3581400">
                  <a:moveTo>
                    <a:pt x="6769608" y="0"/>
                  </a:moveTo>
                  <a:lnTo>
                    <a:pt x="0" y="0"/>
                  </a:lnTo>
                  <a:lnTo>
                    <a:pt x="0" y="3581400"/>
                  </a:lnTo>
                  <a:lnTo>
                    <a:pt x="6769608" y="3581400"/>
                  </a:lnTo>
                  <a:lnTo>
                    <a:pt x="6769608" y="0"/>
                  </a:lnTo>
                  <a:close/>
                </a:path>
              </a:pathLst>
            </a:custGeom>
            <a:solidFill>
              <a:srgbClr val="D4D4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object 8"/>
            <p:cNvSpPr/>
            <p:nvPr/>
          </p:nvSpPr>
          <p:spPr>
            <a:xfrm>
              <a:off x="1140840" y="1067400"/>
              <a:ext cx="6769440" cy="3580920"/>
            </a:xfrm>
            <a:custGeom>
              <a:avLst/>
              <a:gdLst>
                <a:gd name="textAreaLeft" fmla="*/ 0 w 6769440"/>
                <a:gd name="textAreaRight" fmla="*/ 6769800 w 6769440"/>
                <a:gd name="textAreaTop" fmla="*/ 0 h 3580920"/>
                <a:gd name="textAreaBottom" fmla="*/ 3581280 h 3580920"/>
              </a:gdLst>
              <a:ahLst/>
              <a:cxnLst/>
              <a:rect l="textAreaLeft" t="textAreaTop" r="textAreaRight" b="textAreaBottom"/>
              <a:pathLst>
                <a:path w="6769734" h="3581400">
                  <a:moveTo>
                    <a:pt x="0" y="3581400"/>
                  </a:moveTo>
                  <a:lnTo>
                    <a:pt x="6769608" y="3581400"/>
                  </a:lnTo>
                  <a:lnTo>
                    <a:pt x="6769608" y="0"/>
                  </a:lnTo>
                  <a:lnTo>
                    <a:pt x="0" y="0"/>
                  </a:lnTo>
                  <a:lnTo>
                    <a:pt x="0" y="3581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object 9"/>
            <p:cNvSpPr/>
            <p:nvPr/>
          </p:nvSpPr>
          <p:spPr>
            <a:xfrm>
              <a:off x="533484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object 10"/>
            <p:cNvSpPr/>
            <p:nvPr/>
          </p:nvSpPr>
          <p:spPr>
            <a:xfrm>
              <a:off x="533484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object 11"/>
            <p:cNvSpPr/>
            <p:nvPr/>
          </p:nvSpPr>
          <p:spPr>
            <a:xfrm>
              <a:off x="50270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object 12"/>
            <p:cNvSpPr/>
            <p:nvPr/>
          </p:nvSpPr>
          <p:spPr>
            <a:xfrm>
              <a:off x="5636520" y="304884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object 13"/>
            <p:cNvSpPr/>
            <p:nvPr/>
          </p:nvSpPr>
          <p:spPr>
            <a:xfrm>
              <a:off x="5445360" y="2133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31750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31750" y="241300"/>
                  </a:lnTo>
                  <a:lnTo>
                    <a:pt x="31750" y="228600"/>
                  </a:lnTo>
                  <a:close/>
                </a:path>
                <a:path w="76200" h="304800">
                  <a:moveTo>
                    <a:pt x="44450" y="0"/>
                  </a:moveTo>
                  <a:lnTo>
                    <a:pt x="31750" y="0"/>
                  </a:lnTo>
                  <a:lnTo>
                    <a:pt x="31750" y="241300"/>
                  </a:lnTo>
                  <a:lnTo>
                    <a:pt x="44450" y="241300"/>
                  </a:lnTo>
                  <a:lnTo>
                    <a:pt x="44450" y="0"/>
                  </a:lnTo>
                  <a:close/>
                </a:path>
                <a:path w="76200" h="30480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object 14"/>
            <p:cNvSpPr/>
            <p:nvPr/>
          </p:nvSpPr>
          <p:spPr>
            <a:xfrm>
              <a:off x="426492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object 15"/>
            <p:cNvSpPr/>
            <p:nvPr/>
          </p:nvSpPr>
          <p:spPr>
            <a:xfrm>
              <a:off x="426492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object 16"/>
            <p:cNvSpPr/>
            <p:nvPr/>
          </p:nvSpPr>
          <p:spPr>
            <a:xfrm>
              <a:off x="396000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object 17"/>
            <p:cNvSpPr/>
            <p:nvPr/>
          </p:nvSpPr>
          <p:spPr>
            <a:xfrm>
              <a:off x="4569840" y="3048840"/>
              <a:ext cx="292320" cy="36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92735" h="0">
                  <a:moveTo>
                    <a:pt x="0" y="0"/>
                  </a:moveTo>
                  <a:lnTo>
                    <a:pt x="292608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object 18"/>
            <p:cNvSpPr/>
            <p:nvPr/>
          </p:nvSpPr>
          <p:spPr>
            <a:xfrm>
              <a:off x="4378320" y="2133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31750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31750" y="241300"/>
                  </a:lnTo>
                  <a:lnTo>
                    <a:pt x="31750" y="228600"/>
                  </a:lnTo>
                  <a:close/>
                </a:path>
                <a:path w="76200" h="304800">
                  <a:moveTo>
                    <a:pt x="44450" y="0"/>
                  </a:moveTo>
                  <a:lnTo>
                    <a:pt x="31750" y="0"/>
                  </a:lnTo>
                  <a:lnTo>
                    <a:pt x="31750" y="241300"/>
                  </a:lnTo>
                  <a:lnTo>
                    <a:pt x="44450" y="241300"/>
                  </a:lnTo>
                  <a:lnTo>
                    <a:pt x="44450" y="0"/>
                  </a:lnTo>
                  <a:close/>
                </a:path>
                <a:path w="76200" h="30480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object 19"/>
            <p:cNvSpPr/>
            <p:nvPr/>
          </p:nvSpPr>
          <p:spPr>
            <a:xfrm>
              <a:off x="320112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object 20"/>
            <p:cNvSpPr/>
            <p:nvPr/>
          </p:nvSpPr>
          <p:spPr>
            <a:xfrm>
              <a:off x="320112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object 21"/>
            <p:cNvSpPr/>
            <p:nvPr/>
          </p:nvSpPr>
          <p:spPr>
            <a:xfrm>
              <a:off x="2893320" y="3006000"/>
              <a:ext cx="292320" cy="8532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92735" h="85725">
                  <a:moveTo>
                    <a:pt x="206883" y="0"/>
                  </a:moveTo>
                  <a:lnTo>
                    <a:pt x="206883" y="85725"/>
                  </a:lnTo>
                  <a:lnTo>
                    <a:pt x="264117" y="57150"/>
                  </a:lnTo>
                  <a:lnTo>
                    <a:pt x="221106" y="57150"/>
                  </a:lnTo>
                  <a:lnTo>
                    <a:pt x="221106" y="28575"/>
                  </a:lnTo>
                  <a:lnTo>
                    <a:pt x="263948" y="28575"/>
                  </a:lnTo>
                  <a:lnTo>
                    <a:pt x="206883" y="0"/>
                  </a:lnTo>
                  <a:close/>
                </a:path>
                <a:path w="292735" h="85725">
                  <a:moveTo>
                    <a:pt x="206883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6883" y="57150"/>
                  </a:lnTo>
                  <a:lnTo>
                    <a:pt x="206883" y="28575"/>
                  </a:lnTo>
                  <a:close/>
                </a:path>
                <a:path w="292735" h="85725">
                  <a:moveTo>
                    <a:pt x="263948" y="28575"/>
                  </a:moveTo>
                  <a:lnTo>
                    <a:pt x="221106" y="28575"/>
                  </a:lnTo>
                  <a:lnTo>
                    <a:pt x="221106" y="57150"/>
                  </a:lnTo>
                  <a:lnTo>
                    <a:pt x="264117" y="57150"/>
                  </a:lnTo>
                  <a:lnTo>
                    <a:pt x="292608" y="42925"/>
                  </a:lnTo>
                  <a:lnTo>
                    <a:pt x="263948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object 22"/>
            <p:cNvSpPr/>
            <p:nvPr/>
          </p:nvSpPr>
          <p:spPr>
            <a:xfrm>
              <a:off x="3490560" y="3048840"/>
              <a:ext cx="317160" cy="360"/>
            </a:xfrm>
            <a:custGeom>
              <a:avLst/>
              <a:gdLst>
                <a:gd name="textAreaLeft" fmla="*/ 0 w 317160"/>
                <a:gd name="textAreaRight" fmla="*/ 317520 w 3171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7500" h="0">
                  <a:moveTo>
                    <a:pt x="0" y="0"/>
                  </a:moveTo>
                  <a:lnTo>
                    <a:pt x="316991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object 23"/>
            <p:cNvSpPr/>
            <p:nvPr/>
          </p:nvSpPr>
          <p:spPr>
            <a:xfrm>
              <a:off x="3299400" y="2133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31750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31750" y="241300"/>
                  </a:lnTo>
                  <a:lnTo>
                    <a:pt x="31750" y="228600"/>
                  </a:lnTo>
                  <a:close/>
                </a:path>
                <a:path w="76200" h="304800">
                  <a:moveTo>
                    <a:pt x="44450" y="0"/>
                  </a:moveTo>
                  <a:lnTo>
                    <a:pt x="31750" y="0"/>
                  </a:lnTo>
                  <a:lnTo>
                    <a:pt x="31750" y="241300"/>
                  </a:lnTo>
                  <a:lnTo>
                    <a:pt x="44450" y="241300"/>
                  </a:lnTo>
                  <a:lnTo>
                    <a:pt x="44450" y="0"/>
                  </a:lnTo>
                  <a:close/>
                </a:path>
                <a:path w="76200" h="30480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object 24"/>
            <p:cNvSpPr/>
            <p:nvPr/>
          </p:nvSpPr>
          <p:spPr>
            <a:xfrm>
              <a:off x="213444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object 25"/>
            <p:cNvSpPr/>
            <p:nvPr/>
          </p:nvSpPr>
          <p:spPr>
            <a:xfrm>
              <a:off x="2134440" y="243900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object 26"/>
            <p:cNvSpPr/>
            <p:nvPr/>
          </p:nvSpPr>
          <p:spPr>
            <a:xfrm>
              <a:off x="183888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object 27"/>
            <p:cNvSpPr/>
            <p:nvPr/>
          </p:nvSpPr>
          <p:spPr>
            <a:xfrm>
              <a:off x="2448360" y="3048840"/>
              <a:ext cx="292320" cy="36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92735" h="0">
                  <a:moveTo>
                    <a:pt x="0" y="0"/>
                  </a:moveTo>
                  <a:lnTo>
                    <a:pt x="292607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object 28"/>
            <p:cNvSpPr/>
            <p:nvPr/>
          </p:nvSpPr>
          <p:spPr>
            <a:xfrm>
              <a:off x="2257200" y="2133720"/>
              <a:ext cx="6110280" cy="2803680"/>
            </a:xfrm>
            <a:custGeom>
              <a:avLst/>
              <a:gdLst>
                <a:gd name="textAreaLeft" fmla="*/ 0 w 6110280"/>
                <a:gd name="textAreaRight" fmla="*/ 6110640 w 6110280"/>
                <a:gd name="textAreaTop" fmla="*/ 0 h 2803680"/>
                <a:gd name="textAreaBottom" fmla="*/ 2804040 h 2803680"/>
              </a:gdLst>
              <a:ahLst/>
              <a:cxnLst/>
              <a:rect l="textAreaLeft" t="textAreaTop" r="textAreaRight" b="textAreaBottom"/>
              <a:pathLst>
                <a:path w="6110605" h="280416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228600"/>
                  </a:ln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  <a:path w="6110605" h="2804160">
                  <a:moveTo>
                    <a:pt x="5041392" y="2423160"/>
                  </a:moveTo>
                  <a:lnTo>
                    <a:pt x="5035042" y="2410460"/>
                  </a:lnTo>
                  <a:lnTo>
                    <a:pt x="5003292" y="2346960"/>
                  </a:lnTo>
                  <a:lnTo>
                    <a:pt x="4965192" y="2423160"/>
                  </a:lnTo>
                  <a:lnTo>
                    <a:pt x="4996942" y="2423160"/>
                  </a:lnTo>
                  <a:lnTo>
                    <a:pt x="4996942" y="2804160"/>
                  </a:lnTo>
                  <a:lnTo>
                    <a:pt x="5009642" y="2804160"/>
                  </a:lnTo>
                  <a:lnTo>
                    <a:pt x="5009642" y="2423160"/>
                  </a:lnTo>
                  <a:lnTo>
                    <a:pt x="5041392" y="2423160"/>
                  </a:lnTo>
                  <a:close/>
                </a:path>
                <a:path w="6110605" h="2804160">
                  <a:moveTo>
                    <a:pt x="5500878" y="1677162"/>
                  </a:moveTo>
                  <a:lnTo>
                    <a:pt x="5472214" y="1662811"/>
                  </a:lnTo>
                  <a:lnTo>
                    <a:pt x="5415153" y="1634236"/>
                  </a:lnTo>
                  <a:lnTo>
                    <a:pt x="5415153" y="1662811"/>
                  </a:lnTo>
                  <a:lnTo>
                    <a:pt x="2631694" y="1662811"/>
                  </a:lnTo>
                  <a:lnTo>
                    <a:pt x="2631694" y="915162"/>
                  </a:lnTo>
                  <a:lnTo>
                    <a:pt x="2603119" y="915162"/>
                  </a:lnTo>
                  <a:lnTo>
                    <a:pt x="2603119" y="1685036"/>
                  </a:lnTo>
                  <a:lnTo>
                    <a:pt x="2609596" y="1691386"/>
                  </a:lnTo>
                  <a:lnTo>
                    <a:pt x="5415153" y="1691386"/>
                  </a:lnTo>
                  <a:lnTo>
                    <a:pt x="5415153" y="1719961"/>
                  </a:lnTo>
                  <a:lnTo>
                    <a:pt x="5472379" y="1691386"/>
                  </a:lnTo>
                  <a:lnTo>
                    <a:pt x="5500878" y="1677162"/>
                  </a:lnTo>
                  <a:close/>
                </a:path>
                <a:path w="6110605" h="2804160">
                  <a:moveTo>
                    <a:pt x="5516118" y="1981962"/>
                  </a:moveTo>
                  <a:lnTo>
                    <a:pt x="5487454" y="1967611"/>
                  </a:lnTo>
                  <a:lnTo>
                    <a:pt x="5430393" y="1939036"/>
                  </a:lnTo>
                  <a:lnTo>
                    <a:pt x="5430393" y="1967611"/>
                  </a:lnTo>
                  <a:lnTo>
                    <a:pt x="498094" y="1967611"/>
                  </a:lnTo>
                  <a:lnTo>
                    <a:pt x="498094" y="915162"/>
                  </a:lnTo>
                  <a:lnTo>
                    <a:pt x="469519" y="915162"/>
                  </a:lnTo>
                  <a:lnTo>
                    <a:pt x="469519" y="1989836"/>
                  </a:lnTo>
                  <a:lnTo>
                    <a:pt x="475996" y="1996186"/>
                  </a:lnTo>
                  <a:lnTo>
                    <a:pt x="5430393" y="1996186"/>
                  </a:lnTo>
                  <a:lnTo>
                    <a:pt x="5430393" y="2024761"/>
                  </a:lnTo>
                  <a:lnTo>
                    <a:pt x="5487619" y="1996186"/>
                  </a:lnTo>
                  <a:lnTo>
                    <a:pt x="5516118" y="1981962"/>
                  </a:lnTo>
                  <a:close/>
                </a:path>
                <a:path w="6110605" h="2804160">
                  <a:moveTo>
                    <a:pt x="5516118" y="1829562"/>
                  </a:moveTo>
                  <a:lnTo>
                    <a:pt x="5487454" y="1815211"/>
                  </a:lnTo>
                  <a:lnTo>
                    <a:pt x="5430393" y="1786636"/>
                  </a:lnTo>
                  <a:lnTo>
                    <a:pt x="5430393" y="1815211"/>
                  </a:lnTo>
                  <a:lnTo>
                    <a:pt x="1564894" y="1815211"/>
                  </a:lnTo>
                  <a:lnTo>
                    <a:pt x="1564894" y="915162"/>
                  </a:lnTo>
                  <a:lnTo>
                    <a:pt x="1536319" y="915162"/>
                  </a:lnTo>
                  <a:lnTo>
                    <a:pt x="1536319" y="1837436"/>
                  </a:lnTo>
                  <a:lnTo>
                    <a:pt x="1542796" y="1843786"/>
                  </a:lnTo>
                  <a:lnTo>
                    <a:pt x="5430393" y="1843786"/>
                  </a:lnTo>
                  <a:lnTo>
                    <a:pt x="5430393" y="1872361"/>
                  </a:lnTo>
                  <a:lnTo>
                    <a:pt x="5487619" y="1843786"/>
                  </a:lnTo>
                  <a:lnTo>
                    <a:pt x="5516118" y="1829562"/>
                  </a:lnTo>
                  <a:close/>
                </a:path>
                <a:path w="6110605" h="2804160">
                  <a:moveTo>
                    <a:pt x="5516118" y="1524762"/>
                  </a:moveTo>
                  <a:lnTo>
                    <a:pt x="5487454" y="1510411"/>
                  </a:lnTo>
                  <a:lnTo>
                    <a:pt x="5430393" y="1481836"/>
                  </a:lnTo>
                  <a:lnTo>
                    <a:pt x="5430393" y="1510411"/>
                  </a:lnTo>
                  <a:lnTo>
                    <a:pt x="3698494" y="1510411"/>
                  </a:lnTo>
                  <a:lnTo>
                    <a:pt x="3698494" y="915162"/>
                  </a:lnTo>
                  <a:lnTo>
                    <a:pt x="3669919" y="915162"/>
                  </a:lnTo>
                  <a:lnTo>
                    <a:pt x="3669919" y="1532636"/>
                  </a:lnTo>
                  <a:lnTo>
                    <a:pt x="3676396" y="1538986"/>
                  </a:lnTo>
                  <a:lnTo>
                    <a:pt x="5430393" y="1538986"/>
                  </a:lnTo>
                  <a:lnTo>
                    <a:pt x="5430393" y="1567561"/>
                  </a:lnTo>
                  <a:lnTo>
                    <a:pt x="5487619" y="1538986"/>
                  </a:lnTo>
                  <a:lnTo>
                    <a:pt x="5516118" y="1524762"/>
                  </a:lnTo>
                  <a:close/>
                </a:path>
                <a:path w="6110605" h="2804160">
                  <a:moveTo>
                    <a:pt x="6110478" y="1753362"/>
                  </a:moveTo>
                  <a:lnTo>
                    <a:pt x="6081814" y="1739011"/>
                  </a:lnTo>
                  <a:lnTo>
                    <a:pt x="6024753" y="1710436"/>
                  </a:lnTo>
                  <a:lnTo>
                    <a:pt x="6024753" y="1739011"/>
                  </a:lnTo>
                  <a:lnTo>
                    <a:pt x="5500878" y="1739011"/>
                  </a:lnTo>
                  <a:lnTo>
                    <a:pt x="5500878" y="1767586"/>
                  </a:lnTo>
                  <a:lnTo>
                    <a:pt x="6024753" y="1767586"/>
                  </a:lnTo>
                  <a:lnTo>
                    <a:pt x="6024753" y="1796161"/>
                  </a:lnTo>
                  <a:lnTo>
                    <a:pt x="6081979" y="1767586"/>
                  </a:lnTo>
                  <a:lnTo>
                    <a:pt x="6110478" y="175336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object 29"/>
          <p:cNvSpPr/>
          <p:nvPr/>
        </p:nvSpPr>
        <p:spPr>
          <a:xfrm>
            <a:off x="7326720" y="4642920"/>
            <a:ext cx="5202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4" name="object 30"/>
          <p:cNvGrpSpPr/>
          <p:nvPr/>
        </p:nvGrpSpPr>
        <p:grpSpPr>
          <a:xfrm>
            <a:off x="741600" y="1372320"/>
            <a:ext cx="7638120" cy="3580560"/>
            <a:chOff x="741600" y="1372320"/>
            <a:chExt cx="7638120" cy="3580560"/>
          </a:xfrm>
        </p:grpSpPr>
        <p:sp>
          <p:nvSpPr>
            <p:cNvPr id="315" name="object 31"/>
            <p:cNvSpPr/>
            <p:nvPr/>
          </p:nvSpPr>
          <p:spPr>
            <a:xfrm>
              <a:off x="5927040" y="2320200"/>
              <a:ext cx="2452680" cy="1795320"/>
            </a:xfrm>
            <a:custGeom>
              <a:avLst/>
              <a:gdLst>
                <a:gd name="textAreaLeft" fmla="*/ 0 w 2452680"/>
                <a:gd name="textAreaRight" fmla="*/ 2453040 w 2452680"/>
                <a:gd name="textAreaTop" fmla="*/ 0 h 1795320"/>
                <a:gd name="textAreaBottom" fmla="*/ 1795680 h 1795320"/>
              </a:gdLst>
              <a:ahLst/>
              <a:cxnLst/>
              <a:rect l="textAreaLeft" t="textAreaTop" r="textAreaRight" b="textAreaBottom"/>
              <a:pathLst>
                <a:path w="2453004" h="1795779">
                  <a:moveTo>
                    <a:pt x="1830959" y="42926"/>
                  </a:moveTo>
                  <a:lnTo>
                    <a:pt x="1802295" y="28575"/>
                  </a:lnTo>
                  <a:lnTo>
                    <a:pt x="1745234" y="0"/>
                  </a:lnTo>
                  <a:lnTo>
                    <a:pt x="1745234" y="28575"/>
                  </a:lnTo>
                  <a:lnTo>
                    <a:pt x="6477" y="28575"/>
                  </a:lnTo>
                  <a:lnTo>
                    <a:pt x="0" y="35052"/>
                  </a:lnTo>
                  <a:lnTo>
                    <a:pt x="0" y="728726"/>
                  </a:lnTo>
                  <a:lnTo>
                    <a:pt x="28575" y="728726"/>
                  </a:lnTo>
                  <a:lnTo>
                    <a:pt x="28575" y="57150"/>
                  </a:lnTo>
                  <a:lnTo>
                    <a:pt x="1745234" y="57150"/>
                  </a:lnTo>
                  <a:lnTo>
                    <a:pt x="1745234" y="85725"/>
                  </a:lnTo>
                  <a:lnTo>
                    <a:pt x="1802460" y="57150"/>
                  </a:lnTo>
                  <a:lnTo>
                    <a:pt x="1830959" y="42926"/>
                  </a:lnTo>
                  <a:close/>
                </a:path>
                <a:path w="2453004" h="1795779">
                  <a:moveTo>
                    <a:pt x="1846199" y="347726"/>
                  </a:moveTo>
                  <a:lnTo>
                    <a:pt x="1817535" y="333375"/>
                  </a:lnTo>
                  <a:lnTo>
                    <a:pt x="1760474" y="304800"/>
                  </a:lnTo>
                  <a:lnTo>
                    <a:pt x="1760474" y="333375"/>
                  </a:lnTo>
                  <a:lnTo>
                    <a:pt x="485775" y="333375"/>
                  </a:lnTo>
                  <a:lnTo>
                    <a:pt x="485775" y="209550"/>
                  </a:lnTo>
                  <a:lnTo>
                    <a:pt x="1745234" y="209550"/>
                  </a:lnTo>
                  <a:lnTo>
                    <a:pt x="1745234" y="238125"/>
                  </a:lnTo>
                  <a:lnTo>
                    <a:pt x="1802460" y="209550"/>
                  </a:lnTo>
                  <a:lnTo>
                    <a:pt x="1830959" y="195326"/>
                  </a:lnTo>
                  <a:lnTo>
                    <a:pt x="1802295" y="180975"/>
                  </a:lnTo>
                  <a:lnTo>
                    <a:pt x="1745234" y="152400"/>
                  </a:lnTo>
                  <a:lnTo>
                    <a:pt x="1745234" y="180975"/>
                  </a:lnTo>
                  <a:lnTo>
                    <a:pt x="463677" y="180975"/>
                  </a:lnTo>
                  <a:lnTo>
                    <a:pt x="457200" y="187452"/>
                  </a:lnTo>
                  <a:lnTo>
                    <a:pt x="457200" y="333375"/>
                  </a:lnTo>
                  <a:lnTo>
                    <a:pt x="457200" y="361950"/>
                  </a:lnTo>
                  <a:lnTo>
                    <a:pt x="457200" y="485775"/>
                  </a:lnTo>
                  <a:lnTo>
                    <a:pt x="333375" y="485775"/>
                  </a:lnTo>
                  <a:lnTo>
                    <a:pt x="333375" y="361950"/>
                  </a:lnTo>
                  <a:lnTo>
                    <a:pt x="457200" y="361950"/>
                  </a:lnTo>
                  <a:lnTo>
                    <a:pt x="457200" y="333375"/>
                  </a:lnTo>
                  <a:lnTo>
                    <a:pt x="311277" y="333375"/>
                  </a:lnTo>
                  <a:lnTo>
                    <a:pt x="304800" y="339852"/>
                  </a:lnTo>
                  <a:lnTo>
                    <a:pt x="304800" y="485775"/>
                  </a:lnTo>
                  <a:lnTo>
                    <a:pt x="158877" y="485775"/>
                  </a:lnTo>
                  <a:lnTo>
                    <a:pt x="152400" y="492252"/>
                  </a:lnTo>
                  <a:lnTo>
                    <a:pt x="152400" y="1795526"/>
                  </a:lnTo>
                  <a:lnTo>
                    <a:pt x="180975" y="1795526"/>
                  </a:lnTo>
                  <a:lnTo>
                    <a:pt x="180975" y="514350"/>
                  </a:lnTo>
                  <a:lnTo>
                    <a:pt x="304800" y="514350"/>
                  </a:lnTo>
                  <a:lnTo>
                    <a:pt x="304800" y="1643126"/>
                  </a:lnTo>
                  <a:lnTo>
                    <a:pt x="333375" y="1643126"/>
                  </a:lnTo>
                  <a:lnTo>
                    <a:pt x="333375" y="514350"/>
                  </a:lnTo>
                  <a:lnTo>
                    <a:pt x="457200" y="514350"/>
                  </a:lnTo>
                  <a:lnTo>
                    <a:pt x="457200" y="1490726"/>
                  </a:lnTo>
                  <a:lnTo>
                    <a:pt x="485775" y="1490726"/>
                  </a:lnTo>
                  <a:lnTo>
                    <a:pt x="485775" y="514350"/>
                  </a:lnTo>
                  <a:lnTo>
                    <a:pt x="1745234" y="514350"/>
                  </a:lnTo>
                  <a:lnTo>
                    <a:pt x="1745234" y="542925"/>
                  </a:lnTo>
                  <a:lnTo>
                    <a:pt x="1802460" y="514350"/>
                  </a:lnTo>
                  <a:lnTo>
                    <a:pt x="1830959" y="500126"/>
                  </a:lnTo>
                  <a:lnTo>
                    <a:pt x="1802295" y="485775"/>
                  </a:lnTo>
                  <a:lnTo>
                    <a:pt x="1745234" y="457200"/>
                  </a:lnTo>
                  <a:lnTo>
                    <a:pt x="1745234" y="485775"/>
                  </a:lnTo>
                  <a:lnTo>
                    <a:pt x="485775" y="485775"/>
                  </a:lnTo>
                  <a:lnTo>
                    <a:pt x="485775" y="361950"/>
                  </a:lnTo>
                  <a:lnTo>
                    <a:pt x="1760474" y="361950"/>
                  </a:lnTo>
                  <a:lnTo>
                    <a:pt x="1760474" y="390525"/>
                  </a:lnTo>
                  <a:lnTo>
                    <a:pt x="1817700" y="361950"/>
                  </a:lnTo>
                  <a:lnTo>
                    <a:pt x="1846199" y="347726"/>
                  </a:lnTo>
                  <a:close/>
                </a:path>
                <a:path w="2453004" h="1795779">
                  <a:moveTo>
                    <a:pt x="2452751" y="271526"/>
                  </a:moveTo>
                  <a:lnTo>
                    <a:pt x="2367026" y="228727"/>
                  </a:lnTo>
                  <a:lnTo>
                    <a:pt x="2367026" y="257302"/>
                  </a:lnTo>
                  <a:lnTo>
                    <a:pt x="1843151" y="257175"/>
                  </a:lnTo>
                  <a:lnTo>
                    <a:pt x="1843151" y="285750"/>
                  </a:lnTo>
                  <a:lnTo>
                    <a:pt x="2367026" y="285877"/>
                  </a:lnTo>
                  <a:lnTo>
                    <a:pt x="2367026" y="314452"/>
                  </a:lnTo>
                  <a:lnTo>
                    <a:pt x="2424087" y="285877"/>
                  </a:lnTo>
                  <a:lnTo>
                    <a:pt x="2452751" y="2715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object 32"/>
            <p:cNvSpPr/>
            <p:nvPr/>
          </p:nvSpPr>
          <p:spPr>
            <a:xfrm>
              <a:off x="741600" y="2286720"/>
              <a:ext cx="4285080" cy="761760"/>
            </a:xfrm>
            <a:custGeom>
              <a:avLst/>
              <a:gdLst>
                <a:gd name="textAreaLeft" fmla="*/ 0 w 4285080"/>
                <a:gd name="textAreaRight" fmla="*/ 4285440 w 428508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4285615" h="762000">
                  <a:moveTo>
                    <a:pt x="0" y="0"/>
                  </a:moveTo>
                  <a:lnTo>
                    <a:pt x="1085088" y="0"/>
                  </a:lnTo>
                  <a:lnTo>
                    <a:pt x="1085088" y="762000"/>
                  </a:lnTo>
                </a:path>
                <a:path w="4285615" h="762000">
                  <a:moveTo>
                    <a:pt x="1085088" y="0"/>
                  </a:moveTo>
                  <a:lnTo>
                    <a:pt x="2151888" y="0"/>
                  </a:lnTo>
                  <a:lnTo>
                    <a:pt x="2151888" y="762000"/>
                  </a:lnTo>
                </a:path>
                <a:path w="4285615" h="762000">
                  <a:moveTo>
                    <a:pt x="1999488" y="0"/>
                  </a:moveTo>
                  <a:lnTo>
                    <a:pt x="3218688" y="0"/>
                  </a:lnTo>
                  <a:lnTo>
                    <a:pt x="3218688" y="762000"/>
                  </a:lnTo>
                </a:path>
                <a:path w="4285615" h="762000">
                  <a:moveTo>
                    <a:pt x="3066288" y="0"/>
                  </a:moveTo>
                  <a:lnTo>
                    <a:pt x="4285488" y="0"/>
                  </a:lnTo>
                  <a:lnTo>
                    <a:pt x="4285488" y="7620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object 33"/>
            <p:cNvSpPr/>
            <p:nvPr/>
          </p:nvSpPr>
          <p:spPr>
            <a:xfrm>
              <a:off x="2131200" y="1372320"/>
              <a:ext cx="3580920" cy="151920"/>
            </a:xfrm>
            <a:custGeom>
              <a:avLst/>
              <a:gdLst>
                <a:gd name="textAreaLeft" fmla="*/ 0 w 3580920"/>
                <a:gd name="textAreaRight" fmla="*/ 3581280 w 3580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581400" h="152400">
                  <a:moveTo>
                    <a:pt x="3443605" y="0"/>
                  </a:moveTo>
                  <a:lnTo>
                    <a:pt x="137794" y="0"/>
                  </a:lnTo>
                  <a:lnTo>
                    <a:pt x="0" y="152400"/>
                  </a:lnTo>
                  <a:lnTo>
                    <a:pt x="3581400" y="152400"/>
                  </a:lnTo>
                  <a:lnTo>
                    <a:pt x="3443605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object 34"/>
            <p:cNvSpPr/>
            <p:nvPr/>
          </p:nvSpPr>
          <p:spPr>
            <a:xfrm>
              <a:off x="2131200" y="1372320"/>
              <a:ext cx="3580920" cy="151920"/>
            </a:xfrm>
            <a:custGeom>
              <a:avLst/>
              <a:gdLst>
                <a:gd name="textAreaLeft" fmla="*/ 0 w 3580920"/>
                <a:gd name="textAreaRight" fmla="*/ 3581280 w 35809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581400" h="152400">
                  <a:moveTo>
                    <a:pt x="0" y="152400"/>
                  </a:moveTo>
                  <a:lnTo>
                    <a:pt x="3581400" y="152400"/>
                  </a:lnTo>
                  <a:lnTo>
                    <a:pt x="3443605" y="0"/>
                  </a:lnTo>
                  <a:lnTo>
                    <a:pt x="137794" y="0"/>
                  </a:lnTo>
                  <a:lnTo>
                    <a:pt x="0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object 35"/>
            <p:cNvSpPr/>
            <p:nvPr/>
          </p:nvSpPr>
          <p:spPr>
            <a:xfrm>
              <a:off x="214344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object 36"/>
            <p:cNvSpPr/>
            <p:nvPr/>
          </p:nvSpPr>
          <p:spPr>
            <a:xfrm>
              <a:off x="214344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lnTo>
                    <a:pt x="0" y="0"/>
                  </a:lnTo>
                  <a:lnTo>
                    <a:pt x="30480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object 37"/>
            <p:cNvSpPr/>
            <p:nvPr/>
          </p:nvSpPr>
          <p:spPr>
            <a:xfrm>
              <a:off x="319824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object 38"/>
            <p:cNvSpPr/>
            <p:nvPr/>
          </p:nvSpPr>
          <p:spPr>
            <a:xfrm>
              <a:off x="319824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lnTo>
                    <a:pt x="0" y="0"/>
                  </a:lnTo>
                  <a:lnTo>
                    <a:pt x="30480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object 39"/>
            <p:cNvSpPr/>
            <p:nvPr/>
          </p:nvSpPr>
          <p:spPr>
            <a:xfrm>
              <a:off x="426492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object 40"/>
            <p:cNvSpPr/>
            <p:nvPr/>
          </p:nvSpPr>
          <p:spPr>
            <a:xfrm>
              <a:off x="426492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lnTo>
                    <a:pt x="0" y="0"/>
                  </a:lnTo>
                  <a:lnTo>
                    <a:pt x="30480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object 41"/>
            <p:cNvSpPr/>
            <p:nvPr/>
          </p:nvSpPr>
          <p:spPr>
            <a:xfrm>
              <a:off x="533160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object 42"/>
            <p:cNvSpPr/>
            <p:nvPr/>
          </p:nvSpPr>
          <p:spPr>
            <a:xfrm>
              <a:off x="5331600" y="182952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304800" y="0"/>
                  </a:move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lnTo>
                    <a:pt x="0" y="0"/>
                  </a:lnTo>
                  <a:lnTo>
                    <a:pt x="30480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object 43"/>
            <p:cNvSpPr/>
            <p:nvPr/>
          </p:nvSpPr>
          <p:spPr>
            <a:xfrm>
              <a:off x="1289160" y="1523880"/>
              <a:ext cx="4308840" cy="3123720"/>
            </a:xfrm>
            <a:custGeom>
              <a:avLst/>
              <a:gdLst>
                <a:gd name="textAreaLeft" fmla="*/ 0 w 4308840"/>
                <a:gd name="textAreaRight" fmla="*/ 4309200 w 4308840"/>
                <a:gd name="textAreaTop" fmla="*/ 0 h 3123720"/>
                <a:gd name="textAreaBottom" fmla="*/ 3124080 h 3123720"/>
              </a:gdLst>
              <a:ahLst/>
              <a:cxnLst/>
              <a:rect l="textAreaLeft" t="textAreaTop" r="textAreaRight" b="textAreaBottom"/>
              <a:pathLst>
                <a:path w="4309110" h="3124200">
                  <a:moveTo>
                    <a:pt x="4156202" y="228600"/>
                  </a:moveTo>
                  <a:lnTo>
                    <a:pt x="4124452" y="228600"/>
                  </a:lnTo>
                  <a:lnTo>
                    <a:pt x="4124452" y="158750"/>
                  </a:lnTo>
                  <a:lnTo>
                    <a:pt x="4124452" y="152400"/>
                  </a:lnTo>
                  <a:lnTo>
                    <a:pt x="4124452" y="148844"/>
                  </a:lnTo>
                  <a:lnTo>
                    <a:pt x="4121658" y="146050"/>
                  </a:lnTo>
                  <a:lnTo>
                    <a:pt x="3210052" y="146050"/>
                  </a:lnTo>
                  <a:lnTo>
                    <a:pt x="3210052" y="0"/>
                  </a:lnTo>
                  <a:lnTo>
                    <a:pt x="3197352" y="0"/>
                  </a:lnTo>
                  <a:lnTo>
                    <a:pt x="3197352" y="146050"/>
                  </a:lnTo>
                  <a:lnTo>
                    <a:pt x="3054858" y="146050"/>
                  </a:lnTo>
                  <a:lnTo>
                    <a:pt x="3051302" y="146050"/>
                  </a:lnTo>
                  <a:lnTo>
                    <a:pt x="2143252" y="146050"/>
                  </a:lnTo>
                  <a:lnTo>
                    <a:pt x="2143252" y="0"/>
                  </a:lnTo>
                  <a:lnTo>
                    <a:pt x="2130552" y="0"/>
                  </a:lnTo>
                  <a:lnTo>
                    <a:pt x="2130552" y="146050"/>
                  </a:lnTo>
                  <a:lnTo>
                    <a:pt x="1988058" y="146050"/>
                  </a:lnTo>
                  <a:lnTo>
                    <a:pt x="1984502" y="146050"/>
                  </a:lnTo>
                  <a:lnTo>
                    <a:pt x="1088644" y="146050"/>
                  </a:lnTo>
                  <a:lnTo>
                    <a:pt x="1088644" y="0"/>
                  </a:lnTo>
                  <a:lnTo>
                    <a:pt x="1075944" y="0"/>
                  </a:lnTo>
                  <a:lnTo>
                    <a:pt x="1075944" y="146050"/>
                  </a:lnTo>
                  <a:lnTo>
                    <a:pt x="924306" y="146050"/>
                  </a:lnTo>
                  <a:lnTo>
                    <a:pt x="917702" y="146050"/>
                  </a:lnTo>
                  <a:lnTo>
                    <a:pt x="2794" y="146050"/>
                  </a:lnTo>
                  <a:lnTo>
                    <a:pt x="0" y="148844"/>
                  </a:lnTo>
                  <a:lnTo>
                    <a:pt x="0" y="3124200"/>
                  </a:lnTo>
                  <a:lnTo>
                    <a:pt x="12700" y="3124200"/>
                  </a:lnTo>
                  <a:lnTo>
                    <a:pt x="12700" y="158750"/>
                  </a:lnTo>
                  <a:lnTo>
                    <a:pt x="914400" y="158750"/>
                  </a:lnTo>
                  <a:lnTo>
                    <a:pt x="914400" y="228600"/>
                  </a:lnTo>
                  <a:lnTo>
                    <a:pt x="882650" y="228600"/>
                  </a:lnTo>
                  <a:lnTo>
                    <a:pt x="920750" y="304800"/>
                  </a:lnTo>
                  <a:lnTo>
                    <a:pt x="952500" y="241300"/>
                  </a:lnTo>
                  <a:lnTo>
                    <a:pt x="958850" y="228600"/>
                  </a:lnTo>
                  <a:lnTo>
                    <a:pt x="927100" y="228600"/>
                  </a:lnTo>
                  <a:lnTo>
                    <a:pt x="927100" y="158750"/>
                  </a:lnTo>
                  <a:lnTo>
                    <a:pt x="1075944" y="158750"/>
                  </a:lnTo>
                  <a:lnTo>
                    <a:pt x="1075944" y="228600"/>
                  </a:lnTo>
                  <a:lnTo>
                    <a:pt x="1044194" y="228600"/>
                  </a:lnTo>
                  <a:lnTo>
                    <a:pt x="1082294" y="304800"/>
                  </a:lnTo>
                  <a:lnTo>
                    <a:pt x="1114044" y="241300"/>
                  </a:lnTo>
                  <a:lnTo>
                    <a:pt x="1120394" y="228600"/>
                  </a:lnTo>
                  <a:lnTo>
                    <a:pt x="1088644" y="228600"/>
                  </a:lnTo>
                  <a:lnTo>
                    <a:pt x="1088644" y="158750"/>
                  </a:lnTo>
                  <a:lnTo>
                    <a:pt x="1978152" y="158750"/>
                  </a:lnTo>
                  <a:lnTo>
                    <a:pt x="1978152" y="228600"/>
                  </a:lnTo>
                  <a:lnTo>
                    <a:pt x="1946402" y="228600"/>
                  </a:lnTo>
                  <a:lnTo>
                    <a:pt x="1984502" y="304800"/>
                  </a:lnTo>
                  <a:lnTo>
                    <a:pt x="2016252" y="241300"/>
                  </a:lnTo>
                  <a:lnTo>
                    <a:pt x="2022602" y="228600"/>
                  </a:lnTo>
                  <a:lnTo>
                    <a:pt x="1990852" y="228600"/>
                  </a:lnTo>
                  <a:lnTo>
                    <a:pt x="1990852" y="158750"/>
                  </a:lnTo>
                  <a:lnTo>
                    <a:pt x="2130552" y="158750"/>
                  </a:lnTo>
                  <a:lnTo>
                    <a:pt x="2130552" y="228600"/>
                  </a:lnTo>
                  <a:lnTo>
                    <a:pt x="2098802" y="228600"/>
                  </a:lnTo>
                  <a:lnTo>
                    <a:pt x="2136902" y="304800"/>
                  </a:lnTo>
                  <a:lnTo>
                    <a:pt x="2168652" y="241300"/>
                  </a:lnTo>
                  <a:lnTo>
                    <a:pt x="2175002" y="228600"/>
                  </a:lnTo>
                  <a:lnTo>
                    <a:pt x="2143252" y="228600"/>
                  </a:lnTo>
                  <a:lnTo>
                    <a:pt x="2143252" y="158750"/>
                  </a:lnTo>
                  <a:lnTo>
                    <a:pt x="3044952" y="158750"/>
                  </a:lnTo>
                  <a:lnTo>
                    <a:pt x="3044952" y="228600"/>
                  </a:lnTo>
                  <a:lnTo>
                    <a:pt x="3013202" y="228600"/>
                  </a:lnTo>
                  <a:lnTo>
                    <a:pt x="3051302" y="304800"/>
                  </a:lnTo>
                  <a:lnTo>
                    <a:pt x="3083052" y="241300"/>
                  </a:lnTo>
                  <a:lnTo>
                    <a:pt x="3089402" y="228600"/>
                  </a:lnTo>
                  <a:lnTo>
                    <a:pt x="3057652" y="228600"/>
                  </a:lnTo>
                  <a:lnTo>
                    <a:pt x="3057652" y="158750"/>
                  </a:lnTo>
                  <a:lnTo>
                    <a:pt x="3197352" y="158750"/>
                  </a:lnTo>
                  <a:lnTo>
                    <a:pt x="3197352" y="228600"/>
                  </a:lnTo>
                  <a:lnTo>
                    <a:pt x="3165602" y="228600"/>
                  </a:lnTo>
                  <a:lnTo>
                    <a:pt x="3203702" y="304800"/>
                  </a:lnTo>
                  <a:lnTo>
                    <a:pt x="3235452" y="241300"/>
                  </a:lnTo>
                  <a:lnTo>
                    <a:pt x="3241802" y="228600"/>
                  </a:lnTo>
                  <a:lnTo>
                    <a:pt x="3210052" y="228600"/>
                  </a:lnTo>
                  <a:lnTo>
                    <a:pt x="3210052" y="158750"/>
                  </a:lnTo>
                  <a:lnTo>
                    <a:pt x="4111752" y="158750"/>
                  </a:lnTo>
                  <a:lnTo>
                    <a:pt x="4111752" y="228600"/>
                  </a:lnTo>
                  <a:lnTo>
                    <a:pt x="4080002" y="228600"/>
                  </a:lnTo>
                  <a:lnTo>
                    <a:pt x="4118102" y="304800"/>
                  </a:lnTo>
                  <a:lnTo>
                    <a:pt x="4149852" y="241300"/>
                  </a:lnTo>
                  <a:lnTo>
                    <a:pt x="4156202" y="228600"/>
                  </a:lnTo>
                  <a:close/>
                </a:path>
                <a:path w="4309110" h="3124200">
                  <a:moveTo>
                    <a:pt x="4308602" y="228600"/>
                  </a:moveTo>
                  <a:lnTo>
                    <a:pt x="4276852" y="228600"/>
                  </a:lnTo>
                  <a:lnTo>
                    <a:pt x="4276852" y="0"/>
                  </a:lnTo>
                  <a:lnTo>
                    <a:pt x="4264152" y="0"/>
                  </a:lnTo>
                  <a:lnTo>
                    <a:pt x="4264152" y="228600"/>
                  </a:lnTo>
                  <a:lnTo>
                    <a:pt x="4232402" y="228600"/>
                  </a:lnTo>
                  <a:lnTo>
                    <a:pt x="4270502" y="304800"/>
                  </a:lnTo>
                  <a:lnTo>
                    <a:pt x="4302252" y="241300"/>
                  </a:lnTo>
                  <a:lnTo>
                    <a:pt x="4308602" y="2286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object 44"/>
            <p:cNvSpPr/>
            <p:nvPr/>
          </p:nvSpPr>
          <p:spPr>
            <a:xfrm>
              <a:off x="1295280" y="464832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381000" y="304800"/>
                  </a:moveTo>
                  <a:lnTo>
                    <a:pt x="377951" y="0"/>
                  </a:lnTo>
                </a:path>
                <a:path w="381000"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9" name="object 45"/>
          <p:cNvSpPr/>
          <p:nvPr/>
        </p:nvSpPr>
        <p:spPr>
          <a:xfrm>
            <a:off x="5870880" y="4658400"/>
            <a:ext cx="5209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RS1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object 46"/>
          <p:cNvSpPr/>
          <p:nvPr/>
        </p:nvSpPr>
        <p:spPr>
          <a:xfrm>
            <a:off x="1814400" y="4658400"/>
            <a:ext cx="393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object 47"/>
          <p:cNvSpPr/>
          <p:nvPr/>
        </p:nvSpPr>
        <p:spPr>
          <a:xfrm>
            <a:off x="764640" y="4658400"/>
            <a:ext cx="437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object 48"/>
          <p:cNvSpPr/>
          <p:nvPr/>
        </p:nvSpPr>
        <p:spPr>
          <a:xfrm>
            <a:off x="154800" y="1931040"/>
            <a:ext cx="8560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RDVAL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3" name="object 49"/>
          <p:cNvGrpSpPr/>
          <p:nvPr/>
        </p:nvGrpSpPr>
        <p:grpSpPr>
          <a:xfrm>
            <a:off x="25920" y="204120"/>
            <a:ext cx="7746840" cy="4733280"/>
            <a:chOff x="25920" y="204120"/>
            <a:chExt cx="7746840" cy="4733280"/>
          </a:xfrm>
        </p:grpSpPr>
        <p:sp>
          <p:nvSpPr>
            <p:cNvPr id="334" name="object 50"/>
            <p:cNvSpPr/>
            <p:nvPr/>
          </p:nvSpPr>
          <p:spPr>
            <a:xfrm>
              <a:off x="1523880" y="4709160"/>
              <a:ext cx="5891760" cy="167400"/>
            </a:xfrm>
            <a:custGeom>
              <a:avLst/>
              <a:gdLst>
                <a:gd name="textAreaLeft" fmla="*/ 0 w 5891760"/>
                <a:gd name="textAreaRight" fmla="*/ 5892120 w 589176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5892165" h="167639">
                  <a:moveTo>
                    <a:pt x="5205983" y="0"/>
                  </a:moveTo>
                  <a:lnTo>
                    <a:pt x="4913376" y="152400"/>
                  </a:lnTo>
                </a:path>
                <a:path w="5892165" h="167639">
                  <a:moveTo>
                    <a:pt x="292607" y="15239"/>
                  </a:moveTo>
                  <a:lnTo>
                    <a:pt x="0" y="167639"/>
                  </a:lnTo>
                </a:path>
                <a:path w="5892165" h="167639">
                  <a:moveTo>
                    <a:pt x="5891783" y="0"/>
                  </a:moveTo>
                  <a:lnTo>
                    <a:pt x="5599176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object 51"/>
            <p:cNvSpPr/>
            <p:nvPr/>
          </p:nvSpPr>
          <p:spPr>
            <a:xfrm>
              <a:off x="7315920" y="227916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0" y="167640"/>
                  </a:lnTo>
                  <a:lnTo>
                    <a:pt x="240792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object 52"/>
            <p:cNvSpPr/>
            <p:nvPr/>
          </p:nvSpPr>
          <p:spPr>
            <a:xfrm>
              <a:off x="7315920" y="227916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240792" y="83820"/>
                  </a:lnTo>
                  <a:lnTo>
                    <a:pt x="0" y="167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object 53"/>
            <p:cNvSpPr/>
            <p:nvPr/>
          </p:nvSpPr>
          <p:spPr>
            <a:xfrm>
              <a:off x="7163640" y="243144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0" y="167640"/>
                  </a:lnTo>
                  <a:lnTo>
                    <a:pt x="240792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object 54"/>
            <p:cNvSpPr/>
            <p:nvPr/>
          </p:nvSpPr>
          <p:spPr>
            <a:xfrm>
              <a:off x="7163640" y="243144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240792" y="83820"/>
                  </a:lnTo>
                  <a:lnTo>
                    <a:pt x="0" y="167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object 55"/>
            <p:cNvSpPr/>
            <p:nvPr/>
          </p:nvSpPr>
          <p:spPr>
            <a:xfrm>
              <a:off x="6846480" y="273636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0" y="167640"/>
                  </a:lnTo>
                  <a:lnTo>
                    <a:pt x="240791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object 56"/>
            <p:cNvSpPr/>
            <p:nvPr/>
          </p:nvSpPr>
          <p:spPr>
            <a:xfrm>
              <a:off x="6846480" y="273636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240791" y="83820"/>
                  </a:lnTo>
                  <a:lnTo>
                    <a:pt x="0" y="167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object 57"/>
            <p:cNvSpPr/>
            <p:nvPr/>
          </p:nvSpPr>
          <p:spPr>
            <a:xfrm>
              <a:off x="6999120" y="259164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0" y="167639"/>
                  </a:lnTo>
                  <a:lnTo>
                    <a:pt x="240791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object 58"/>
            <p:cNvSpPr/>
            <p:nvPr/>
          </p:nvSpPr>
          <p:spPr>
            <a:xfrm>
              <a:off x="6999120" y="259164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240791" y="83820"/>
                  </a:lnTo>
                  <a:lnTo>
                    <a:pt x="0" y="1676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object 59"/>
            <p:cNvSpPr/>
            <p:nvPr/>
          </p:nvSpPr>
          <p:spPr>
            <a:xfrm>
              <a:off x="6642360" y="3566880"/>
              <a:ext cx="242280" cy="167400"/>
            </a:xfrm>
            <a:custGeom>
              <a:avLst/>
              <a:gdLst>
                <a:gd name="textAreaLeft" fmla="*/ 0 w 242280"/>
                <a:gd name="textAreaRight" fmla="*/ 242640 w 24228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2570" h="167639">
                  <a:moveTo>
                    <a:pt x="0" y="0"/>
                  </a:moveTo>
                  <a:lnTo>
                    <a:pt x="0" y="167639"/>
                  </a:lnTo>
                  <a:lnTo>
                    <a:pt x="242316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object 60"/>
            <p:cNvSpPr/>
            <p:nvPr/>
          </p:nvSpPr>
          <p:spPr>
            <a:xfrm>
              <a:off x="6642360" y="3566880"/>
              <a:ext cx="242280" cy="167400"/>
            </a:xfrm>
            <a:custGeom>
              <a:avLst/>
              <a:gdLst>
                <a:gd name="textAreaLeft" fmla="*/ 0 w 242280"/>
                <a:gd name="textAreaRight" fmla="*/ 242640 w 24228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2570" h="167639">
                  <a:moveTo>
                    <a:pt x="0" y="0"/>
                  </a:moveTo>
                  <a:lnTo>
                    <a:pt x="242316" y="83819"/>
                  </a:lnTo>
                  <a:lnTo>
                    <a:pt x="0" y="1676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object 61"/>
            <p:cNvSpPr/>
            <p:nvPr/>
          </p:nvSpPr>
          <p:spPr>
            <a:xfrm>
              <a:off x="6490080" y="3719160"/>
              <a:ext cx="242280" cy="167400"/>
            </a:xfrm>
            <a:custGeom>
              <a:avLst/>
              <a:gdLst>
                <a:gd name="textAreaLeft" fmla="*/ 0 w 242280"/>
                <a:gd name="textAreaRight" fmla="*/ 242640 w 24228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2570" h="167639">
                  <a:moveTo>
                    <a:pt x="0" y="0"/>
                  </a:moveTo>
                  <a:lnTo>
                    <a:pt x="0" y="167639"/>
                  </a:lnTo>
                  <a:lnTo>
                    <a:pt x="242316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object 62"/>
            <p:cNvSpPr/>
            <p:nvPr/>
          </p:nvSpPr>
          <p:spPr>
            <a:xfrm>
              <a:off x="6490080" y="3719160"/>
              <a:ext cx="242280" cy="167400"/>
            </a:xfrm>
            <a:custGeom>
              <a:avLst/>
              <a:gdLst>
                <a:gd name="textAreaLeft" fmla="*/ 0 w 242280"/>
                <a:gd name="textAreaRight" fmla="*/ 242640 w 24228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2570" h="167639">
                  <a:moveTo>
                    <a:pt x="0" y="0"/>
                  </a:moveTo>
                  <a:lnTo>
                    <a:pt x="242316" y="83819"/>
                  </a:lnTo>
                  <a:lnTo>
                    <a:pt x="0" y="1676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object 63"/>
            <p:cNvSpPr/>
            <p:nvPr/>
          </p:nvSpPr>
          <p:spPr>
            <a:xfrm>
              <a:off x="6172920" y="402408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0" y="167639"/>
                  </a:lnTo>
                  <a:lnTo>
                    <a:pt x="240791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object 64"/>
            <p:cNvSpPr/>
            <p:nvPr/>
          </p:nvSpPr>
          <p:spPr>
            <a:xfrm>
              <a:off x="6172920" y="402408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240791" y="83819"/>
                  </a:lnTo>
                  <a:lnTo>
                    <a:pt x="0" y="1676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object 65"/>
            <p:cNvSpPr/>
            <p:nvPr/>
          </p:nvSpPr>
          <p:spPr>
            <a:xfrm>
              <a:off x="6325200" y="387936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0" y="167639"/>
                  </a:lnTo>
                  <a:lnTo>
                    <a:pt x="240791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object 66"/>
            <p:cNvSpPr/>
            <p:nvPr/>
          </p:nvSpPr>
          <p:spPr>
            <a:xfrm>
              <a:off x="6325200" y="3879360"/>
              <a:ext cx="240840" cy="167400"/>
            </a:xfrm>
            <a:custGeom>
              <a:avLst/>
              <a:gdLst>
                <a:gd name="textAreaLeft" fmla="*/ 0 w 240840"/>
                <a:gd name="textAreaRight" fmla="*/ 241200 w 24084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241300" h="167639">
                  <a:moveTo>
                    <a:pt x="0" y="0"/>
                  </a:moveTo>
                  <a:lnTo>
                    <a:pt x="240791" y="83819"/>
                  </a:lnTo>
                  <a:lnTo>
                    <a:pt x="0" y="1676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1" name="object 67"/>
            <p:cNvPicPr/>
            <p:nvPr/>
          </p:nvPicPr>
          <p:blipFill>
            <a:blip r:embed="rId2"/>
            <a:stretch/>
          </p:blipFill>
          <p:spPr>
            <a:xfrm>
              <a:off x="6286320" y="4114800"/>
              <a:ext cx="75960" cy="228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2" name="object 68"/>
            <p:cNvSpPr/>
            <p:nvPr/>
          </p:nvSpPr>
          <p:spPr>
            <a:xfrm>
              <a:off x="6438960" y="2362320"/>
              <a:ext cx="1066320" cy="198072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1980720"/>
                <a:gd name="textAreaBottom" fmla="*/ 1981080 h 1980720"/>
              </a:gdLst>
              <a:ahLst/>
              <a:cxnLst/>
              <a:rect l="textAreaLeft" t="textAreaTop" r="textAreaRight" b="textAreaBottom"/>
              <a:pathLst>
                <a:path w="1066800" h="1981200">
                  <a:moveTo>
                    <a:pt x="76200" y="1676400"/>
                  </a:moveTo>
                  <a:lnTo>
                    <a:pt x="69850" y="1663700"/>
                  </a:lnTo>
                  <a:lnTo>
                    <a:pt x="38100" y="1600200"/>
                  </a:lnTo>
                  <a:lnTo>
                    <a:pt x="0" y="1676400"/>
                  </a:lnTo>
                  <a:lnTo>
                    <a:pt x="31750" y="1676400"/>
                  </a:lnTo>
                  <a:lnTo>
                    <a:pt x="31750" y="1981200"/>
                  </a:lnTo>
                  <a:lnTo>
                    <a:pt x="44450" y="1981200"/>
                  </a:lnTo>
                  <a:lnTo>
                    <a:pt x="44450" y="1676400"/>
                  </a:lnTo>
                  <a:lnTo>
                    <a:pt x="76200" y="1676400"/>
                  </a:lnTo>
                  <a:close/>
                </a:path>
                <a:path w="1066800" h="1981200">
                  <a:moveTo>
                    <a:pt x="228600" y="1524000"/>
                  </a:moveTo>
                  <a:lnTo>
                    <a:pt x="222250" y="1511300"/>
                  </a:lnTo>
                  <a:lnTo>
                    <a:pt x="190500" y="1447800"/>
                  </a:lnTo>
                  <a:lnTo>
                    <a:pt x="152400" y="1524000"/>
                  </a:lnTo>
                  <a:lnTo>
                    <a:pt x="184150" y="1524000"/>
                  </a:lnTo>
                  <a:lnTo>
                    <a:pt x="184150" y="1981200"/>
                  </a:lnTo>
                  <a:lnTo>
                    <a:pt x="196850" y="1981200"/>
                  </a:lnTo>
                  <a:lnTo>
                    <a:pt x="196850" y="1524000"/>
                  </a:lnTo>
                  <a:lnTo>
                    <a:pt x="228600" y="1524000"/>
                  </a:lnTo>
                  <a:close/>
                </a:path>
                <a:path w="1066800" h="1981200">
                  <a:moveTo>
                    <a:pt x="393192" y="1371600"/>
                  </a:moveTo>
                  <a:lnTo>
                    <a:pt x="386842" y="1358900"/>
                  </a:lnTo>
                  <a:lnTo>
                    <a:pt x="355092" y="1295400"/>
                  </a:lnTo>
                  <a:lnTo>
                    <a:pt x="316992" y="1371600"/>
                  </a:lnTo>
                  <a:lnTo>
                    <a:pt x="348742" y="1371600"/>
                  </a:lnTo>
                  <a:lnTo>
                    <a:pt x="348742" y="1981200"/>
                  </a:lnTo>
                  <a:lnTo>
                    <a:pt x="361442" y="1981200"/>
                  </a:lnTo>
                  <a:lnTo>
                    <a:pt x="361442" y="1371600"/>
                  </a:lnTo>
                  <a:lnTo>
                    <a:pt x="393192" y="1371600"/>
                  </a:lnTo>
                  <a:close/>
                </a:path>
                <a:path w="1066800" h="1981200">
                  <a:moveTo>
                    <a:pt x="597408" y="533400"/>
                  </a:moveTo>
                  <a:lnTo>
                    <a:pt x="591058" y="520700"/>
                  </a:lnTo>
                  <a:lnTo>
                    <a:pt x="559308" y="457200"/>
                  </a:lnTo>
                  <a:lnTo>
                    <a:pt x="521208" y="533400"/>
                  </a:lnTo>
                  <a:lnTo>
                    <a:pt x="552958" y="533400"/>
                  </a:lnTo>
                  <a:lnTo>
                    <a:pt x="552958" y="1981200"/>
                  </a:lnTo>
                  <a:lnTo>
                    <a:pt x="565658" y="1981200"/>
                  </a:lnTo>
                  <a:lnTo>
                    <a:pt x="565658" y="533400"/>
                  </a:lnTo>
                  <a:lnTo>
                    <a:pt x="597408" y="533400"/>
                  </a:lnTo>
                  <a:close/>
                </a:path>
                <a:path w="1066800" h="1981200">
                  <a:moveTo>
                    <a:pt x="749808" y="381000"/>
                  </a:moveTo>
                  <a:lnTo>
                    <a:pt x="743458" y="368300"/>
                  </a:lnTo>
                  <a:lnTo>
                    <a:pt x="711708" y="304800"/>
                  </a:lnTo>
                  <a:lnTo>
                    <a:pt x="673608" y="381000"/>
                  </a:lnTo>
                  <a:lnTo>
                    <a:pt x="705358" y="381000"/>
                  </a:lnTo>
                  <a:lnTo>
                    <a:pt x="705358" y="1981200"/>
                  </a:lnTo>
                  <a:lnTo>
                    <a:pt x="718058" y="1981200"/>
                  </a:lnTo>
                  <a:lnTo>
                    <a:pt x="718058" y="381000"/>
                  </a:lnTo>
                  <a:lnTo>
                    <a:pt x="749808" y="381000"/>
                  </a:lnTo>
                  <a:close/>
                </a:path>
                <a:path w="1066800" h="1981200">
                  <a:moveTo>
                    <a:pt x="914400" y="228600"/>
                  </a:moveTo>
                  <a:lnTo>
                    <a:pt x="908050" y="215900"/>
                  </a:lnTo>
                  <a:lnTo>
                    <a:pt x="876300" y="152400"/>
                  </a:lnTo>
                  <a:lnTo>
                    <a:pt x="838200" y="228600"/>
                  </a:lnTo>
                  <a:lnTo>
                    <a:pt x="869950" y="228600"/>
                  </a:lnTo>
                  <a:lnTo>
                    <a:pt x="869950" y="1981200"/>
                  </a:lnTo>
                  <a:lnTo>
                    <a:pt x="882650" y="1981200"/>
                  </a:lnTo>
                  <a:lnTo>
                    <a:pt x="882650" y="228600"/>
                  </a:lnTo>
                  <a:lnTo>
                    <a:pt x="914400" y="228600"/>
                  </a:lnTo>
                  <a:close/>
                </a:path>
                <a:path w="1066800" h="1981200">
                  <a:moveTo>
                    <a:pt x="1066800" y="76200"/>
                  </a:moveTo>
                  <a:lnTo>
                    <a:pt x="1060450" y="63500"/>
                  </a:lnTo>
                  <a:lnTo>
                    <a:pt x="1028700" y="0"/>
                  </a:lnTo>
                  <a:lnTo>
                    <a:pt x="990600" y="76200"/>
                  </a:lnTo>
                  <a:lnTo>
                    <a:pt x="1022350" y="76200"/>
                  </a:lnTo>
                  <a:lnTo>
                    <a:pt x="1022350" y="1981200"/>
                  </a:lnTo>
                  <a:lnTo>
                    <a:pt x="1035050" y="1981200"/>
                  </a:lnTo>
                  <a:lnTo>
                    <a:pt x="1035050" y="76200"/>
                  </a:lnTo>
                  <a:lnTo>
                    <a:pt x="10668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object 69"/>
            <p:cNvSpPr/>
            <p:nvPr/>
          </p:nvSpPr>
          <p:spPr>
            <a:xfrm>
              <a:off x="7758000" y="2363040"/>
              <a:ext cx="14760" cy="175212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752120"/>
                <a:gd name="textAreaBottom" fmla="*/ 1752480 h 1752120"/>
              </a:gdLst>
              <a:ahLst/>
              <a:cxnLst/>
              <a:rect l="textAreaLeft" t="textAreaTop" r="textAreaRight" b="textAreaBottom"/>
              <a:pathLst>
                <a:path w="15240" h="1752600">
                  <a:moveTo>
                    <a:pt x="0" y="0"/>
                  </a:moveTo>
                  <a:lnTo>
                    <a:pt x="0" y="457200"/>
                  </a:lnTo>
                </a:path>
                <a:path w="15240" h="1752600">
                  <a:moveTo>
                    <a:pt x="15239" y="1295400"/>
                  </a:moveTo>
                  <a:lnTo>
                    <a:pt x="15239" y="1752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object 70"/>
            <p:cNvSpPr/>
            <p:nvPr/>
          </p:nvSpPr>
          <p:spPr>
            <a:xfrm>
              <a:off x="6249240" y="434412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609599" y="0"/>
                  </a:moveTo>
                  <a:lnTo>
                    <a:pt x="0" y="0"/>
                  </a:lnTo>
                  <a:lnTo>
                    <a:pt x="152400" y="152400"/>
                  </a:lnTo>
                  <a:lnTo>
                    <a:pt x="457199" y="152400"/>
                  </a:lnTo>
                  <a:lnTo>
                    <a:pt x="609599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object 71"/>
            <p:cNvSpPr/>
            <p:nvPr/>
          </p:nvSpPr>
          <p:spPr>
            <a:xfrm>
              <a:off x="6249240" y="434412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0" y="0"/>
                  </a:moveTo>
                  <a:lnTo>
                    <a:pt x="609599" y="0"/>
                  </a:lnTo>
                  <a:lnTo>
                    <a:pt x="457199" y="152400"/>
                  </a:lnTo>
                  <a:lnTo>
                    <a:pt x="1524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object 72"/>
            <p:cNvSpPr/>
            <p:nvPr/>
          </p:nvSpPr>
          <p:spPr>
            <a:xfrm>
              <a:off x="6935040" y="434412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609600" y="0"/>
                  </a:moveTo>
                  <a:lnTo>
                    <a:pt x="0" y="0"/>
                  </a:lnTo>
                  <a:lnTo>
                    <a:pt x="152400" y="152400"/>
                  </a:lnTo>
                  <a:lnTo>
                    <a:pt x="4572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object 73"/>
            <p:cNvSpPr/>
            <p:nvPr/>
          </p:nvSpPr>
          <p:spPr>
            <a:xfrm>
              <a:off x="6935040" y="434412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0" y="0"/>
                  </a:moveTo>
                  <a:lnTo>
                    <a:pt x="609600" y="0"/>
                  </a:lnTo>
                  <a:lnTo>
                    <a:pt x="457200" y="152400"/>
                  </a:lnTo>
                  <a:lnTo>
                    <a:pt x="1524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object 74"/>
            <p:cNvSpPr/>
            <p:nvPr/>
          </p:nvSpPr>
          <p:spPr>
            <a:xfrm>
              <a:off x="1670040" y="1212840"/>
              <a:ext cx="4920840" cy="3724560"/>
            </a:xfrm>
            <a:custGeom>
              <a:avLst/>
              <a:gdLst>
                <a:gd name="textAreaLeft" fmla="*/ 0 w 4920840"/>
                <a:gd name="textAreaRight" fmla="*/ 4921200 w 4920840"/>
                <a:gd name="textAreaTop" fmla="*/ 0 h 3724560"/>
                <a:gd name="textAreaBottom" fmla="*/ 3724920 h 3724560"/>
              </a:gdLst>
              <a:ahLst/>
              <a:cxnLst/>
              <a:rect l="textAreaLeft" t="textAreaTop" r="textAreaRight" b="textAreaBottom"/>
              <a:pathLst>
                <a:path w="4921250" h="3724910">
                  <a:moveTo>
                    <a:pt x="2254250" y="82550"/>
                  </a:moveTo>
                  <a:lnTo>
                    <a:pt x="2222500" y="82550"/>
                  </a:lnTo>
                  <a:lnTo>
                    <a:pt x="2222500" y="12700"/>
                  </a:lnTo>
                  <a:lnTo>
                    <a:pt x="2222500" y="6350"/>
                  </a:lnTo>
                  <a:lnTo>
                    <a:pt x="2222500" y="2794"/>
                  </a:lnTo>
                  <a:lnTo>
                    <a:pt x="2219706" y="0"/>
                  </a:lnTo>
                  <a:lnTo>
                    <a:pt x="2794" y="0"/>
                  </a:lnTo>
                  <a:lnTo>
                    <a:pt x="0" y="2794"/>
                  </a:lnTo>
                  <a:lnTo>
                    <a:pt x="0" y="3587750"/>
                  </a:lnTo>
                  <a:lnTo>
                    <a:pt x="12700" y="3587750"/>
                  </a:lnTo>
                  <a:lnTo>
                    <a:pt x="12700" y="12700"/>
                  </a:lnTo>
                  <a:lnTo>
                    <a:pt x="2209800" y="12700"/>
                  </a:lnTo>
                  <a:lnTo>
                    <a:pt x="2209800" y="82550"/>
                  </a:lnTo>
                  <a:lnTo>
                    <a:pt x="2178050" y="82550"/>
                  </a:lnTo>
                  <a:lnTo>
                    <a:pt x="2216150" y="158750"/>
                  </a:lnTo>
                  <a:lnTo>
                    <a:pt x="2247900" y="95250"/>
                  </a:lnTo>
                  <a:lnTo>
                    <a:pt x="2254250" y="82550"/>
                  </a:lnTo>
                  <a:close/>
                </a:path>
                <a:path w="4921250" h="3724910">
                  <a:moveTo>
                    <a:pt x="4921250" y="3343910"/>
                  </a:moveTo>
                  <a:lnTo>
                    <a:pt x="4914900" y="3331210"/>
                  </a:lnTo>
                  <a:lnTo>
                    <a:pt x="4883150" y="3267710"/>
                  </a:lnTo>
                  <a:lnTo>
                    <a:pt x="4845050" y="3343910"/>
                  </a:lnTo>
                  <a:lnTo>
                    <a:pt x="4876800" y="3343910"/>
                  </a:lnTo>
                  <a:lnTo>
                    <a:pt x="4876800" y="3724910"/>
                  </a:lnTo>
                  <a:lnTo>
                    <a:pt x="4889500" y="3724910"/>
                  </a:lnTo>
                  <a:lnTo>
                    <a:pt x="4889500" y="3343910"/>
                  </a:lnTo>
                  <a:lnTo>
                    <a:pt x="4921250" y="33439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9" name="object 75"/>
            <p:cNvPicPr/>
            <p:nvPr/>
          </p:nvPicPr>
          <p:blipFill>
            <a:blip r:embed="rId3"/>
            <a:stretch/>
          </p:blipFill>
          <p:spPr>
            <a:xfrm>
              <a:off x="2120040" y="3415320"/>
              <a:ext cx="180720" cy="171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0" name="object 76"/>
            <p:cNvPicPr/>
            <p:nvPr/>
          </p:nvPicPr>
          <p:blipFill>
            <a:blip r:embed="rId4"/>
            <a:stretch/>
          </p:blipFill>
          <p:spPr>
            <a:xfrm>
              <a:off x="3186720" y="3415320"/>
              <a:ext cx="180720" cy="171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1" name="object 77"/>
            <p:cNvPicPr/>
            <p:nvPr/>
          </p:nvPicPr>
          <p:blipFill>
            <a:blip r:embed="rId5"/>
            <a:stretch/>
          </p:blipFill>
          <p:spPr>
            <a:xfrm>
              <a:off x="4253760" y="3415320"/>
              <a:ext cx="180720" cy="171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2" name="object 78"/>
            <p:cNvPicPr/>
            <p:nvPr/>
          </p:nvPicPr>
          <p:blipFill>
            <a:blip r:embed="rId6"/>
            <a:stretch/>
          </p:blipFill>
          <p:spPr>
            <a:xfrm>
              <a:off x="5320440" y="3415320"/>
              <a:ext cx="180720" cy="171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3" name="object 79"/>
            <p:cNvPicPr/>
            <p:nvPr/>
          </p:nvPicPr>
          <p:blipFill>
            <a:blip r:embed="rId7"/>
            <a:stretch/>
          </p:blipFill>
          <p:spPr>
            <a:xfrm>
              <a:off x="65520" y="204120"/>
              <a:ext cx="1182240" cy="78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4" name="object 80"/>
            <p:cNvPicPr/>
            <p:nvPr/>
          </p:nvPicPr>
          <p:blipFill>
            <a:blip r:embed="rId8"/>
            <a:stretch/>
          </p:blipFill>
          <p:spPr>
            <a:xfrm>
              <a:off x="25920" y="207360"/>
              <a:ext cx="1281240" cy="839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5" name="object 81"/>
            <p:cNvPicPr/>
            <p:nvPr/>
          </p:nvPicPr>
          <p:blipFill>
            <a:blip r:embed="rId9"/>
            <a:stretch/>
          </p:blipFill>
          <p:spPr>
            <a:xfrm>
              <a:off x="112680" y="232200"/>
              <a:ext cx="1092240" cy="697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6" name="object 82"/>
            <p:cNvSpPr/>
            <p:nvPr/>
          </p:nvSpPr>
          <p:spPr>
            <a:xfrm>
              <a:off x="112680" y="232200"/>
              <a:ext cx="1092600" cy="698040"/>
            </a:xfrm>
            <a:custGeom>
              <a:avLst/>
              <a:gdLst>
                <a:gd name="textAreaLeft" fmla="*/ 0 w 1092600"/>
                <a:gd name="textAreaRight" fmla="*/ 1092960 w 1092600"/>
                <a:gd name="textAreaTop" fmla="*/ 0 h 698040"/>
                <a:gd name="textAreaBottom" fmla="*/ 698400 h 698040"/>
              </a:gdLst>
              <a:ahLst/>
              <a:cxnLst/>
              <a:rect l="textAreaLeft" t="textAreaTop" r="textAreaRight" b="textAreaBottom"/>
              <a:pathLst>
                <a:path w="1092835" h="698500">
                  <a:moveTo>
                    <a:pt x="0" y="321310"/>
                  </a:moveTo>
                  <a:lnTo>
                    <a:pt x="967351" y="0"/>
                  </a:lnTo>
                  <a:lnTo>
                    <a:pt x="1092459" y="376682"/>
                  </a:lnTo>
                  <a:lnTo>
                    <a:pt x="125112" y="697992"/>
                  </a:lnTo>
                  <a:lnTo>
                    <a:pt x="0" y="321310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object 83"/>
            <p:cNvSpPr/>
            <p:nvPr/>
          </p:nvSpPr>
          <p:spPr>
            <a:xfrm>
              <a:off x="235800" y="415440"/>
              <a:ext cx="835920" cy="371160"/>
            </a:xfrm>
            <a:custGeom>
              <a:avLst/>
              <a:gdLst>
                <a:gd name="textAreaLeft" fmla="*/ 0 w 835920"/>
                <a:gd name="textAreaRight" fmla="*/ 836280 w 835920"/>
                <a:gd name="textAreaTop" fmla="*/ 0 h 371160"/>
                <a:gd name="textAreaBottom" fmla="*/ 371520 h 371160"/>
              </a:gdLst>
              <a:ahLst/>
              <a:cxnLst/>
              <a:rect l="textAreaLeft" t="textAreaTop" r="textAreaRight" b="textAreaBottom"/>
              <a:pathLst>
                <a:path w="836294" h="371475">
                  <a:moveTo>
                    <a:pt x="97472" y="208787"/>
                  </a:moveTo>
                  <a:lnTo>
                    <a:pt x="84387" y="208787"/>
                  </a:lnTo>
                  <a:lnTo>
                    <a:pt x="77555" y="210057"/>
                  </a:lnTo>
                  <a:lnTo>
                    <a:pt x="69776" y="211327"/>
                  </a:lnTo>
                  <a:lnTo>
                    <a:pt x="61048" y="213867"/>
                  </a:lnTo>
                  <a:lnTo>
                    <a:pt x="0" y="234187"/>
                  </a:lnTo>
                  <a:lnTo>
                    <a:pt x="45732" y="371347"/>
                  </a:lnTo>
                  <a:lnTo>
                    <a:pt x="63957" y="366267"/>
                  </a:lnTo>
                  <a:lnTo>
                    <a:pt x="43637" y="305307"/>
                  </a:lnTo>
                  <a:lnTo>
                    <a:pt x="64770" y="297687"/>
                  </a:lnTo>
                  <a:lnTo>
                    <a:pt x="69469" y="296417"/>
                  </a:lnTo>
                  <a:lnTo>
                    <a:pt x="72923" y="295147"/>
                  </a:lnTo>
                  <a:lnTo>
                    <a:pt x="121136" y="295147"/>
                  </a:lnTo>
                  <a:lnTo>
                    <a:pt x="109474" y="288797"/>
                  </a:lnTo>
                  <a:lnTo>
                    <a:pt x="38404" y="288797"/>
                  </a:lnTo>
                  <a:lnTo>
                    <a:pt x="23266" y="243077"/>
                  </a:lnTo>
                  <a:lnTo>
                    <a:pt x="66852" y="229107"/>
                  </a:lnTo>
                  <a:lnTo>
                    <a:pt x="77050" y="225297"/>
                  </a:lnTo>
                  <a:lnTo>
                    <a:pt x="118353" y="225297"/>
                  </a:lnTo>
                  <a:lnTo>
                    <a:pt x="115824" y="221487"/>
                  </a:lnTo>
                  <a:lnTo>
                    <a:pt x="104025" y="211327"/>
                  </a:lnTo>
                  <a:lnTo>
                    <a:pt x="97472" y="208787"/>
                  </a:lnTo>
                  <a:close/>
                </a:path>
                <a:path w="836294" h="371475">
                  <a:moveTo>
                    <a:pt x="121136" y="295147"/>
                  </a:moveTo>
                  <a:lnTo>
                    <a:pt x="81356" y="295147"/>
                  </a:lnTo>
                  <a:lnTo>
                    <a:pt x="84670" y="296417"/>
                  </a:lnTo>
                  <a:lnTo>
                    <a:pt x="87972" y="296417"/>
                  </a:lnTo>
                  <a:lnTo>
                    <a:pt x="92075" y="298957"/>
                  </a:lnTo>
                  <a:lnTo>
                    <a:pt x="96977" y="301497"/>
                  </a:lnTo>
                  <a:lnTo>
                    <a:pt x="116420" y="316737"/>
                  </a:lnTo>
                  <a:lnTo>
                    <a:pt x="144157" y="339597"/>
                  </a:lnTo>
                  <a:lnTo>
                    <a:pt x="167081" y="331977"/>
                  </a:lnTo>
                  <a:lnTo>
                    <a:pt x="130683" y="301497"/>
                  </a:lnTo>
                  <a:lnTo>
                    <a:pt x="123494" y="296417"/>
                  </a:lnTo>
                  <a:lnTo>
                    <a:pt x="121136" y="295147"/>
                  </a:lnTo>
                  <a:close/>
                </a:path>
                <a:path w="836294" h="371475">
                  <a:moveTo>
                    <a:pt x="208510" y="208787"/>
                  </a:moveTo>
                  <a:lnTo>
                    <a:pt x="199031" y="208787"/>
                  </a:lnTo>
                  <a:lnTo>
                    <a:pt x="189204" y="211327"/>
                  </a:lnTo>
                  <a:lnTo>
                    <a:pt x="160197" y="236727"/>
                  </a:lnTo>
                  <a:lnTo>
                    <a:pt x="156143" y="257047"/>
                  </a:lnTo>
                  <a:lnTo>
                    <a:pt x="157074" y="267207"/>
                  </a:lnTo>
                  <a:lnTo>
                    <a:pt x="177512" y="307847"/>
                  </a:lnTo>
                  <a:lnTo>
                    <a:pt x="204033" y="318007"/>
                  </a:lnTo>
                  <a:lnTo>
                    <a:pt x="214119" y="318007"/>
                  </a:lnTo>
                  <a:lnTo>
                    <a:pt x="224777" y="315467"/>
                  </a:lnTo>
                  <a:lnTo>
                    <a:pt x="232900" y="311657"/>
                  </a:lnTo>
                  <a:lnTo>
                    <a:pt x="239896" y="307847"/>
                  </a:lnTo>
                  <a:lnTo>
                    <a:pt x="244301" y="304037"/>
                  </a:lnTo>
                  <a:lnTo>
                    <a:pt x="211924" y="304037"/>
                  </a:lnTo>
                  <a:lnTo>
                    <a:pt x="204000" y="302767"/>
                  </a:lnTo>
                  <a:lnTo>
                    <a:pt x="178841" y="277367"/>
                  </a:lnTo>
                  <a:lnTo>
                    <a:pt x="219752" y="263397"/>
                  </a:lnTo>
                  <a:lnTo>
                    <a:pt x="175158" y="263397"/>
                  </a:lnTo>
                  <a:lnTo>
                    <a:pt x="172834" y="254507"/>
                  </a:lnTo>
                  <a:lnTo>
                    <a:pt x="173443" y="246887"/>
                  </a:lnTo>
                  <a:lnTo>
                    <a:pt x="180581" y="231647"/>
                  </a:lnTo>
                  <a:lnTo>
                    <a:pt x="186245" y="227837"/>
                  </a:lnTo>
                  <a:lnTo>
                    <a:pt x="194005" y="225297"/>
                  </a:lnTo>
                  <a:lnTo>
                    <a:pt x="200346" y="224027"/>
                  </a:lnTo>
                  <a:lnTo>
                    <a:pt x="239063" y="224027"/>
                  </a:lnTo>
                  <a:lnTo>
                    <a:pt x="234454" y="218947"/>
                  </a:lnTo>
                  <a:lnTo>
                    <a:pt x="226415" y="213867"/>
                  </a:lnTo>
                  <a:lnTo>
                    <a:pt x="217638" y="210057"/>
                  </a:lnTo>
                  <a:lnTo>
                    <a:pt x="208510" y="208787"/>
                  </a:lnTo>
                  <a:close/>
                </a:path>
                <a:path w="836294" h="371475">
                  <a:moveTo>
                    <a:pt x="257936" y="268477"/>
                  </a:moveTo>
                  <a:lnTo>
                    <a:pt x="239750" y="272287"/>
                  </a:lnTo>
                  <a:lnTo>
                    <a:pt x="239547" y="279907"/>
                  </a:lnTo>
                  <a:lnTo>
                    <a:pt x="237807" y="286257"/>
                  </a:lnTo>
                  <a:lnTo>
                    <a:pt x="231203" y="295147"/>
                  </a:lnTo>
                  <a:lnTo>
                    <a:pt x="226453" y="298957"/>
                  </a:lnTo>
                  <a:lnTo>
                    <a:pt x="220243" y="301497"/>
                  </a:lnTo>
                  <a:lnTo>
                    <a:pt x="211924" y="304037"/>
                  </a:lnTo>
                  <a:lnTo>
                    <a:pt x="244301" y="304037"/>
                  </a:lnTo>
                  <a:lnTo>
                    <a:pt x="257830" y="276097"/>
                  </a:lnTo>
                  <a:lnTo>
                    <a:pt x="257936" y="268477"/>
                  </a:lnTo>
                  <a:close/>
                </a:path>
                <a:path w="836294" h="371475">
                  <a:moveTo>
                    <a:pt x="271145" y="185927"/>
                  </a:moveTo>
                  <a:lnTo>
                    <a:pt x="256032" y="191007"/>
                  </a:lnTo>
                  <a:lnTo>
                    <a:pt x="289153" y="291337"/>
                  </a:lnTo>
                  <a:lnTo>
                    <a:pt x="306070" y="284987"/>
                  </a:lnTo>
                  <a:lnTo>
                    <a:pt x="285864" y="225297"/>
                  </a:lnTo>
                  <a:lnTo>
                    <a:pt x="284454" y="217677"/>
                  </a:lnTo>
                  <a:lnTo>
                    <a:pt x="284886" y="206247"/>
                  </a:lnTo>
                  <a:lnTo>
                    <a:pt x="286600" y="202437"/>
                  </a:lnTo>
                  <a:lnTo>
                    <a:pt x="288738" y="199897"/>
                  </a:lnTo>
                  <a:lnTo>
                    <a:pt x="275793" y="199897"/>
                  </a:lnTo>
                  <a:lnTo>
                    <a:pt x="271145" y="185927"/>
                  </a:lnTo>
                  <a:close/>
                </a:path>
                <a:path w="836294" h="371475">
                  <a:moveTo>
                    <a:pt x="118353" y="225297"/>
                  </a:moveTo>
                  <a:lnTo>
                    <a:pt x="85217" y="225297"/>
                  </a:lnTo>
                  <a:lnTo>
                    <a:pt x="97459" y="230377"/>
                  </a:lnTo>
                  <a:lnTo>
                    <a:pt x="101600" y="235457"/>
                  </a:lnTo>
                  <a:lnTo>
                    <a:pt x="105244" y="245617"/>
                  </a:lnTo>
                  <a:lnTo>
                    <a:pt x="105397" y="250697"/>
                  </a:lnTo>
                  <a:lnTo>
                    <a:pt x="103022" y="259587"/>
                  </a:lnTo>
                  <a:lnTo>
                    <a:pt x="100368" y="263397"/>
                  </a:lnTo>
                  <a:lnTo>
                    <a:pt x="92125" y="269747"/>
                  </a:lnTo>
                  <a:lnTo>
                    <a:pt x="85890" y="273557"/>
                  </a:lnTo>
                  <a:lnTo>
                    <a:pt x="77571" y="276097"/>
                  </a:lnTo>
                  <a:lnTo>
                    <a:pt x="38404" y="288797"/>
                  </a:lnTo>
                  <a:lnTo>
                    <a:pt x="109474" y="288797"/>
                  </a:lnTo>
                  <a:lnTo>
                    <a:pt x="106222" y="287527"/>
                  </a:lnTo>
                  <a:lnTo>
                    <a:pt x="101803" y="286257"/>
                  </a:lnTo>
                  <a:lnTo>
                    <a:pt x="96215" y="286257"/>
                  </a:lnTo>
                  <a:lnTo>
                    <a:pt x="104868" y="281177"/>
                  </a:lnTo>
                  <a:lnTo>
                    <a:pt x="124666" y="249427"/>
                  </a:lnTo>
                  <a:lnTo>
                    <a:pt x="124297" y="243077"/>
                  </a:lnTo>
                  <a:lnTo>
                    <a:pt x="122555" y="235457"/>
                  </a:lnTo>
                  <a:lnTo>
                    <a:pt x="120040" y="227837"/>
                  </a:lnTo>
                  <a:lnTo>
                    <a:pt x="118353" y="225297"/>
                  </a:lnTo>
                  <a:close/>
                </a:path>
                <a:path w="836294" h="371475">
                  <a:moveTo>
                    <a:pt x="343887" y="188467"/>
                  </a:moveTo>
                  <a:lnTo>
                    <a:pt x="313143" y="188467"/>
                  </a:lnTo>
                  <a:lnTo>
                    <a:pt x="321157" y="193547"/>
                  </a:lnTo>
                  <a:lnTo>
                    <a:pt x="324408" y="198627"/>
                  </a:lnTo>
                  <a:lnTo>
                    <a:pt x="348424" y="271017"/>
                  </a:lnTo>
                  <a:lnTo>
                    <a:pt x="365328" y="265937"/>
                  </a:lnTo>
                  <a:lnTo>
                    <a:pt x="346087" y="207517"/>
                  </a:lnTo>
                  <a:lnTo>
                    <a:pt x="344135" y="201167"/>
                  </a:lnTo>
                  <a:lnTo>
                    <a:pt x="343401" y="193547"/>
                  </a:lnTo>
                  <a:lnTo>
                    <a:pt x="343887" y="188467"/>
                  </a:lnTo>
                  <a:close/>
                </a:path>
                <a:path w="836294" h="371475">
                  <a:moveTo>
                    <a:pt x="239063" y="224027"/>
                  </a:moveTo>
                  <a:lnTo>
                    <a:pt x="206492" y="224027"/>
                  </a:lnTo>
                  <a:lnTo>
                    <a:pt x="212443" y="225297"/>
                  </a:lnTo>
                  <a:lnTo>
                    <a:pt x="218198" y="227837"/>
                  </a:lnTo>
                  <a:lnTo>
                    <a:pt x="223100" y="230377"/>
                  </a:lnTo>
                  <a:lnTo>
                    <a:pt x="227317" y="236727"/>
                  </a:lnTo>
                  <a:lnTo>
                    <a:pt x="230860" y="244347"/>
                  </a:lnTo>
                  <a:lnTo>
                    <a:pt x="175158" y="263397"/>
                  </a:lnTo>
                  <a:lnTo>
                    <a:pt x="219752" y="263397"/>
                  </a:lnTo>
                  <a:lnTo>
                    <a:pt x="253225" y="251967"/>
                  </a:lnTo>
                  <a:lnTo>
                    <a:pt x="252158" y="249427"/>
                  </a:lnTo>
                  <a:lnTo>
                    <a:pt x="251815" y="248157"/>
                  </a:lnTo>
                  <a:lnTo>
                    <a:pt x="247155" y="236727"/>
                  </a:lnTo>
                  <a:lnTo>
                    <a:pt x="241368" y="226567"/>
                  </a:lnTo>
                  <a:lnTo>
                    <a:pt x="239063" y="224027"/>
                  </a:lnTo>
                  <a:close/>
                </a:path>
                <a:path w="836294" h="371475">
                  <a:moveTo>
                    <a:pt x="398421" y="169417"/>
                  </a:moveTo>
                  <a:lnTo>
                    <a:pt x="371792" y="169417"/>
                  </a:lnTo>
                  <a:lnTo>
                    <a:pt x="375272" y="170687"/>
                  </a:lnTo>
                  <a:lnTo>
                    <a:pt x="378053" y="171957"/>
                  </a:lnTo>
                  <a:lnTo>
                    <a:pt x="382219" y="177037"/>
                  </a:lnTo>
                  <a:lnTo>
                    <a:pt x="384390" y="182117"/>
                  </a:lnTo>
                  <a:lnTo>
                    <a:pt x="407504" y="251967"/>
                  </a:lnTo>
                  <a:lnTo>
                    <a:pt x="424319" y="246887"/>
                  </a:lnTo>
                  <a:lnTo>
                    <a:pt x="401574" y="178307"/>
                  </a:lnTo>
                  <a:lnTo>
                    <a:pt x="398421" y="169417"/>
                  </a:lnTo>
                  <a:close/>
                </a:path>
                <a:path w="836294" h="371475">
                  <a:moveTo>
                    <a:pt x="433565" y="132587"/>
                  </a:moveTo>
                  <a:lnTo>
                    <a:pt x="416661" y="137667"/>
                  </a:lnTo>
                  <a:lnTo>
                    <a:pt x="449795" y="237997"/>
                  </a:lnTo>
                  <a:lnTo>
                    <a:pt x="466699" y="231647"/>
                  </a:lnTo>
                  <a:lnTo>
                    <a:pt x="433565" y="132587"/>
                  </a:lnTo>
                  <a:close/>
                </a:path>
                <a:path w="836294" h="371475">
                  <a:moveTo>
                    <a:pt x="475170" y="118617"/>
                  </a:moveTo>
                  <a:lnTo>
                    <a:pt x="459955" y="123697"/>
                  </a:lnTo>
                  <a:lnTo>
                    <a:pt x="493090" y="224027"/>
                  </a:lnTo>
                  <a:lnTo>
                    <a:pt x="509993" y="217677"/>
                  </a:lnTo>
                  <a:lnTo>
                    <a:pt x="491896" y="163067"/>
                  </a:lnTo>
                  <a:lnTo>
                    <a:pt x="489460" y="154177"/>
                  </a:lnTo>
                  <a:lnTo>
                    <a:pt x="488515" y="146557"/>
                  </a:lnTo>
                  <a:lnTo>
                    <a:pt x="489060" y="140207"/>
                  </a:lnTo>
                  <a:lnTo>
                    <a:pt x="491096" y="135127"/>
                  </a:lnTo>
                  <a:lnTo>
                    <a:pt x="492579" y="132587"/>
                  </a:lnTo>
                  <a:lnTo>
                    <a:pt x="479882" y="132587"/>
                  </a:lnTo>
                  <a:lnTo>
                    <a:pt x="475170" y="118617"/>
                  </a:lnTo>
                  <a:close/>
                </a:path>
                <a:path w="836294" h="371475">
                  <a:moveTo>
                    <a:pt x="547924" y="119887"/>
                  </a:moveTo>
                  <a:lnTo>
                    <a:pt x="516242" y="119887"/>
                  </a:lnTo>
                  <a:lnTo>
                    <a:pt x="524294" y="121157"/>
                  </a:lnTo>
                  <a:lnTo>
                    <a:pt x="527532" y="123697"/>
                  </a:lnTo>
                  <a:lnTo>
                    <a:pt x="557237" y="202437"/>
                  </a:lnTo>
                  <a:lnTo>
                    <a:pt x="574141" y="196087"/>
                  </a:lnTo>
                  <a:lnTo>
                    <a:pt x="553770" y="135127"/>
                  </a:lnTo>
                  <a:lnTo>
                    <a:pt x="551167" y="127507"/>
                  </a:lnTo>
                  <a:lnTo>
                    <a:pt x="549033" y="122427"/>
                  </a:lnTo>
                  <a:lnTo>
                    <a:pt x="547924" y="119887"/>
                  </a:lnTo>
                  <a:close/>
                </a:path>
                <a:path w="836294" h="371475">
                  <a:moveTo>
                    <a:pt x="314604" y="170687"/>
                  </a:moveTo>
                  <a:lnTo>
                    <a:pt x="308038" y="171957"/>
                  </a:lnTo>
                  <a:lnTo>
                    <a:pt x="300647" y="174497"/>
                  </a:lnTo>
                  <a:lnTo>
                    <a:pt x="294005" y="175767"/>
                  </a:lnTo>
                  <a:lnTo>
                    <a:pt x="288582" y="179577"/>
                  </a:lnTo>
                  <a:lnTo>
                    <a:pt x="280162" y="189737"/>
                  </a:lnTo>
                  <a:lnTo>
                    <a:pt x="277304" y="194817"/>
                  </a:lnTo>
                  <a:lnTo>
                    <a:pt x="275793" y="199897"/>
                  </a:lnTo>
                  <a:lnTo>
                    <a:pt x="288738" y="199897"/>
                  </a:lnTo>
                  <a:lnTo>
                    <a:pt x="293014" y="194817"/>
                  </a:lnTo>
                  <a:lnTo>
                    <a:pt x="296989" y="191007"/>
                  </a:lnTo>
                  <a:lnTo>
                    <a:pt x="308013" y="188467"/>
                  </a:lnTo>
                  <a:lnTo>
                    <a:pt x="343887" y="188467"/>
                  </a:lnTo>
                  <a:lnTo>
                    <a:pt x="345592" y="183387"/>
                  </a:lnTo>
                  <a:lnTo>
                    <a:pt x="346209" y="182117"/>
                  </a:lnTo>
                  <a:lnTo>
                    <a:pt x="334619" y="182117"/>
                  </a:lnTo>
                  <a:lnTo>
                    <a:pt x="330847" y="177037"/>
                  </a:lnTo>
                  <a:lnTo>
                    <a:pt x="326097" y="174497"/>
                  </a:lnTo>
                  <a:lnTo>
                    <a:pt x="320344" y="173227"/>
                  </a:lnTo>
                  <a:lnTo>
                    <a:pt x="314604" y="170687"/>
                  </a:lnTo>
                  <a:close/>
                </a:path>
                <a:path w="836294" h="371475">
                  <a:moveTo>
                    <a:pt x="373435" y="151637"/>
                  </a:moveTo>
                  <a:lnTo>
                    <a:pt x="366788" y="152907"/>
                  </a:lnTo>
                  <a:lnTo>
                    <a:pt x="359625" y="154177"/>
                  </a:lnTo>
                  <a:lnTo>
                    <a:pt x="350948" y="157987"/>
                  </a:lnTo>
                  <a:lnTo>
                    <a:pt x="343889" y="164337"/>
                  </a:lnTo>
                  <a:lnTo>
                    <a:pt x="338446" y="171957"/>
                  </a:lnTo>
                  <a:lnTo>
                    <a:pt x="334619" y="182117"/>
                  </a:lnTo>
                  <a:lnTo>
                    <a:pt x="346209" y="182117"/>
                  </a:lnTo>
                  <a:lnTo>
                    <a:pt x="348678" y="177037"/>
                  </a:lnTo>
                  <a:lnTo>
                    <a:pt x="353720" y="173227"/>
                  </a:lnTo>
                  <a:lnTo>
                    <a:pt x="364617" y="169417"/>
                  </a:lnTo>
                  <a:lnTo>
                    <a:pt x="398421" y="169417"/>
                  </a:lnTo>
                  <a:lnTo>
                    <a:pt x="394638" y="163067"/>
                  </a:lnTo>
                  <a:lnTo>
                    <a:pt x="390224" y="157987"/>
                  </a:lnTo>
                  <a:lnTo>
                    <a:pt x="385178" y="155447"/>
                  </a:lnTo>
                  <a:lnTo>
                    <a:pt x="379565" y="152907"/>
                  </a:lnTo>
                  <a:lnTo>
                    <a:pt x="373435" y="151637"/>
                  </a:lnTo>
                  <a:close/>
                </a:path>
                <a:path w="836294" h="371475">
                  <a:moveTo>
                    <a:pt x="614083" y="71627"/>
                  </a:moveTo>
                  <a:lnTo>
                    <a:pt x="608304" y="71627"/>
                  </a:lnTo>
                  <a:lnTo>
                    <a:pt x="602297" y="74167"/>
                  </a:lnTo>
                  <a:lnTo>
                    <a:pt x="594093" y="76707"/>
                  </a:lnTo>
                  <a:lnTo>
                    <a:pt x="573455" y="110997"/>
                  </a:lnTo>
                  <a:lnTo>
                    <a:pt x="573350" y="118617"/>
                  </a:lnTo>
                  <a:lnTo>
                    <a:pt x="573986" y="124967"/>
                  </a:lnTo>
                  <a:lnTo>
                    <a:pt x="591972" y="165607"/>
                  </a:lnTo>
                  <a:lnTo>
                    <a:pt x="621690" y="180847"/>
                  </a:lnTo>
                  <a:lnTo>
                    <a:pt x="629729" y="180847"/>
                  </a:lnTo>
                  <a:lnTo>
                    <a:pt x="637679" y="178307"/>
                  </a:lnTo>
                  <a:lnTo>
                    <a:pt x="646016" y="174497"/>
                  </a:lnTo>
                  <a:lnTo>
                    <a:pt x="652622" y="169417"/>
                  </a:lnTo>
                  <a:lnTo>
                    <a:pt x="655060" y="165607"/>
                  </a:lnTo>
                  <a:lnTo>
                    <a:pt x="627329" y="165607"/>
                  </a:lnTo>
                  <a:lnTo>
                    <a:pt x="619925" y="164337"/>
                  </a:lnTo>
                  <a:lnTo>
                    <a:pt x="594855" y="133857"/>
                  </a:lnTo>
                  <a:lnTo>
                    <a:pt x="591037" y="116077"/>
                  </a:lnTo>
                  <a:lnTo>
                    <a:pt x="591210" y="109727"/>
                  </a:lnTo>
                  <a:lnTo>
                    <a:pt x="592772" y="103377"/>
                  </a:lnTo>
                  <a:lnTo>
                    <a:pt x="595769" y="94487"/>
                  </a:lnTo>
                  <a:lnTo>
                    <a:pt x="601027" y="89407"/>
                  </a:lnTo>
                  <a:lnTo>
                    <a:pt x="616242" y="84327"/>
                  </a:lnTo>
                  <a:lnTo>
                    <a:pt x="654916" y="84327"/>
                  </a:lnTo>
                  <a:lnTo>
                    <a:pt x="652817" y="77977"/>
                  </a:lnTo>
                  <a:lnTo>
                    <a:pt x="634377" y="77977"/>
                  </a:lnTo>
                  <a:lnTo>
                    <a:pt x="630085" y="75437"/>
                  </a:lnTo>
                  <a:lnTo>
                    <a:pt x="625157" y="72897"/>
                  </a:lnTo>
                  <a:lnTo>
                    <a:pt x="619620" y="72897"/>
                  </a:lnTo>
                  <a:lnTo>
                    <a:pt x="614083" y="71627"/>
                  </a:lnTo>
                  <a:close/>
                </a:path>
                <a:path w="836294" h="371475">
                  <a:moveTo>
                    <a:pt x="677998" y="154177"/>
                  </a:moveTo>
                  <a:lnTo>
                    <a:pt x="660641" y="154177"/>
                  </a:lnTo>
                  <a:lnTo>
                    <a:pt x="664832" y="166877"/>
                  </a:lnTo>
                  <a:lnTo>
                    <a:pt x="680516" y="161797"/>
                  </a:lnTo>
                  <a:lnTo>
                    <a:pt x="677998" y="154177"/>
                  </a:lnTo>
                  <a:close/>
                </a:path>
                <a:path w="836294" h="371475">
                  <a:moveTo>
                    <a:pt x="654916" y="84327"/>
                  </a:moveTo>
                  <a:lnTo>
                    <a:pt x="616242" y="84327"/>
                  </a:lnTo>
                  <a:lnTo>
                    <a:pt x="623785" y="85597"/>
                  </a:lnTo>
                  <a:lnTo>
                    <a:pt x="631164" y="90677"/>
                  </a:lnTo>
                  <a:lnTo>
                    <a:pt x="651451" y="126237"/>
                  </a:lnTo>
                  <a:lnTo>
                    <a:pt x="652492" y="135127"/>
                  </a:lnTo>
                  <a:lnTo>
                    <a:pt x="652169" y="141477"/>
                  </a:lnTo>
                  <a:lnTo>
                    <a:pt x="650481" y="147827"/>
                  </a:lnTo>
                  <a:lnTo>
                    <a:pt x="647319" y="155447"/>
                  </a:lnTo>
                  <a:lnTo>
                    <a:pt x="642048" y="160527"/>
                  </a:lnTo>
                  <a:lnTo>
                    <a:pt x="627329" y="165607"/>
                  </a:lnTo>
                  <a:lnTo>
                    <a:pt x="655060" y="165607"/>
                  </a:lnTo>
                  <a:lnTo>
                    <a:pt x="657498" y="161797"/>
                  </a:lnTo>
                  <a:lnTo>
                    <a:pt x="660641" y="154177"/>
                  </a:lnTo>
                  <a:lnTo>
                    <a:pt x="677998" y="154177"/>
                  </a:lnTo>
                  <a:lnTo>
                    <a:pt x="654916" y="84327"/>
                  </a:lnTo>
                  <a:close/>
                </a:path>
                <a:path w="836294" h="371475">
                  <a:moveTo>
                    <a:pt x="523824" y="103377"/>
                  </a:moveTo>
                  <a:lnTo>
                    <a:pt x="512178" y="103377"/>
                  </a:lnTo>
                  <a:lnTo>
                    <a:pt x="506171" y="105917"/>
                  </a:lnTo>
                  <a:lnTo>
                    <a:pt x="496741" y="109727"/>
                  </a:lnTo>
                  <a:lnTo>
                    <a:pt x="489216" y="116077"/>
                  </a:lnTo>
                  <a:lnTo>
                    <a:pt x="483596" y="123697"/>
                  </a:lnTo>
                  <a:lnTo>
                    <a:pt x="479882" y="132587"/>
                  </a:lnTo>
                  <a:lnTo>
                    <a:pt x="492579" y="132587"/>
                  </a:lnTo>
                  <a:lnTo>
                    <a:pt x="494804" y="128777"/>
                  </a:lnTo>
                  <a:lnTo>
                    <a:pt x="500265" y="123697"/>
                  </a:lnTo>
                  <a:lnTo>
                    <a:pt x="511975" y="119887"/>
                  </a:lnTo>
                  <a:lnTo>
                    <a:pt x="547924" y="119887"/>
                  </a:lnTo>
                  <a:lnTo>
                    <a:pt x="547369" y="118617"/>
                  </a:lnTo>
                  <a:lnTo>
                    <a:pt x="544766" y="114807"/>
                  </a:lnTo>
                  <a:lnTo>
                    <a:pt x="541629" y="110997"/>
                  </a:lnTo>
                  <a:lnTo>
                    <a:pt x="534289" y="105917"/>
                  </a:lnTo>
                  <a:lnTo>
                    <a:pt x="529577" y="104647"/>
                  </a:lnTo>
                  <a:lnTo>
                    <a:pt x="523824" y="103377"/>
                  </a:lnTo>
                  <a:close/>
                </a:path>
                <a:path w="836294" h="371475">
                  <a:moveTo>
                    <a:pt x="420966" y="94487"/>
                  </a:moveTo>
                  <a:lnTo>
                    <a:pt x="404050" y="99567"/>
                  </a:lnTo>
                  <a:lnTo>
                    <a:pt x="410514" y="119887"/>
                  </a:lnTo>
                  <a:lnTo>
                    <a:pt x="427418" y="113537"/>
                  </a:lnTo>
                  <a:lnTo>
                    <a:pt x="420966" y="94487"/>
                  </a:lnTo>
                  <a:close/>
                </a:path>
                <a:path w="836294" h="371475">
                  <a:moveTo>
                    <a:pt x="634771" y="23367"/>
                  </a:moveTo>
                  <a:lnTo>
                    <a:pt x="617969" y="28447"/>
                  </a:lnTo>
                  <a:lnTo>
                    <a:pt x="634377" y="77977"/>
                  </a:lnTo>
                  <a:lnTo>
                    <a:pt x="652817" y="77977"/>
                  </a:lnTo>
                  <a:lnTo>
                    <a:pt x="634771" y="23367"/>
                  </a:lnTo>
                  <a:close/>
                </a:path>
                <a:path w="836294" h="371475">
                  <a:moveTo>
                    <a:pt x="733515" y="33416"/>
                  </a:moveTo>
                  <a:lnTo>
                    <a:pt x="696625" y="45767"/>
                  </a:lnTo>
                  <a:lnTo>
                    <a:pt x="681032" y="81089"/>
                  </a:lnTo>
                  <a:lnTo>
                    <a:pt x="682079" y="92376"/>
                  </a:lnTo>
                  <a:lnTo>
                    <a:pt x="702523" y="132524"/>
                  </a:lnTo>
                  <a:lnTo>
                    <a:pt x="729045" y="143208"/>
                  </a:lnTo>
                  <a:lnTo>
                    <a:pt x="739126" y="142674"/>
                  </a:lnTo>
                  <a:lnTo>
                    <a:pt x="749782" y="140080"/>
                  </a:lnTo>
                  <a:lnTo>
                    <a:pt x="757907" y="136745"/>
                  </a:lnTo>
                  <a:lnTo>
                    <a:pt x="764906" y="132635"/>
                  </a:lnTo>
                  <a:lnTo>
                    <a:pt x="769382" y="128904"/>
                  </a:lnTo>
                  <a:lnTo>
                    <a:pt x="736930" y="128904"/>
                  </a:lnTo>
                  <a:lnTo>
                    <a:pt x="729005" y="128269"/>
                  </a:lnTo>
                  <a:lnTo>
                    <a:pt x="703846" y="102234"/>
                  </a:lnTo>
                  <a:lnTo>
                    <a:pt x="746569" y="88010"/>
                  </a:lnTo>
                  <a:lnTo>
                    <a:pt x="700163" y="88010"/>
                  </a:lnTo>
                  <a:lnTo>
                    <a:pt x="697839" y="79120"/>
                  </a:lnTo>
                  <a:lnTo>
                    <a:pt x="698461" y="71119"/>
                  </a:lnTo>
                  <a:lnTo>
                    <a:pt x="702017" y="64261"/>
                  </a:lnTo>
                  <a:lnTo>
                    <a:pt x="705586" y="57276"/>
                  </a:lnTo>
                  <a:lnTo>
                    <a:pt x="711250" y="52450"/>
                  </a:lnTo>
                  <a:lnTo>
                    <a:pt x="719091" y="49893"/>
                  </a:lnTo>
                  <a:lnTo>
                    <a:pt x="725351" y="48508"/>
                  </a:lnTo>
                  <a:lnTo>
                    <a:pt x="763111" y="48498"/>
                  </a:lnTo>
                  <a:lnTo>
                    <a:pt x="759460" y="44501"/>
                  </a:lnTo>
                  <a:lnTo>
                    <a:pt x="751420" y="38861"/>
                  </a:lnTo>
                  <a:lnTo>
                    <a:pt x="742643" y="35121"/>
                  </a:lnTo>
                  <a:lnTo>
                    <a:pt x="733515" y="33416"/>
                  </a:lnTo>
                  <a:close/>
                </a:path>
                <a:path w="836294" h="371475">
                  <a:moveTo>
                    <a:pt x="782942" y="93217"/>
                  </a:moveTo>
                  <a:lnTo>
                    <a:pt x="764755" y="96900"/>
                  </a:lnTo>
                  <a:lnTo>
                    <a:pt x="764552" y="104901"/>
                  </a:lnTo>
                  <a:lnTo>
                    <a:pt x="762812" y="111251"/>
                  </a:lnTo>
                  <a:lnTo>
                    <a:pt x="756186" y="120665"/>
                  </a:lnTo>
                  <a:lnTo>
                    <a:pt x="751459" y="124078"/>
                  </a:lnTo>
                  <a:lnTo>
                    <a:pt x="736930" y="128904"/>
                  </a:lnTo>
                  <a:lnTo>
                    <a:pt x="769382" y="128904"/>
                  </a:lnTo>
                  <a:lnTo>
                    <a:pt x="782835" y="101294"/>
                  </a:lnTo>
                  <a:lnTo>
                    <a:pt x="782942" y="93217"/>
                  </a:lnTo>
                  <a:close/>
                </a:path>
                <a:path w="836294" h="371475">
                  <a:moveTo>
                    <a:pt x="796061" y="11429"/>
                  </a:moveTo>
                  <a:lnTo>
                    <a:pt x="780846" y="16382"/>
                  </a:lnTo>
                  <a:lnTo>
                    <a:pt x="813981" y="116204"/>
                  </a:lnTo>
                  <a:lnTo>
                    <a:pt x="830884" y="110616"/>
                  </a:lnTo>
                  <a:lnTo>
                    <a:pt x="811161" y="51180"/>
                  </a:lnTo>
                  <a:lnTo>
                    <a:pt x="809949" y="44501"/>
                  </a:lnTo>
                  <a:lnTo>
                    <a:pt x="809822" y="38861"/>
                  </a:lnTo>
                  <a:lnTo>
                    <a:pt x="809751" y="33273"/>
                  </a:lnTo>
                  <a:lnTo>
                    <a:pt x="810818" y="29590"/>
                  </a:lnTo>
                  <a:lnTo>
                    <a:pt x="812940" y="26542"/>
                  </a:lnTo>
                  <a:lnTo>
                    <a:pt x="801077" y="26542"/>
                  </a:lnTo>
                  <a:lnTo>
                    <a:pt x="796061" y="11429"/>
                  </a:lnTo>
                  <a:close/>
                </a:path>
                <a:path w="836294" h="371475">
                  <a:moveTo>
                    <a:pt x="763111" y="48498"/>
                  </a:moveTo>
                  <a:lnTo>
                    <a:pt x="731497" y="48498"/>
                  </a:lnTo>
                  <a:lnTo>
                    <a:pt x="737485" y="49910"/>
                  </a:lnTo>
                  <a:lnTo>
                    <a:pt x="743245" y="52730"/>
                  </a:lnTo>
                  <a:lnTo>
                    <a:pt x="748106" y="55752"/>
                  </a:lnTo>
                  <a:lnTo>
                    <a:pt x="752322" y="61340"/>
                  </a:lnTo>
                  <a:lnTo>
                    <a:pt x="755865" y="69468"/>
                  </a:lnTo>
                  <a:lnTo>
                    <a:pt x="700163" y="88010"/>
                  </a:lnTo>
                  <a:lnTo>
                    <a:pt x="746569" y="88010"/>
                  </a:lnTo>
                  <a:lnTo>
                    <a:pt x="778230" y="77469"/>
                  </a:lnTo>
                  <a:lnTo>
                    <a:pt x="777633" y="75437"/>
                  </a:lnTo>
                  <a:lnTo>
                    <a:pt x="776833" y="72897"/>
                  </a:lnTo>
                  <a:lnTo>
                    <a:pt x="772166" y="61543"/>
                  </a:lnTo>
                  <a:lnTo>
                    <a:pt x="766375" y="52069"/>
                  </a:lnTo>
                  <a:lnTo>
                    <a:pt x="763111" y="48498"/>
                  </a:lnTo>
                  <a:close/>
                </a:path>
                <a:path w="836294" h="371475">
                  <a:moveTo>
                    <a:pt x="829005" y="0"/>
                  </a:moveTo>
                  <a:lnTo>
                    <a:pt x="801077" y="26542"/>
                  </a:lnTo>
                  <a:lnTo>
                    <a:pt x="812940" y="26542"/>
                  </a:lnTo>
                  <a:lnTo>
                    <a:pt x="815225" y="23113"/>
                  </a:lnTo>
                  <a:lnTo>
                    <a:pt x="818172" y="20954"/>
                  </a:lnTo>
                  <a:lnTo>
                    <a:pt x="826007" y="18287"/>
                  </a:lnTo>
                  <a:lnTo>
                    <a:pt x="830541" y="18160"/>
                  </a:lnTo>
                  <a:lnTo>
                    <a:pt x="835522" y="18160"/>
                  </a:lnTo>
                  <a:lnTo>
                    <a:pt x="836104" y="1650"/>
                  </a:lnTo>
                  <a:lnTo>
                    <a:pt x="829005" y="0"/>
                  </a:lnTo>
                  <a:close/>
                </a:path>
                <a:path w="836294" h="371475">
                  <a:moveTo>
                    <a:pt x="835522" y="18160"/>
                  </a:moveTo>
                  <a:lnTo>
                    <a:pt x="830541" y="18160"/>
                  </a:lnTo>
                  <a:lnTo>
                    <a:pt x="835482" y="19303"/>
                  </a:lnTo>
                  <a:lnTo>
                    <a:pt x="835522" y="181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8" name="object 84"/>
          <p:cNvSpPr/>
          <p:nvPr/>
        </p:nvSpPr>
        <p:spPr>
          <a:xfrm>
            <a:off x="8004960" y="2220120"/>
            <a:ext cx="9828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RS2VAL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sldNum" idx="24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BA548C65-B130-43E0-A2EE-1E7EA043D115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object 85"/>
          <p:cNvSpPr/>
          <p:nvPr/>
        </p:nvSpPr>
        <p:spPr>
          <a:xfrm>
            <a:off x="8004960" y="3531600"/>
            <a:ext cx="9828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RS1VAL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372" name="object 3"/>
            <p:cNvPicPr/>
            <p:nvPr/>
          </p:nvPicPr>
          <p:blipFill>
            <a:blip r:embed="rId1"/>
            <a:stretch/>
          </p:blipFill>
          <p:spPr>
            <a:xfrm>
              <a:off x="1213200" y="131040"/>
              <a:ext cx="671148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3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2700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Another</a:t>
            </a:r>
            <a:r>
              <a:rPr lang="en-US" sz="2800" b="1" u="none" spc="-12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Useful</a:t>
            </a:r>
            <a:r>
              <a:rPr lang="en-US" sz="2800" b="1" u="none" spc="-11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Component: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5" name="object 6"/>
          <p:cNvSpPr/>
          <p:nvPr/>
        </p:nvSpPr>
        <p:spPr>
          <a:xfrm>
            <a:off x="2743920" y="1220040"/>
            <a:ext cx="2437920" cy="1218960"/>
          </a:xfrm>
          <a:custGeom>
            <a:avLst/>
            <a:gdLst>
              <a:gd name="textAreaLeft" fmla="*/ 0 w 2437920"/>
              <a:gd name="textAreaRight" fmla="*/ 2438280 w 2437920"/>
              <a:gd name="textAreaTop" fmla="*/ 0 h 1218960"/>
              <a:gd name="textAreaBottom" fmla="*/ 1219320 h 1218960"/>
            </a:gdLst>
            <a:ahLst/>
            <a:cxnLst/>
            <a:rect l="textAreaLeft" t="textAreaTop" r="textAreaRight" b="textAreaBottom"/>
            <a:pathLst>
              <a:path w="2438400" h="1219200">
                <a:moveTo>
                  <a:pt x="2438400" y="0"/>
                </a:moveTo>
                <a:lnTo>
                  <a:pt x="0" y="0"/>
                </a:lnTo>
                <a:lnTo>
                  <a:pt x="0" y="1219200"/>
                </a:lnTo>
                <a:lnTo>
                  <a:pt x="2438400" y="1219200"/>
                </a:lnTo>
                <a:lnTo>
                  <a:pt x="2438400" y="0"/>
                </a:lnTo>
                <a:close/>
              </a:path>
            </a:pathLst>
          </a:custGeom>
          <a:solidFill>
            <a:srgbClr val="52F4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object 7"/>
          <p:cNvSpPr/>
          <p:nvPr/>
        </p:nvSpPr>
        <p:spPr>
          <a:xfrm>
            <a:off x="2743920" y="1220040"/>
            <a:ext cx="243792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3960" rIns="0" bIns="0" anchor="t">
            <a:spAutoFit/>
          </a:bodyPr>
          <a:p>
            <a:pPr>
              <a:lnSpc>
                <a:spcPct val="100000"/>
              </a:lnSpc>
              <a:spcBef>
                <a:spcPts val="31"/>
              </a:spcBef>
            </a:pP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9600">
              <a:lnSpc>
                <a:spcPct val="100000"/>
              </a:lnSpc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7" name="object 8"/>
          <p:cNvGrpSpPr/>
          <p:nvPr/>
        </p:nvGrpSpPr>
        <p:grpSpPr>
          <a:xfrm>
            <a:off x="2134440" y="1482120"/>
            <a:ext cx="951480" cy="1261440"/>
            <a:chOff x="2134440" y="1482120"/>
            <a:chExt cx="951480" cy="1261440"/>
          </a:xfrm>
        </p:grpSpPr>
        <p:sp>
          <p:nvSpPr>
            <p:cNvPr id="378" name="object 9"/>
            <p:cNvSpPr/>
            <p:nvPr/>
          </p:nvSpPr>
          <p:spPr>
            <a:xfrm>
              <a:off x="2134440" y="1482120"/>
              <a:ext cx="951480" cy="1261440"/>
            </a:xfrm>
            <a:custGeom>
              <a:avLst/>
              <a:gdLst>
                <a:gd name="textAreaLeft" fmla="*/ 0 w 951480"/>
                <a:gd name="textAreaRight" fmla="*/ 951840 w 951480"/>
                <a:gd name="textAreaTop" fmla="*/ 0 h 1261440"/>
                <a:gd name="textAreaBottom" fmla="*/ 1261800 h 1261440"/>
              </a:gdLst>
              <a:ahLst/>
              <a:cxnLst/>
              <a:rect l="textAreaLeft" t="textAreaTop" r="textAreaRight" b="textAreaBottom"/>
              <a:pathLst>
                <a:path w="951864" h="1261745">
                  <a:moveTo>
                    <a:pt x="609600" y="42799"/>
                  </a:moveTo>
                  <a:lnTo>
                    <a:pt x="523875" y="0"/>
                  </a:lnTo>
                  <a:lnTo>
                    <a:pt x="5238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523875" y="57150"/>
                  </a:lnTo>
                  <a:lnTo>
                    <a:pt x="523875" y="85725"/>
                  </a:lnTo>
                  <a:lnTo>
                    <a:pt x="580936" y="57150"/>
                  </a:lnTo>
                  <a:lnTo>
                    <a:pt x="609600" y="42799"/>
                  </a:lnTo>
                  <a:close/>
                </a:path>
                <a:path w="951864" h="1261745">
                  <a:moveTo>
                    <a:pt x="951738" y="1032637"/>
                  </a:moveTo>
                  <a:lnTo>
                    <a:pt x="945388" y="1019937"/>
                  </a:lnTo>
                  <a:lnTo>
                    <a:pt x="913638" y="956437"/>
                  </a:lnTo>
                  <a:lnTo>
                    <a:pt x="875538" y="1032637"/>
                  </a:lnTo>
                  <a:lnTo>
                    <a:pt x="907288" y="1032637"/>
                  </a:lnTo>
                  <a:lnTo>
                    <a:pt x="907288" y="1261237"/>
                  </a:lnTo>
                  <a:lnTo>
                    <a:pt x="919988" y="1261237"/>
                  </a:lnTo>
                  <a:lnTo>
                    <a:pt x="919988" y="1032637"/>
                  </a:lnTo>
                  <a:lnTo>
                    <a:pt x="951738" y="103263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object 10"/>
            <p:cNvSpPr/>
            <p:nvPr/>
          </p:nvSpPr>
          <p:spPr>
            <a:xfrm>
              <a:off x="2743920" y="198180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3048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0" name="object 11"/>
          <p:cNvSpPr/>
          <p:nvPr/>
        </p:nvSpPr>
        <p:spPr>
          <a:xfrm>
            <a:off x="5413680" y="1168560"/>
            <a:ext cx="12049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40" strike="noStrike">
                <a:solidFill>
                  <a:srgbClr val="FF0909"/>
                </a:solidFill>
                <a:effectLst/>
                <a:uFillTx/>
                <a:latin typeface="Arial"/>
              </a:rPr>
              <a:t>DATAOUT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object 12"/>
          <p:cNvSpPr/>
          <p:nvPr/>
        </p:nvSpPr>
        <p:spPr>
          <a:xfrm>
            <a:off x="1298160" y="1168560"/>
            <a:ext cx="920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45" strike="noStrike">
                <a:solidFill>
                  <a:srgbClr val="FF0909"/>
                </a:solidFill>
                <a:effectLst/>
                <a:uFillTx/>
                <a:latin typeface="Arial"/>
              </a:rPr>
              <a:t>DATAIN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object 13"/>
          <p:cNvGrpSpPr/>
          <p:nvPr/>
        </p:nvGrpSpPr>
        <p:grpSpPr>
          <a:xfrm>
            <a:off x="2134440" y="1372320"/>
            <a:ext cx="3656880" cy="500400"/>
            <a:chOff x="2134440" y="1372320"/>
            <a:chExt cx="3656880" cy="500400"/>
          </a:xfrm>
        </p:grpSpPr>
        <p:sp>
          <p:nvSpPr>
            <p:cNvPr id="383" name="object 14"/>
            <p:cNvSpPr/>
            <p:nvPr/>
          </p:nvSpPr>
          <p:spPr>
            <a:xfrm>
              <a:off x="5182200" y="149724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57146"/>
                  </a:moveTo>
                  <a:lnTo>
                    <a:pt x="523875" y="85725"/>
                  </a:lnTo>
                  <a:lnTo>
                    <a:pt x="580940" y="57150"/>
                  </a:lnTo>
                  <a:lnTo>
                    <a:pt x="523875" y="57146"/>
                  </a:lnTo>
                  <a:close/>
                </a:path>
                <a:path w="609600" h="85725">
                  <a:moveTo>
                    <a:pt x="523875" y="28571"/>
                  </a:moveTo>
                  <a:lnTo>
                    <a:pt x="523875" y="57146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23875" y="28571"/>
                  </a:lnTo>
                  <a:close/>
                </a:path>
                <a:path w="609600" h="85725">
                  <a:moveTo>
                    <a:pt x="523875" y="0"/>
                  </a:moveTo>
                  <a:lnTo>
                    <a:pt x="523875" y="28571"/>
                  </a:lnTo>
                  <a:lnTo>
                    <a:pt x="538099" y="28575"/>
                  </a:lnTo>
                  <a:lnTo>
                    <a:pt x="538099" y="57150"/>
                  </a:lnTo>
                  <a:lnTo>
                    <a:pt x="580947" y="57146"/>
                  </a:lnTo>
                  <a:lnTo>
                    <a:pt x="609600" y="42799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0" y="28448"/>
                  </a:moveTo>
                  <a:lnTo>
                    <a:pt x="0" y="57023"/>
                  </a:lnTo>
                  <a:lnTo>
                    <a:pt x="523875" y="57146"/>
                  </a:lnTo>
                  <a:lnTo>
                    <a:pt x="523875" y="28571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object 15"/>
            <p:cNvSpPr/>
            <p:nvPr/>
          </p:nvSpPr>
          <p:spPr>
            <a:xfrm>
              <a:off x="2363040" y="1372320"/>
              <a:ext cx="3123720" cy="319680"/>
            </a:xfrm>
            <a:custGeom>
              <a:avLst/>
              <a:gdLst>
                <a:gd name="textAreaLeft" fmla="*/ 0 w 3123720"/>
                <a:gd name="textAreaRight" fmla="*/ 3124080 w 3123720"/>
                <a:gd name="textAreaTop" fmla="*/ 0 h 319680"/>
                <a:gd name="textAreaBottom" fmla="*/ 320040 h 319680"/>
              </a:gdLst>
              <a:ahLst/>
              <a:cxnLst/>
              <a:rect l="textAreaLeft" t="textAreaTop" r="textAreaRight" b="textAreaBottom"/>
              <a:pathLst>
                <a:path w="3124200" h="320039">
                  <a:moveTo>
                    <a:pt x="2971800" y="15239"/>
                  </a:moveTo>
                  <a:lnTo>
                    <a:pt x="3124200" y="320039"/>
                  </a:lnTo>
                </a:path>
                <a:path w="3124200" h="320039">
                  <a:moveTo>
                    <a:pt x="0" y="0"/>
                  </a:moveTo>
                  <a:lnTo>
                    <a:pt x="152400" y="3048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object 16"/>
            <p:cNvSpPr/>
            <p:nvPr/>
          </p:nvSpPr>
          <p:spPr>
            <a:xfrm>
              <a:off x="2134440" y="1786680"/>
              <a:ext cx="609120" cy="860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6040"/>
                <a:gd name="textAreaBottom" fmla="*/ 86400 h 86040"/>
              </a:gdLst>
              <a:ahLst/>
              <a:cxnLst/>
              <a:rect l="textAreaLeft" t="textAreaTop" r="textAreaRight" b="textAreaBottom"/>
              <a:pathLst>
                <a:path w="609600" h="86360">
                  <a:moveTo>
                    <a:pt x="523875" y="0"/>
                  </a:moveTo>
                  <a:lnTo>
                    <a:pt x="523875" y="85851"/>
                  </a:lnTo>
                  <a:lnTo>
                    <a:pt x="581194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6360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6360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94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6" name="object 17"/>
          <p:cNvSpPr/>
          <p:nvPr/>
        </p:nvSpPr>
        <p:spPr>
          <a:xfrm>
            <a:off x="384120" y="2655360"/>
            <a:ext cx="7966440" cy="34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760" rIns="0" bIns="0" anchor="t">
            <a:spAutoFit/>
          </a:bodyPr>
          <a:p>
            <a:pPr marL="245052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354"/>
              </a:spcBef>
              <a:buClr>
                <a:srgbClr val="FF0909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Memory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where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instructions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reside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90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read/write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“port”: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access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per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cycle,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either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or</a:t>
            </a:r>
            <a:r>
              <a:rPr lang="en-US" sz="2000" b="1" u="none" spc="20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63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bus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writes,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output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reads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tabLst>
                <a:tab pos="699120" algn="l"/>
              </a:tabLst>
            </a:pP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000000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Actually,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more</a:t>
            </a:r>
            <a:r>
              <a:rPr lang="en-US" sz="24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traditional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definition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 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Tahoma"/>
              <a:buChar char="•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input/output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bus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Tahoma"/>
              <a:buChar char="•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pc="10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asynchronous</a:t>
            </a:r>
            <a:r>
              <a:rPr lang="en-US" sz="20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“strobe”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object 18"/>
          <p:cNvSpPr/>
          <p:nvPr/>
        </p:nvSpPr>
        <p:spPr>
          <a:xfrm>
            <a:off x="1298160" y="1838520"/>
            <a:ext cx="12556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FF0909"/>
                </a:solidFill>
                <a:effectLst/>
                <a:uFillTx/>
                <a:latin typeface="Arial"/>
              </a:rPr>
              <a:t>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object 19"/>
          <p:cNvSpPr/>
          <p:nvPr/>
        </p:nvSpPr>
        <p:spPr>
          <a:xfrm>
            <a:off x="2363040" y="1677240"/>
            <a:ext cx="151920" cy="304560"/>
          </a:xfrm>
          <a:custGeom>
            <a:avLst/>
            <a:gdLst>
              <a:gd name="textAreaLeft" fmla="*/ 0 w 151920"/>
              <a:gd name="textAreaRight" fmla="*/ 152280 w 151920"/>
              <a:gd name="textAreaTop" fmla="*/ 0 h 304560"/>
              <a:gd name="textAreaBottom" fmla="*/ 304920 h 304560"/>
            </a:gdLst>
            <a:ahLst/>
            <a:cxnLst/>
            <a:rect l="textAreaLeft" t="textAreaTop" r="textAreaRight" b="textAreaBottom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sldNum" idx="25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E38C6DCD-3CD7-4086-89A2-756F078361C9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object 2"/>
          <p:cNvSpPr/>
          <p:nvPr/>
        </p:nvSpPr>
        <p:spPr>
          <a:xfrm>
            <a:off x="8699040" y="6555600"/>
            <a:ext cx="13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8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1" name="object 3"/>
          <p:cNvGrpSpPr/>
          <p:nvPr/>
        </p:nvGrpSpPr>
        <p:grpSpPr>
          <a:xfrm>
            <a:off x="0" y="0"/>
            <a:ext cx="9143640" cy="1038960"/>
            <a:chOff x="0" y="0"/>
            <a:chExt cx="9143640" cy="1038960"/>
          </a:xfrm>
        </p:grpSpPr>
        <p:pic>
          <p:nvPicPr>
            <p:cNvPr id="392" name="object 4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1038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3" name="object 5"/>
            <p:cNvPicPr/>
            <p:nvPr/>
          </p:nvPicPr>
          <p:blipFill>
            <a:blip r:embed="rId2"/>
            <a:stretch/>
          </p:blipFill>
          <p:spPr>
            <a:xfrm>
              <a:off x="2703600" y="131040"/>
              <a:ext cx="37303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94" name="object 6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7608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Dramatis</a:t>
            </a:r>
            <a:r>
              <a:rPr lang="en-US" sz="2800" b="1" u="none" spc="-10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Personae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6" name="object 8"/>
          <p:cNvSpPr/>
          <p:nvPr/>
        </p:nvSpPr>
        <p:spPr>
          <a:xfrm>
            <a:off x="625680" y="1648080"/>
            <a:ext cx="304560" cy="1218960"/>
          </a:xfrm>
          <a:custGeom>
            <a:avLst/>
            <a:gdLst>
              <a:gd name="textAreaLeft" fmla="*/ 0 w 304560"/>
              <a:gd name="textAreaRight" fmla="*/ 304920 w 304560"/>
              <a:gd name="textAreaTop" fmla="*/ 0 h 1218960"/>
              <a:gd name="textAreaBottom" fmla="*/ 1219320 h 1218960"/>
            </a:gdLst>
            <a:ahLst/>
            <a:cxnLst/>
            <a:rect l="textAreaLeft" t="textAreaTop" r="textAreaRight" b="textAreaBottom"/>
            <a:pathLst>
              <a:path w="304800" h="1219200">
                <a:moveTo>
                  <a:pt x="304799" y="0"/>
                </a:moveTo>
                <a:lnTo>
                  <a:pt x="0" y="0"/>
                </a:lnTo>
                <a:lnTo>
                  <a:pt x="0" y="1219200"/>
                </a:lnTo>
                <a:lnTo>
                  <a:pt x="304799" y="1219200"/>
                </a:lnTo>
                <a:lnTo>
                  <a:pt x="304799" y="0"/>
                </a:lnTo>
                <a:close/>
              </a:path>
            </a:pathLst>
          </a:custGeom>
          <a:solidFill>
            <a:srgbClr val="52F4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object 9"/>
          <p:cNvSpPr/>
          <p:nvPr/>
        </p:nvSpPr>
        <p:spPr>
          <a:xfrm>
            <a:off x="625680" y="1648080"/>
            <a:ext cx="30456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040" indent="756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P 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8" name="object 10"/>
          <p:cNvPicPr/>
          <p:nvPr/>
        </p:nvPicPr>
        <p:blipFill>
          <a:blip r:embed="rId3"/>
          <a:stretch/>
        </p:blipFill>
        <p:spPr>
          <a:xfrm>
            <a:off x="611280" y="262440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object 11"/>
          <p:cNvSpPr/>
          <p:nvPr/>
        </p:nvSpPr>
        <p:spPr>
          <a:xfrm>
            <a:off x="495720" y="1391040"/>
            <a:ext cx="56232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1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Register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object 12"/>
          <p:cNvSpPr/>
          <p:nvPr/>
        </p:nvSpPr>
        <p:spPr>
          <a:xfrm>
            <a:off x="1910160" y="2004840"/>
            <a:ext cx="914040" cy="1218960"/>
          </a:xfrm>
          <a:custGeom>
            <a:avLst/>
            <a:gdLst>
              <a:gd name="textAreaLeft" fmla="*/ 0 w 914040"/>
              <a:gd name="textAreaRight" fmla="*/ 914400 w 914040"/>
              <a:gd name="textAreaTop" fmla="*/ 0 h 1218960"/>
              <a:gd name="textAreaBottom" fmla="*/ 1219320 h 1218960"/>
            </a:gdLst>
            <a:ahLst/>
            <a:cxnLst/>
            <a:rect l="textAreaLeft" t="textAreaTop" r="textAreaRight" b="textAreaBottom"/>
            <a:pathLst>
              <a:path w="914400" h="1219200">
                <a:moveTo>
                  <a:pt x="914400" y="0"/>
                </a:moveTo>
                <a:lnTo>
                  <a:pt x="0" y="0"/>
                </a:lnTo>
                <a:lnTo>
                  <a:pt x="0" y="1219200"/>
                </a:lnTo>
                <a:lnTo>
                  <a:pt x="914400" y="1219200"/>
                </a:lnTo>
                <a:lnTo>
                  <a:pt x="914400" y="0"/>
                </a:lnTo>
                <a:close/>
              </a:path>
            </a:pathLst>
          </a:custGeom>
          <a:solidFill>
            <a:srgbClr val="52F4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object 13"/>
          <p:cNvSpPr/>
          <p:nvPr/>
        </p:nvSpPr>
        <p:spPr>
          <a:xfrm>
            <a:off x="1910160" y="2004840"/>
            <a:ext cx="91404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3960" rIns="0" bIns="0" anchor="t">
            <a:spAutoFit/>
          </a:bodyPr>
          <a:p>
            <a:pPr>
              <a:lnSpc>
                <a:spcPct val="100000"/>
              </a:lnSpc>
              <a:spcBef>
                <a:spcPts val="31"/>
              </a:spcBef>
            </a:pP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52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object 14"/>
          <p:cNvPicPr/>
          <p:nvPr/>
        </p:nvPicPr>
        <p:blipFill>
          <a:blip r:embed="rId4"/>
          <a:stretch/>
        </p:blipFill>
        <p:spPr>
          <a:xfrm>
            <a:off x="1896120" y="298116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object 15"/>
          <p:cNvSpPr/>
          <p:nvPr/>
        </p:nvSpPr>
        <p:spPr>
          <a:xfrm>
            <a:off x="2097360" y="1739160"/>
            <a:ext cx="54180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1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Memory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4" name="object 16"/>
          <p:cNvGrpSpPr/>
          <p:nvPr/>
        </p:nvGrpSpPr>
        <p:grpSpPr>
          <a:xfrm>
            <a:off x="4061520" y="1523160"/>
            <a:ext cx="1582200" cy="1585440"/>
            <a:chOff x="4061520" y="1523160"/>
            <a:chExt cx="1582200" cy="1585440"/>
          </a:xfrm>
        </p:grpSpPr>
        <p:sp>
          <p:nvSpPr>
            <p:cNvPr id="405" name="object 17"/>
            <p:cNvSpPr/>
            <p:nvPr/>
          </p:nvSpPr>
          <p:spPr>
            <a:xfrm>
              <a:off x="4075920" y="152316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06" name="object 18"/>
            <p:cNvPicPr/>
            <p:nvPr/>
          </p:nvPicPr>
          <p:blipFill>
            <a:blip r:embed="rId5"/>
            <a:stretch/>
          </p:blipFill>
          <p:spPr>
            <a:xfrm>
              <a:off x="4061520" y="249948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7" name="object 19"/>
            <p:cNvSpPr/>
            <p:nvPr/>
          </p:nvSpPr>
          <p:spPr>
            <a:xfrm>
              <a:off x="4189320" y="274176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object 20"/>
            <p:cNvSpPr/>
            <p:nvPr/>
          </p:nvSpPr>
          <p:spPr>
            <a:xfrm>
              <a:off x="4496040" y="1708920"/>
              <a:ext cx="1147680" cy="1399680"/>
            </a:xfrm>
            <a:custGeom>
              <a:avLst/>
              <a:gdLst>
                <a:gd name="textAreaLeft" fmla="*/ 0 w 1147680"/>
                <a:gd name="textAreaRight" fmla="*/ 1148040 w 1147680"/>
                <a:gd name="textAreaTop" fmla="*/ 0 h 1399680"/>
                <a:gd name="textAreaBottom" fmla="*/ 1400040 h 1399680"/>
              </a:gdLst>
              <a:ahLst/>
              <a:cxnLst/>
              <a:rect l="textAreaLeft" t="textAreaTop" r="textAreaRight" b="textAreaBottom"/>
              <a:pathLst>
                <a:path w="1148079" h="1400175">
                  <a:moveTo>
                    <a:pt x="76200" y="1107948"/>
                  </a:moveTo>
                  <a:lnTo>
                    <a:pt x="69913" y="1096137"/>
                  </a:lnTo>
                  <a:lnTo>
                    <a:pt x="36195" y="1032764"/>
                  </a:lnTo>
                  <a:lnTo>
                    <a:pt x="0" y="1109853"/>
                  </a:lnTo>
                  <a:lnTo>
                    <a:pt x="31686" y="1109065"/>
                  </a:lnTo>
                  <a:lnTo>
                    <a:pt x="38989" y="1400175"/>
                  </a:lnTo>
                  <a:lnTo>
                    <a:pt x="51689" y="1399921"/>
                  </a:lnTo>
                  <a:lnTo>
                    <a:pt x="44373" y="1108748"/>
                  </a:lnTo>
                  <a:lnTo>
                    <a:pt x="76200" y="1107948"/>
                  </a:lnTo>
                  <a:close/>
                </a:path>
                <a:path w="1148079" h="1400175">
                  <a:moveTo>
                    <a:pt x="379095" y="1108964"/>
                  </a:moveTo>
                  <a:lnTo>
                    <a:pt x="372745" y="1096264"/>
                  </a:lnTo>
                  <a:lnTo>
                    <a:pt x="340995" y="1032764"/>
                  </a:lnTo>
                  <a:lnTo>
                    <a:pt x="302895" y="1108964"/>
                  </a:lnTo>
                  <a:lnTo>
                    <a:pt x="334645" y="1108964"/>
                  </a:lnTo>
                  <a:lnTo>
                    <a:pt x="334645" y="1337564"/>
                  </a:lnTo>
                  <a:lnTo>
                    <a:pt x="347345" y="1337564"/>
                  </a:lnTo>
                  <a:lnTo>
                    <a:pt x="347345" y="1108964"/>
                  </a:lnTo>
                  <a:lnTo>
                    <a:pt x="379095" y="1108964"/>
                  </a:lnTo>
                  <a:close/>
                </a:path>
                <a:path w="1148079" h="1400175">
                  <a:moveTo>
                    <a:pt x="683895" y="1108964"/>
                  </a:moveTo>
                  <a:lnTo>
                    <a:pt x="677545" y="1096264"/>
                  </a:lnTo>
                  <a:lnTo>
                    <a:pt x="645795" y="1032764"/>
                  </a:lnTo>
                  <a:lnTo>
                    <a:pt x="607695" y="1108964"/>
                  </a:lnTo>
                  <a:lnTo>
                    <a:pt x="639445" y="1108964"/>
                  </a:lnTo>
                  <a:lnTo>
                    <a:pt x="639445" y="1337564"/>
                  </a:lnTo>
                  <a:lnTo>
                    <a:pt x="652145" y="1337564"/>
                  </a:lnTo>
                  <a:lnTo>
                    <a:pt x="652145" y="1108964"/>
                  </a:lnTo>
                  <a:lnTo>
                    <a:pt x="683895" y="1108964"/>
                  </a:lnTo>
                  <a:close/>
                </a:path>
                <a:path w="1148079" h="1400175">
                  <a:moveTo>
                    <a:pt x="1147953" y="804926"/>
                  </a:moveTo>
                  <a:lnTo>
                    <a:pt x="1119289" y="790575"/>
                  </a:lnTo>
                  <a:lnTo>
                    <a:pt x="1062228" y="762000"/>
                  </a:lnTo>
                  <a:lnTo>
                    <a:pt x="1062228" y="790575"/>
                  </a:lnTo>
                  <a:lnTo>
                    <a:pt x="798957" y="790575"/>
                  </a:lnTo>
                  <a:lnTo>
                    <a:pt x="798957" y="819150"/>
                  </a:lnTo>
                  <a:lnTo>
                    <a:pt x="1062228" y="819150"/>
                  </a:lnTo>
                  <a:lnTo>
                    <a:pt x="1062228" y="847725"/>
                  </a:lnTo>
                  <a:lnTo>
                    <a:pt x="1119454" y="819150"/>
                  </a:lnTo>
                  <a:lnTo>
                    <a:pt x="1147953" y="804926"/>
                  </a:lnTo>
                  <a:close/>
                </a:path>
                <a:path w="1148079" h="1400175">
                  <a:moveTo>
                    <a:pt x="1147953" y="42926"/>
                  </a:moveTo>
                  <a:lnTo>
                    <a:pt x="1119289" y="28575"/>
                  </a:lnTo>
                  <a:lnTo>
                    <a:pt x="1062228" y="0"/>
                  </a:lnTo>
                  <a:lnTo>
                    <a:pt x="1062228" y="28575"/>
                  </a:lnTo>
                  <a:lnTo>
                    <a:pt x="798957" y="28575"/>
                  </a:lnTo>
                  <a:lnTo>
                    <a:pt x="798957" y="57150"/>
                  </a:lnTo>
                  <a:lnTo>
                    <a:pt x="1062228" y="57150"/>
                  </a:lnTo>
                  <a:lnTo>
                    <a:pt x="1062228" y="85725"/>
                  </a:lnTo>
                  <a:lnTo>
                    <a:pt x="1119454" y="57150"/>
                  </a:lnTo>
                  <a:lnTo>
                    <a:pt x="1147953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object 21"/>
            <p:cNvSpPr/>
            <p:nvPr/>
          </p:nvSpPr>
          <p:spPr>
            <a:xfrm>
              <a:off x="4380120" y="281772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0" name="object 22"/>
          <p:cNvSpPr/>
          <p:nvPr/>
        </p:nvSpPr>
        <p:spPr>
          <a:xfrm>
            <a:off x="4075920" y="1523160"/>
            <a:ext cx="121896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>
              <a:lnSpc>
                <a:spcPct val="100000"/>
              </a:lnSpc>
              <a:spcBef>
                <a:spcPts val="496"/>
              </a:spcBef>
              <a:tabLst>
                <a:tab pos="10008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rs1</a:t>
            </a:r>
            <a:r>
              <a:rPr lang="en-US" sz="1200" b="0" u="none" spc="37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2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rs2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2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rd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1" name="object 23"/>
          <p:cNvGrpSpPr/>
          <p:nvPr/>
        </p:nvGrpSpPr>
        <p:grpSpPr>
          <a:xfrm>
            <a:off x="3771000" y="1785240"/>
            <a:ext cx="1523160" cy="1184400"/>
            <a:chOff x="3771000" y="1785240"/>
            <a:chExt cx="1523160" cy="1184400"/>
          </a:xfrm>
        </p:grpSpPr>
        <p:sp>
          <p:nvSpPr>
            <p:cNvPr id="412" name="object 24"/>
            <p:cNvSpPr/>
            <p:nvPr/>
          </p:nvSpPr>
          <p:spPr>
            <a:xfrm>
              <a:off x="4989600" y="281772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object 25"/>
            <p:cNvSpPr/>
            <p:nvPr/>
          </p:nvSpPr>
          <p:spPr>
            <a:xfrm>
              <a:off x="3771000" y="178524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4" name="object 26"/>
          <p:cNvSpPr/>
          <p:nvPr/>
        </p:nvSpPr>
        <p:spPr>
          <a:xfrm>
            <a:off x="3331440" y="1754640"/>
            <a:ext cx="47592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RDVAL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object 27"/>
          <p:cNvSpPr/>
          <p:nvPr/>
        </p:nvSpPr>
        <p:spPr>
          <a:xfrm>
            <a:off x="5770080" y="1658160"/>
            <a:ext cx="42120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s1VAL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object 28"/>
          <p:cNvSpPr/>
          <p:nvPr/>
        </p:nvSpPr>
        <p:spPr>
          <a:xfrm>
            <a:off x="5743080" y="2410560"/>
            <a:ext cx="42120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s2VAL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object 29"/>
          <p:cNvSpPr/>
          <p:nvPr/>
        </p:nvSpPr>
        <p:spPr>
          <a:xfrm>
            <a:off x="4090680" y="3065040"/>
            <a:ext cx="24732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WE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object 30"/>
          <p:cNvSpPr/>
          <p:nvPr/>
        </p:nvSpPr>
        <p:spPr>
          <a:xfrm>
            <a:off x="4294080" y="1231560"/>
            <a:ext cx="82656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Register</a:t>
            </a:r>
            <a:r>
              <a:rPr lang="en-US" sz="1050" b="1" u="none" spc="-65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File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9" name="object 31"/>
          <p:cNvGrpSpPr/>
          <p:nvPr/>
        </p:nvGrpSpPr>
        <p:grpSpPr>
          <a:xfrm>
            <a:off x="7322040" y="1803600"/>
            <a:ext cx="609120" cy="1218960"/>
            <a:chOff x="7322040" y="1803600"/>
            <a:chExt cx="609120" cy="1218960"/>
          </a:xfrm>
        </p:grpSpPr>
        <p:sp>
          <p:nvSpPr>
            <p:cNvPr id="420" name="object 32"/>
            <p:cNvSpPr/>
            <p:nvPr/>
          </p:nvSpPr>
          <p:spPr>
            <a:xfrm>
              <a:off x="7322040" y="180360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object 33"/>
            <p:cNvSpPr/>
            <p:nvPr/>
          </p:nvSpPr>
          <p:spPr>
            <a:xfrm>
              <a:off x="7322040" y="180360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2" name="object 34"/>
          <p:cNvSpPr/>
          <p:nvPr/>
        </p:nvSpPr>
        <p:spPr>
          <a:xfrm>
            <a:off x="7468920" y="2273760"/>
            <a:ext cx="4201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ALU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object 35"/>
          <p:cNvSpPr/>
          <p:nvPr/>
        </p:nvSpPr>
        <p:spPr>
          <a:xfrm>
            <a:off x="6966360" y="2035440"/>
            <a:ext cx="21096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In1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object 36"/>
          <p:cNvSpPr/>
          <p:nvPr/>
        </p:nvSpPr>
        <p:spPr>
          <a:xfrm>
            <a:off x="6966360" y="2639880"/>
            <a:ext cx="21096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In2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object 37"/>
          <p:cNvSpPr/>
          <p:nvPr/>
        </p:nvSpPr>
        <p:spPr>
          <a:xfrm>
            <a:off x="8011080" y="2467080"/>
            <a:ext cx="40680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Result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6" name="object 38"/>
          <p:cNvGrpSpPr/>
          <p:nvPr/>
        </p:nvGrpSpPr>
        <p:grpSpPr>
          <a:xfrm>
            <a:off x="6973200" y="2001600"/>
            <a:ext cx="1307880" cy="1158840"/>
            <a:chOff x="6973200" y="2001600"/>
            <a:chExt cx="1307880" cy="1158840"/>
          </a:xfrm>
        </p:grpSpPr>
        <p:sp>
          <p:nvSpPr>
            <p:cNvPr id="427" name="object 39"/>
            <p:cNvSpPr/>
            <p:nvPr/>
          </p:nvSpPr>
          <p:spPr>
            <a:xfrm>
              <a:off x="6973200" y="2001600"/>
              <a:ext cx="1307880" cy="856800"/>
            </a:xfrm>
            <a:custGeom>
              <a:avLst/>
              <a:gdLst>
                <a:gd name="textAreaLeft" fmla="*/ 0 w 1307880"/>
                <a:gd name="textAreaRight" fmla="*/ 1308240 w 1307880"/>
                <a:gd name="textAreaTop" fmla="*/ 0 h 856800"/>
                <a:gd name="textAreaBottom" fmla="*/ 857160 h 856800"/>
              </a:gdLst>
              <a:ahLst/>
              <a:cxnLst/>
              <a:rect l="textAreaLeft" t="textAreaTop" r="textAreaRight" b="textAreaBottom"/>
              <a:pathLst>
                <a:path w="1308100" h="857250">
                  <a:moveTo>
                    <a:pt x="348996" y="813943"/>
                  </a:moveTo>
                  <a:lnTo>
                    <a:pt x="263271" y="771144"/>
                  </a:lnTo>
                  <a:lnTo>
                    <a:pt x="263271" y="799719"/>
                  </a:lnTo>
                  <a:lnTo>
                    <a:pt x="0" y="799592"/>
                  </a:lnTo>
                  <a:lnTo>
                    <a:pt x="0" y="828167"/>
                  </a:lnTo>
                  <a:lnTo>
                    <a:pt x="263271" y="828294"/>
                  </a:lnTo>
                  <a:lnTo>
                    <a:pt x="263271" y="856869"/>
                  </a:lnTo>
                  <a:lnTo>
                    <a:pt x="320332" y="828294"/>
                  </a:lnTo>
                  <a:lnTo>
                    <a:pt x="348996" y="813943"/>
                  </a:lnTo>
                  <a:close/>
                </a:path>
                <a:path w="1308100" h="857250">
                  <a:moveTo>
                    <a:pt x="348996" y="42799"/>
                  </a:moveTo>
                  <a:lnTo>
                    <a:pt x="263271" y="0"/>
                  </a:lnTo>
                  <a:lnTo>
                    <a:pt x="263271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263271" y="57150"/>
                  </a:lnTo>
                  <a:lnTo>
                    <a:pt x="263271" y="85725"/>
                  </a:lnTo>
                  <a:lnTo>
                    <a:pt x="320332" y="57150"/>
                  </a:lnTo>
                  <a:lnTo>
                    <a:pt x="348996" y="42799"/>
                  </a:lnTo>
                  <a:close/>
                </a:path>
                <a:path w="1308100" h="857250">
                  <a:moveTo>
                    <a:pt x="1307592" y="411607"/>
                  </a:moveTo>
                  <a:lnTo>
                    <a:pt x="1221867" y="368808"/>
                  </a:lnTo>
                  <a:lnTo>
                    <a:pt x="1221867" y="397383"/>
                  </a:lnTo>
                  <a:lnTo>
                    <a:pt x="958596" y="397256"/>
                  </a:lnTo>
                  <a:lnTo>
                    <a:pt x="958596" y="425831"/>
                  </a:lnTo>
                  <a:lnTo>
                    <a:pt x="1221867" y="425958"/>
                  </a:lnTo>
                  <a:lnTo>
                    <a:pt x="1221867" y="454533"/>
                  </a:lnTo>
                  <a:lnTo>
                    <a:pt x="1278928" y="425958"/>
                  </a:lnTo>
                  <a:lnTo>
                    <a:pt x="1307592" y="41160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object 40"/>
            <p:cNvSpPr/>
            <p:nvPr/>
          </p:nvSpPr>
          <p:spPr>
            <a:xfrm>
              <a:off x="7577280" y="2855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9" name="object 41"/>
          <p:cNvSpPr/>
          <p:nvPr/>
        </p:nvSpPr>
        <p:spPr>
          <a:xfrm>
            <a:off x="7104240" y="3179160"/>
            <a:ext cx="99072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ALUop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(Which</a:t>
            </a:r>
            <a:r>
              <a:rPr lang="en-US" sz="900" b="0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math to</a:t>
            </a:r>
            <a:r>
              <a:rPr lang="en-US" sz="900" b="0" u="none" spc="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do)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object 42"/>
          <p:cNvSpPr/>
          <p:nvPr/>
        </p:nvSpPr>
        <p:spPr>
          <a:xfrm>
            <a:off x="6940800" y="1565280"/>
            <a:ext cx="13744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Arithmetic</a:t>
            </a:r>
            <a:r>
              <a:rPr lang="en-US" sz="1050" b="1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Logic</a:t>
            </a:r>
            <a:r>
              <a:rPr lang="en-US" sz="1050" b="1" u="none" spc="-5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Unit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1" name="object 43"/>
          <p:cNvGrpSpPr/>
          <p:nvPr/>
        </p:nvGrpSpPr>
        <p:grpSpPr>
          <a:xfrm>
            <a:off x="668160" y="3923640"/>
            <a:ext cx="304560" cy="456840"/>
            <a:chOff x="668160" y="3923640"/>
            <a:chExt cx="304560" cy="456840"/>
          </a:xfrm>
        </p:grpSpPr>
        <p:sp>
          <p:nvSpPr>
            <p:cNvPr id="432" name="object 44"/>
            <p:cNvSpPr/>
            <p:nvPr/>
          </p:nvSpPr>
          <p:spPr>
            <a:xfrm>
              <a:off x="668160" y="39236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80" y="23237"/>
                  </a:lnTo>
                  <a:lnTo>
                    <a:pt x="57083" y="50225"/>
                  </a:lnTo>
                  <a:lnTo>
                    <a:pt x="33482" y="85628"/>
                  </a:lnTo>
                  <a:lnTo>
                    <a:pt x="15491" y="128073"/>
                  </a:lnTo>
                  <a:lnTo>
                    <a:pt x="4025" y="176188"/>
                  </a:lnTo>
                  <a:lnTo>
                    <a:pt x="0" y="228600"/>
                  </a:lnTo>
                  <a:lnTo>
                    <a:pt x="4025" y="281011"/>
                  </a:lnTo>
                  <a:lnTo>
                    <a:pt x="15491" y="329126"/>
                  </a:lnTo>
                  <a:lnTo>
                    <a:pt x="33482" y="371571"/>
                  </a:lnTo>
                  <a:lnTo>
                    <a:pt x="57083" y="406974"/>
                  </a:lnTo>
                  <a:lnTo>
                    <a:pt x="85380" y="433962"/>
                  </a:lnTo>
                  <a:lnTo>
                    <a:pt x="152400" y="457200"/>
                  </a:lnTo>
                  <a:lnTo>
                    <a:pt x="187342" y="451161"/>
                  </a:lnTo>
                  <a:lnTo>
                    <a:pt x="247716" y="406974"/>
                  </a:lnTo>
                  <a:lnTo>
                    <a:pt x="271317" y="371571"/>
                  </a:lnTo>
                  <a:lnTo>
                    <a:pt x="289308" y="329126"/>
                  </a:lnTo>
                  <a:lnTo>
                    <a:pt x="300774" y="281011"/>
                  </a:lnTo>
                  <a:lnTo>
                    <a:pt x="304800" y="228600"/>
                  </a:lnTo>
                  <a:lnTo>
                    <a:pt x="300774" y="176188"/>
                  </a:lnTo>
                  <a:lnTo>
                    <a:pt x="289308" y="128073"/>
                  </a:lnTo>
                  <a:lnTo>
                    <a:pt x="271317" y="85628"/>
                  </a:lnTo>
                  <a:lnTo>
                    <a:pt x="247716" y="50225"/>
                  </a:lnTo>
                  <a:lnTo>
                    <a:pt x="219419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object 45"/>
            <p:cNvSpPr/>
            <p:nvPr/>
          </p:nvSpPr>
          <p:spPr>
            <a:xfrm>
              <a:off x="668160" y="39236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5" y="176188"/>
                  </a:lnTo>
                  <a:lnTo>
                    <a:pt x="15491" y="128073"/>
                  </a:lnTo>
                  <a:lnTo>
                    <a:pt x="33482" y="85628"/>
                  </a:lnTo>
                  <a:lnTo>
                    <a:pt x="57083" y="50225"/>
                  </a:lnTo>
                  <a:lnTo>
                    <a:pt x="85380" y="23237"/>
                  </a:lnTo>
                  <a:lnTo>
                    <a:pt x="152400" y="0"/>
                  </a:lnTo>
                  <a:lnTo>
                    <a:pt x="187342" y="6038"/>
                  </a:lnTo>
                  <a:lnTo>
                    <a:pt x="247716" y="50225"/>
                  </a:lnTo>
                  <a:lnTo>
                    <a:pt x="271317" y="85628"/>
                  </a:lnTo>
                  <a:lnTo>
                    <a:pt x="289308" y="128073"/>
                  </a:lnTo>
                  <a:lnTo>
                    <a:pt x="300774" y="176188"/>
                  </a:lnTo>
                  <a:lnTo>
                    <a:pt x="304800" y="228600"/>
                  </a:lnTo>
                  <a:lnTo>
                    <a:pt x="300774" y="281011"/>
                  </a:lnTo>
                  <a:lnTo>
                    <a:pt x="289308" y="329126"/>
                  </a:lnTo>
                  <a:lnTo>
                    <a:pt x="271317" y="371571"/>
                  </a:lnTo>
                  <a:lnTo>
                    <a:pt x="247716" y="406974"/>
                  </a:lnTo>
                  <a:lnTo>
                    <a:pt x="219419" y="433962"/>
                  </a:lnTo>
                  <a:lnTo>
                    <a:pt x="152400" y="457200"/>
                  </a:lnTo>
                  <a:lnTo>
                    <a:pt x="117457" y="451161"/>
                  </a:lnTo>
                  <a:lnTo>
                    <a:pt x="57083" y="406974"/>
                  </a:lnTo>
                  <a:lnTo>
                    <a:pt x="33482" y="371571"/>
                  </a:lnTo>
                  <a:lnTo>
                    <a:pt x="15491" y="329126"/>
                  </a:lnTo>
                  <a:lnTo>
                    <a:pt x="4025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4" name="object 46"/>
          <p:cNvSpPr/>
          <p:nvPr/>
        </p:nvSpPr>
        <p:spPr>
          <a:xfrm>
            <a:off x="705240" y="391968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object 47"/>
          <p:cNvSpPr/>
          <p:nvPr/>
        </p:nvSpPr>
        <p:spPr>
          <a:xfrm>
            <a:off x="459360" y="3533760"/>
            <a:ext cx="71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 indent="62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Shift</a:t>
            </a:r>
            <a:r>
              <a:rPr lang="en-US" sz="1050" b="1" u="none" spc="-3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left </a:t>
            </a: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by</a:t>
            </a:r>
            <a:r>
              <a:rPr lang="en-US" sz="1050" b="1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two</a:t>
            </a:r>
            <a:r>
              <a:rPr lang="en-US" sz="1050" b="1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bits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6" name="object 48"/>
          <p:cNvGrpSpPr/>
          <p:nvPr/>
        </p:nvGrpSpPr>
        <p:grpSpPr>
          <a:xfrm>
            <a:off x="2155680" y="4225320"/>
            <a:ext cx="304560" cy="609120"/>
            <a:chOff x="2155680" y="4225320"/>
            <a:chExt cx="304560" cy="609120"/>
          </a:xfrm>
        </p:grpSpPr>
        <p:sp>
          <p:nvSpPr>
            <p:cNvPr id="437" name="object 49"/>
            <p:cNvSpPr/>
            <p:nvPr/>
          </p:nvSpPr>
          <p:spPr>
            <a:xfrm>
              <a:off x="2155680" y="422532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object 50"/>
            <p:cNvSpPr/>
            <p:nvPr/>
          </p:nvSpPr>
          <p:spPr>
            <a:xfrm>
              <a:off x="2155680" y="422532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9" name="object 51"/>
          <p:cNvSpPr/>
          <p:nvPr/>
        </p:nvSpPr>
        <p:spPr>
          <a:xfrm>
            <a:off x="2233800" y="4390560"/>
            <a:ext cx="1436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object 52"/>
          <p:cNvSpPr/>
          <p:nvPr/>
        </p:nvSpPr>
        <p:spPr>
          <a:xfrm>
            <a:off x="2123280" y="3999240"/>
            <a:ext cx="40932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Adder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1" name="object 53"/>
          <p:cNvGrpSpPr/>
          <p:nvPr/>
        </p:nvGrpSpPr>
        <p:grpSpPr>
          <a:xfrm>
            <a:off x="3853440" y="3984480"/>
            <a:ext cx="304560" cy="609120"/>
            <a:chOff x="3853440" y="3984480"/>
            <a:chExt cx="304560" cy="609120"/>
          </a:xfrm>
        </p:grpSpPr>
        <p:sp>
          <p:nvSpPr>
            <p:cNvPr id="442" name="object 54"/>
            <p:cNvSpPr/>
            <p:nvPr/>
          </p:nvSpPr>
          <p:spPr>
            <a:xfrm>
              <a:off x="3853440" y="398448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object 55"/>
            <p:cNvSpPr/>
            <p:nvPr/>
          </p:nvSpPr>
          <p:spPr>
            <a:xfrm>
              <a:off x="3853440" y="398448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4" name="object 56"/>
          <p:cNvSpPr/>
          <p:nvPr/>
        </p:nvSpPr>
        <p:spPr>
          <a:xfrm>
            <a:off x="3932280" y="401292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object 57"/>
          <p:cNvSpPr/>
          <p:nvPr/>
        </p:nvSpPr>
        <p:spPr>
          <a:xfrm>
            <a:off x="3485880" y="3597480"/>
            <a:ext cx="922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 indent="9720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Adder</a:t>
            </a:r>
            <a:r>
              <a:rPr lang="en-US" sz="1050" b="1" u="none" spc="-40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that </a:t>
            </a: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always</a:t>
            </a:r>
            <a:r>
              <a:rPr lang="en-US" sz="1050" b="1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adds</a:t>
            </a:r>
            <a:r>
              <a:rPr lang="en-US" sz="1050" b="1" u="none" spc="-3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51" strike="noStrike">
                <a:solidFill>
                  <a:srgbClr val="0000FF"/>
                </a:solidFill>
                <a:effectLst/>
                <a:uFillTx/>
                <a:latin typeface="Arial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6" name="object 58"/>
          <p:cNvGrpSpPr/>
          <p:nvPr/>
        </p:nvGrpSpPr>
        <p:grpSpPr>
          <a:xfrm>
            <a:off x="2928240" y="5697360"/>
            <a:ext cx="304560" cy="456840"/>
            <a:chOff x="2928240" y="5697360"/>
            <a:chExt cx="304560" cy="456840"/>
          </a:xfrm>
        </p:grpSpPr>
        <p:sp>
          <p:nvSpPr>
            <p:cNvPr id="447" name="object 59"/>
            <p:cNvSpPr/>
            <p:nvPr/>
          </p:nvSpPr>
          <p:spPr>
            <a:xfrm>
              <a:off x="2928240" y="569736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5"/>
                  </a:lnTo>
                  <a:lnTo>
                    <a:pt x="57067" y="50221"/>
                  </a:lnTo>
                  <a:lnTo>
                    <a:pt x="33470" y="85623"/>
                  </a:lnTo>
                  <a:lnTo>
                    <a:pt x="15484" y="128068"/>
                  </a:lnTo>
                  <a:lnTo>
                    <a:pt x="4023" y="176184"/>
                  </a:lnTo>
                  <a:lnTo>
                    <a:pt x="0" y="228600"/>
                  </a:lnTo>
                  <a:lnTo>
                    <a:pt x="4023" y="281015"/>
                  </a:lnTo>
                  <a:lnTo>
                    <a:pt x="15484" y="329131"/>
                  </a:lnTo>
                  <a:lnTo>
                    <a:pt x="33470" y="371576"/>
                  </a:lnTo>
                  <a:lnTo>
                    <a:pt x="57067" y="406978"/>
                  </a:lnTo>
                  <a:lnTo>
                    <a:pt x="85363" y="433964"/>
                  </a:lnTo>
                  <a:lnTo>
                    <a:pt x="152400" y="457199"/>
                  </a:lnTo>
                  <a:lnTo>
                    <a:pt x="187354" y="451162"/>
                  </a:lnTo>
                  <a:lnTo>
                    <a:pt x="247732" y="406978"/>
                  </a:lnTo>
                  <a:lnTo>
                    <a:pt x="271329" y="371576"/>
                  </a:lnTo>
                  <a:lnTo>
                    <a:pt x="289315" y="329131"/>
                  </a:lnTo>
                  <a:lnTo>
                    <a:pt x="300776" y="281015"/>
                  </a:lnTo>
                  <a:lnTo>
                    <a:pt x="304800" y="228600"/>
                  </a:lnTo>
                  <a:lnTo>
                    <a:pt x="300776" y="176184"/>
                  </a:lnTo>
                  <a:lnTo>
                    <a:pt x="289315" y="128068"/>
                  </a:lnTo>
                  <a:lnTo>
                    <a:pt x="271329" y="85623"/>
                  </a:lnTo>
                  <a:lnTo>
                    <a:pt x="247732" y="50221"/>
                  </a:lnTo>
                  <a:lnTo>
                    <a:pt x="219436" y="23235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object 60"/>
            <p:cNvSpPr/>
            <p:nvPr/>
          </p:nvSpPr>
          <p:spPr>
            <a:xfrm>
              <a:off x="2928240" y="569736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4"/>
                  </a:lnTo>
                  <a:lnTo>
                    <a:pt x="15484" y="128068"/>
                  </a:lnTo>
                  <a:lnTo>
                    <a:pt x="33470" y="85623"/>
                  </a:lnTo>
                  <a:lnTo>
                    <a:pt x="57067" y="50221"/>
                  </a:lnTo>
                  <a:lnTo>
                    <a:pt x="85363" y="23235"/>
                  </a:lnTo>
                  <a:lnTo>
                    <a:pt x="152400" y="0"/>
                  </a:lnTo>
                  <a:lnTo>
                    <a:pt x="187354" y="6037"/>
                  </a:lnTo>
                  <a:lnTo>
                    <a:pt x="247732" y="50221"/>
                  </a:lnTo>
                  <a:lnTo>
                    <a:pt x="271329" y="85623"/>
                  </a:lnTo>
                  <a:lnTo>
                    <a:pt x="289315" y="128068"/>
                  </a:lnTo>
                  <a:lnTo>
                    <a:pt x="300776" y="176184"/>
                  </a:lnTo>
                  <a:lnTo>
                    <a:pt x="304800" y="228600"/>
                  </a:lnTo>
                  <a:lnTo>
                    <a:pt x="300776" y="281015"/>
                  </a:lnTo>
                  <a:lnTo>
                    <a:pt x="289315" y="329131"/>
                  </a:lnTo>
                  <a:lnTo>
                    <a:pt x="271329" y="371576"/>
                  </a:lnTo>
                  <a:lnTo>
                    <a:pt x="247732" y="406978"/>
                  </a:lnTo>
                  <a:lnTo>
                    <a:pt x="219436" y="433964"/>
                  </a:lnTo>
                  <a:lnTo>
                    <a:pt x="152400" y="457199"/>
                  </a:lnTo>
                  <a:lnTo>
                    <a:pt x="117445" y="451162"/>
                  </a:lnTo>
                  <a:lnTo>
                    <a:pt x="57067" y="406978"/>
                  </a:lnTo>
                  <a:lnTo>
                    <a:pt x="33470" y="371576"/>
                  </a:lnTo>
                  <a:lnTo>
                    <a:pt x="15484" y="329131"/>
                  </a:lnTo>
                  <a:lnTo>
                    <a:pt x="4023" y="281015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object 61"/>
          <p:cNvSpPr/>
          <p:nvPr/>
        </p:nvSpPr>
        <p:spPr>
          <a:xfrm>
            <a:off x="1887120" y="5269320"/>
            <a:ext cx="227340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890280" indent="-1440" algn="ctr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Sign </a:t>
            </a:r>
            <a:r>
              <a:rPr lang="en-US" sz="1050" b="1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extender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algn="ctr">
              <a:lnSpc>
                <a:spcPct val="100000"/>
              </a:lnSpc>
              <a:spcBef>
                <a:spcPts val="81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1240"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074"/>
              </a:lnSpc>
              <a:spcBef>
                <a:spcPts val="43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Converts</a:t>
            </a:r>
            <a:r>
              <a:rPr lang="en-US" sz="900" b="0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to</a:t>
            </a:r>
            <a:r>
              <a:rPr lang="en-US" sz="900" b="0" u="none" spc="-3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longer</a:t>
            </a:r>
            <a:r>
              <a:rPr lang="en-US" sz="900" b="0" u="none" spc="-5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bit</a:t>
            </a:r>
            <a:r>
              <a:rPr lang="en-US" sz="900" b="0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widths;</a:t>
            </a:r>
            <a:r>
              <a:rPr lang="en-US" sz="900" b="0" u="none" spc="-3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preserves</a:t>
            </a:r>
            <a:r>
              <a:rPr lang="en-US" sz="900" b="0" u="none" spc="-26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sign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000">
              <a:lnSpc>
                <a:spcPts val="1256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(3)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sng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Arial"/>
              </a:rPr>
              <a:t>0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011</a:t>
            </a:r>
            <a:r>
              <a:rPr lang="en-US" sz="1050" b="0" u="none" spc="-6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=&gt;</a:t>
            </a:r>
            <a:r>
              <a:rPr lang="en-US" sz="105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0000</a:t>
            </a:r>
            <a:r>
              <a:rPr lang="en-US" sz="1050" b="0" u="sng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Arial"/>
              </a:rPr>
              <a:t>0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011</a:t>
            </a:r>
            <a:r>
              <a:rPr lang="en-US" sz="105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(still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3)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36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(-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7)</a:t>
            </a:r>
            <a:r>
              <a:rPr lang="en-US" sz="1050" b="0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sng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Arial"/>
              </a:rPr>
              <a:t>1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001 =&gt;</a:t>
            </a:r>
            <a:r>
              <a:rPr lang="en-US" sz="105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1111</a:t>
            </a:r>
            <a:r>
              <a:rPr lang="en-US" sz="1050" b="0" u="sng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Arial"/>
              </a:rPr>
              <a:t>1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001</a:t>
            </a:r>
            <a:r>
              <a:rPr lang="en-US" sz="1050" b="0" u="none" spc="-6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(still</a:t>
            </a:r>
            <a:r>
              <a:rPr lang="en-US" sz="105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 -</a:t>
            </a:r>
            <a:r>
              <a:rPr lang="en-US" sz="1050" b="0" u="none" spc="-26" strike="noStrike">
                <a:solidFill>
                  <a:srgbClr val="0000FF"/>
                </a:solidFill>
                <a:effectLst/>
                <a:uFillTx/>
                <a:latin typeface="Arial"/>
              </a:rPr>
              <a:t>7)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0" name="object 62"/>
          <p:cNvGrpSpPr/>
          <p:nvPr/>
        </p:nvGrpSpPr>
        <p:grpSpPr>
          <a:xfrm>
            <a:off x="8042760" y="3931200"/>
            <a:ext cx="151920" cy="761760"/>
            <a:chOff x="8042760" y="3931200"/>
            <a:chExt cx="151920" cy="761760"/>
          </a:xfrm>
        </p:grpSpPr>
        <p:sp>
          <p:nvSpPr>
            <p:cNvPr id="451" name="object 63"/>
            <p:cNvSpPr/>
            <p:nvPr/>
          </p:nvSpPr>
          <p:spPr>
            <a:xfrm>
              <a:off x="8042760" y="393120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5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5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object 64"/>
            <p:cNvSpPr/>
            <p:nvPr/>
          </p:nvSpPr>
          <p:spPr>
            <a:xfrm>
              <a:off x="8042760" y="393120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5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5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3" name="object 65"/>
          <p:cNvSpPr/>
          <p:nvPr/>
        </p:nvSpPr>
        <p:spPr>
          <a:xfrm>
            <a:off x="7991280" y="3690720"/>
            <a:ext cx="296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1" u="none" spc="-26" strike="noStrike">
                <a:solidFill>
                  <a:srgbClr val="0000FF"/>
                </a:solidFill>
                <a:effectLst/>
                <a:uFillTx/>
                <a:latin typeface="Arial"/>
              </a:rPr>
              <a:t>Mux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object 66"/>
          <p:cNvSpPr/>
          <p:nvPr/>
        </p:nvSpPr>
        <p:spPr>
          <a:xfrm>
            <a:off x="7679160" y="4021560"/>
            <a:ext cx="21096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In1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object 67"/>
          <p:cNvSpPr/>
          <p:nvPr/>
        </p:nvSpPr>
        <p:spPr>
          <a:xfrm>
            <a:off x="7679160" y="4401360"/>
            <a:ext cx="21096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In2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object 68"/>
          <p:cNvGrpSpPr/>
          <p:nvPr/>
        </p:nvGrpSpPr>
        <p:grpSpPr>
          <a:xfrm>
            <a:off x="7687800" y="3987360"/>
            <a:ext cx="488160" cy="1008000"/>
            <a:chOff x="7687800" y="3987360"/>
            <a:chExt cx="488160" cy="1008000"/>
          </a:xfrm>
        </p:grpSpPr>
        <p:sp>
          <p:nvSpPr>
            <p:cNvPr id="457" name="object 69"/>
            <p:cNvSpPr/>
            <p:nvPr/>
          </p:nvSpPr>
          <p:spPr>
            <a:xfrm>
              <a:off x="7687800" y="3987360"/>
              <a:ext cx="359640" cy="6314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631440"/>
                <a:gd name="textAreaBottom" fmla="*/ 631800 h 631440"/>
              </a:gdLst>
              <a:ahLst/>
              <a:cxnLst/>
              <a:rect l="textAreaLeft" t="textAreaTop" r="textAreaRight" b="textAreaBottom"/>
              <a:pathLst>
                <a:path w="360045" h="631825">
                  <a:moveTo>
                    <a:pt x="348996" y="588518"/>
                  </a:moveTo>
                  <a:lnTo>
                    <a:pt x="320332" y="574167"/>
                  </a:lnTo>
                  <a:lnTo>
                    <a:pt x="263271" y="545592"/>
                  </a:lnTo>
                  <a:lnTo>
                    <a:pt x="263271" y="574167"/>
                  </a:lnTo>
                  <a:lnTo>
                    <a:pt x="0" y="574167"/>
                  </a:lnTo>
                  <a:lnTo>
                    <a:pt x="0" y="602742"/>
                  </a:lnTo>
                  <a:lnTo>
                    <a:pt x="263271" y="602742"/>
                  </a:lnTo>
                  <a:lnTo>
                    <a:pt x="263271" y="631317"/>
                  </a:lnTo>
                  <a:lnTo>
                    <a:pt x="320497" y="602742"/>
                  </a:lnTo>
                  <a:lnTo>
                    <a:pt x="348996" y="588518"/>
                  </a:lnTo>
                  <a:close/>
                </a:path>
                <a:path w="360045" h="631825">
                  <a:moveTo>
                    <a:pt x="359664" y="42926"/>
                  </a:moveTo>
                  <a:lnTo>
                    <a:pt x="331000" y="28575"/>
                  </a:lnTo>
                  <a:lnTo>
                    <a:pt x="273939" y="0"/>
                  </a:lnTo>
                  <a:lnTo>
                    <a:pt x="273939" y="28575"/>
                  </a:lnTo>
                  <a:lnTo>
                    <a:pt x="10668" y="28575"/>
                  </a:lnTo>
                  <a:lnTo>
                    <a:pt x="10668" y="57150"/>
                  </a:lnTo>
                  <a:lnTo>
                    <a:pt x="273939" y="57150"/>
                  </a:lnTo>
                  <a:lnTo>
                    <a:pt x="273939" y="85725"/>
                  </a:lnTo>
                  <a:lnTo>
                    <a:pt x="331165" y="57150"/>
                  </a:lnTo>
                  <a:lnTo>
                    <a:pt x="359664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object 70"/>
            <p:cNvSpPr/>
            <p:nvPr/>
          </p:nvSpPr>
          <p:spPr>
            <a:xfrm>
              <a:off x="8100000" y="469080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9" name="object 71"/>
          <p:cNvSpPr/>
          <p:nvPr/>
        </p:nvSpPr>
        <p:spPr>
          <a:xfrm>
            <a:off x="7885440" y="5015160"/>
            <a:ext cx="47592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Which?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object 72"/>
          <p:cNvSpPr/>
          <p:nvPr/>
        </p:nvSpPr>
        <p:spPr>
          <a:xfrm>
            <a:off x="8275320" y="4371120"/>
            <a:ext cx="40680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Result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object 73"/>
          <p:cNvSpPr/>
          <p:nvPr/>
        </p:nvSpPr>
        <p:spPr>
          <a:xfrm>
            <a:off x="8195400" y="4273920"/>
            <a:ext cx="350280" cy="85320"/>
          </a:xfrm>
          <a:custGeom>
            <a:avLst/>
            <a:gdLst>
              <a:gd name="textAreaLeft" fmla="*/ 0 w 350280"/>
              <a:gd name="textAreaRight" fmla="*/ 350640 w 35028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350520" h="85725">
                <a:moveTo>
                  <a:pt x="264795" y="0"/>
                </a:moveTo>
                <a:lnTo>
                  <a:pt x="264795" y="85725"/>
                </a:lnTo>
                <a:lnTo>
                  <a:pt x="322029" y="57150"/>
                </a:lnTo>
                <a:lnTo>
                  <a:pt x="279019" y="57150"/>
                </a:lnTo>
                <a:lnTo>
                  <a:pt x="279019" y="28575"/>
                </a:lnTo>
                <a:lnTo>
                  <a:pt x="321860" y="28575"/>
                </a:lnTo>
                <a:lnTo>
                  <a:pt x="264795" y="0"/>
                </a:lnTo>
                <a:close/>
              </a:path>
              <a:path w="350520" h="85725">
                <a:moveTo>
                  <a:pt x="26479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64795" y="57150"/>
                </a:lnTo>
                <a:lnTo>
                  <a:pt x="264795" y="28575"/>
                </a:lnTo>
                <a:close/>
              </a:path>
              <a:path w="350520" h="85725">
                <a:moveTo>
                  <a:pt x="321860" y="28575"/>
                </a:moveTo>
                <a:lnTo>
                  <a:pt x="279019" y="28575"/>
                </a:lnTo>
                <a:lnTo>
                  <a:pt x="279019" y="57150"/>
                </a:lnTo>
                <a:lnTo>
                  <a:pt x="322029" y="57150"/>
                </a:lnTo>
                <a:lnTo>
                  <a:pt x="350520" y="42926"/>
                </a:lnTo>
                <a:lnTo>
                  <a:pt x="321860" y="285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62" name="object 74"/>
          <p:cNvGrpSpPr/>
          <p:nvPr/>
        </p:nvGrpSpPr>
        <p:grpSpPr>
          <a:xfrm>
            <a:off x="5766120" y="4554360"/>
            <a:ext cx="304560" cy="304560"/>
            <a:chOff x="5766120" y="4554360"/>
            <a:chExt cx="304560" cy="304560"/>
          </a:xfrm>
        </p:grpSpPr>
        <p:sp>
          <p:nvSpPr>
            <p:cNvPr id="463" name="object 75"/>
            <p:cNvSpPr/>
            <p:nvPr/>
          </p:nvSpPr>
          <p:spPr>
            <a:xfrm>
              <a:off x="5766120" y="455436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object 76"/>
            <p:cNvSpPr/>
            <p:nvPr/>
          </p:nvSpPr>
          <p:spPr>
            <a:xfrm>
              <a:off x="5766120" y="455436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5" name="object 77"/>
          <p:cNvSpPr/>
          <p:nvPr/>
        </p:nvSpPr>
        <p:spPr>
          <a:xfrm>
            <a:off x="5615280" y="4137480"/>
            <a:ext cx="628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 indent="3060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Plain</a:t>
            </a:r>
            <a:r>
              <a:rPr lang="en-US" sz="1050" b="1" u="none" spc="-45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26" strike="noStrike">
                <a:solidFill>
                  <a:srgbClr val="0000FF"/>
                </a:solidFill>
                <a:effectLst/>
                <a:uFillTx/>
                <a:latin typeface="Arial"/>
              </a:rPr>
              <a:t>ol’ </a:t>
            </a:r>
            <a:r>
              <a:rPr lang="en-US" sz="105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AND</a:t>
            </a:r>
            <a:r>
              <a:rPr lang="en-US" sz="1050" b="1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gate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6" name="object 78"/>
          <p:cNvGrpSpPr/>
          <p:nvPr/>
        </p:nvGrpSpPr>
        <p:grpSpPr>
          <a:xfrm>
            <a:off x="5970240" y="5695920"/>
            <a:ext cx="304560" cy="456840"/>
            <a:chOff x="5970240" y="5695920"/>
            <a:chExt cx="304560" cy="456840"/>
          </a:xfrm>
        </p:grpSpPr>
        <p:sp>
          <p:nvSpPr>
            <p:cNvPr id="467" name="object 79"/>
            <p:cNvSpPr/>
            <p:nvPr/>
          </p:nvSpPr>
          <p:spPr>
            <a:xfrm>
              <a:off x="5970240" y="56959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5"/>
                  </a:lnTo>
                  <a:lnTo>
                    <a:pt x="57067" y="50221"/>
                  </a:lnTo>
                  <a:lnTo>
                    <a:pt x="33470" y="85623"/>
                  </a:lnTo>
                  <a:lnTo>
                    <a:pt x="15484" y="128068"/>
                  </a:lnTo>
                  <a:lnTo>
                    <a:pt x="4023" y="176184"/>
                  </a:lnTo>
                  <a:lnTo>
                    <a:pt x="0" y="228600"/>
                  </a:lnTo>
                  <a:lnTo>
                    <a:pt x="4023" y="281015"/>
                  </a:lnTo>
                  <a:lnTo>
                    <a:pt x="15484" y="329131"/>
                  </a:lnTo>
                  <a:lnTo>
                    <a:pt x="33470" y="371576"/>
                  </a:lnTo>
                  <a:lnTo>
                    <a:pt x="57067" y="406978"/>
                  </a:lnTo>
                  <a:lnTo>
                    <a:pt x="85363" y="433964"/>
                  </a:lnTo>
                  <a:lnTo>
                    <a:pt x="152400" y="457200"/>
                  </a:lnTo>
                  <a:lnTo>
                    <a:pt x="187354" y="451162"/>
                  </a:lnTo>
                  <a:lnTo>
                    <a:pt x="247732" y="406978"/>
                  </a:lnTo>
                  <a:lnTo>
                    <a:pt x="271329" y="371576"/>
                  </a:lnTo>
                  <a:lnTo>
                    <a:pt x="289315" y="329131"/>
                  </a:lnTo>
                  <a:lnTo>
                    <a:pt x="300776" y="281015"/>
                  </a:lnTo>
                  <a:lnTo>
                    <a:pt x="304800" y="228600"/>
                  </a:lnTo>
                  <a:lnTo>
                    <a:pt x="300776" y="176184"/>
                  </a:lnTo>
                  <a:lnTo>
                    <a:pt x="289315" y="128068"/>
                  </a:lnTo>
                  <a:lnTo>
                    <a:pt x="271329" y="85623"/>
                  </a:lnTo>
                  <a:lnTo>
                    <a:pt x="247732" y="50221"/>
                  </a:lnTo>
                  <a:lnTo>
                    <a:pt x="219436" y="23235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object 80"/>
            <p:cNvSpPr/>
            <p:nvPr/>
          </p:nvSpPr>
          <p:spPr>
            <a:xfrm>
              <a:off x="5970240" y="56959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4"/>
                  </a:lnTo>
                  <a:lnTo>
                    <a:pt x="15484" y="128068"/>
                  </a:lnTo>
                  <a:lnTo>
                    <a:pt x="33470" y="85623"/>
                  </a:lnTo>
                  <a:lnTo>
                    <a:pt x="57067" y="50221"/>
                  </a:lnTo>
                  <a:lnTo>
                    <a:pt x="85363" y="23235"/>
                  </a:lnTo>
                  <a:lnTo>
                    <a:pt x="152400" y="0"/>
                  </a:lnTo>
                  <a:lnTo>
                    <a:pt x="187354" y="6037"/>
                  </a:lnTo>
                  <a:lnTo>
                    <a:pt x="247732" y="50221"/>
                  </a:lnTo>
                  <a:lnTo>
                    <a:pt x="271329" y="85623"/>
                  </a:lnTo>
                  <a:lnTo>
                    <a:pt x="289315" y="128068"/>
                  </a:lnTo>
                  <a:lnTo>
                    <a:pt x="300776" y="176184"/>
                  </a:lnTo>
                  <a:lnTo>
                    <a:pt x="304800" y="228600"/>
                  </a:lnTo>
                  <a:lnTo>
                    <a:pt x="300776" y="281015"/>
                  </a:lnTo>
                  <a:lnTo>
                    <a:pt x="289315" y="329131"/>
                  </a:lnTo>
                  <a:lnTo>
                    <a:pt x="271329" y="371576"/>
                  </a:lnTo>
                  <a:lnTo>
                    <a:pt x="247732" y="406978"/>
                  </a:lnTo>
                  <a:lnTo>
                    <a:pt x="219436" y="433964"/>
                  </a:lnTo>
                  <a:lnTo>
                    <a:pt x="152400" y="457200"/>
                  </a:lnTo>
                  <a:lnTo>
                    <a:pt x="117445" y="451162"/>
                  </a:lnTo>
                  <a:lnTo>
                    <a:pt x="57067" y="406978"/>
                  </a:lnTo>
                  <a:lnTo>
                    <a:pt x="33470" y="371576"/>
                  </a:lnTo>
                  <a:lnTo>
                    <a:pt x="15484" y="329131"/>
                  </a:lnTo>
                  <a:lnTo>
                    <a:pt x="4023" y="281015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9" name="object 81"/>
          <p:cNvSpPr/>
          <p:nvPr/>
        </p:nvSpPr>
        <p:spPr>
          <a:xfrm>
            <a:off x="4817880" y="5270760"/>
            <a:ext cx="260640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055520" indent="-720" algn="ctr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050" b="1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Zero </a:t>
            </a:r>
            <a:r>
              <a:rPr lang="en-US" sz="1050" b="1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extender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40" algn="ctr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"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080"/>
              </a:lnSpc>
              <a:spcBef>
                <a:spcPts val="451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Converts</a:t>
            </a:r>
            <a:r>
              <a:rPr lang="en-US" sz="900" b="0" u="none" spc="-3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to</a:t>
            </a:r>
            <a:r>
              <a:rPr lang="en-US" sz="900" b="0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longer</a:t>
            </a:r>
            <a:r>
              <a:rPr lang="en-US" sz="900" b="0" u="none" spc="-45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bit</a:t>
            </a:r>
            <a:r>
              <a:rPr lang="en-US" sz="900" b="0" u="none" spc="-3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widths</a:t>
            </a:r>
            <a:r>
              <a:rPr lang="en-US" sz="900" b="0" u="none" spc="-20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for</a:t>
            </a:r>
            <a:r>
              <a:rPr lang="en-US" sz="900" b="0" u="none" spc="-26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i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unsigned</a:t>
            </a:r>
            <a:r>
              <a:rPr lang="en-US" sz="900" b="0" i="1" u="none" spc="-60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90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numbers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25520">
              <a:lnSpc>
                <a:spcPts val="126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(3)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0011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=&gt;</a:t>
            </a:r>
            <a:r>
              <a:rPr lang="en-US" sz="105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0000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0011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(still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pc="-26" strike="noStrike">
                <a:solidFill>
                  <a:srgbClr val="0000FF"/>
                </a:solidFill>
                <a:effectLst/>
                <a:uFillTx/>
                <a:latin typeface="Arial"/>
              </a:rPr>
              <a:t>3)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2552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(9)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1011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=&gt;</a:t>
            </a:r>
            <a:r>
              <a:rPr lang="en-US" sz="1050" b="0" u="none" spc="-11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0000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1001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(still</a:t>
            </a:r>
            <a:r>
              <a:rPr lang="en-US" sz="1050" b="0" u="none" spc="-14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pc="-26" strike="noStrike">
                <a:solidFill>
                  <a:srgbClr val="0000FF"/>
                </a:solidFill>
                <a:effectLst/>
                <a:uFillTx/>
                <a:latin typeface="Arial"/>
              </a:rPr>
              <a:t>9)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6344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Let’s</a:t>
            </a:r>
            <a:r>
              <a:rPr lang="en-US" sz="28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Build</a:t>
            </a:r>
            <a:r>
              <a:rPr lang="en-US" sz="28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lang="en-US" sz="28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MIPS-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like</a:t>
            </a:r>
            <a:r>
              <a:rPr lang="en-US" sz="2800" b="1" u="none" spc="-3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Datapath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sldNum" idx="26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F45E7995-C65E-4EF8-90F5-CF7BE81FD8D8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473" name="object 3"/>
            <p:cNvPicPr/>
            <p:nvPr/>
          </p:nvPicPr>
          <p:blipFill>
            <a:blip r:embed="rId1"/>
            <a:stretch/>
          </p:blipFill>
          <p:spPr>
            <a:xfrm>
              <a:off x="2952000" y="131040"/>
              <a:ext cx="32335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4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30092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Start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With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Fetch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6" name="object 6"/>
          <p:cNvSpPr/>
          <p:nvPr/>
        </p:nvSpPr>
        <p:spPr>
          <a:xfrm>
            <a:off x="841680" y="5212800"/>
            <a:ext cx="780012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3080" rIns="0" bIns="0" anchor="t">
            <a:spAutoFit/>
          </a:bodyPr>
          <a:p>
            <a:pPr marL="241200" indent="-22860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+4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incrementer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default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next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04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  <a:tab pos="34099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+4 (and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+1)?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will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 be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16-bit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Duke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250/16?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7" name="object 7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478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object 9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0" name="object 10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1" name="object 11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482" name="object 12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83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object 14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5" name="object 15"/>
          <p:cNvSpPr/>
          <p:nvPr/>
        </p:nvSpPr>
        <p:spPr>
          <a:xfrm>
            <a:off x="1685880" y="3027960"/>
            <a:ext cx="5907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5328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6" name="object 16"/>
          <p:cNvGrpSpPr/>
          <p:nvPr/>
        </p:nvGrpSpPr>
        <p:grpSpPr>
          <a:xfrm>
            <a:off x="291240" y="1815120"/>
            <a:ext cx="2452320" cy="2085840"/>
            <a:chOff x="291240" y="1815120"/>
            <a:chExt cx="2452320" cy="2085840"/>
          </a:xfrm>
        </p:grpSpPr>
        <p:pic>
          <p:nvPicPr>
            <p:cNvPr id="487" name="object 17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88" name="object 18"/>
            <p:cNvSpPr/>
            <p:nvPr/>
          </p:nvSpPr>
          <p:spPr>
            <a:xfrm>
              <a:off x="915120" y="1981800"/>
              <a:ext cx="1828440" cy="14144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4440"/>
                <a:gd name="textAreaBottom" fmla="*/ 1414800 h 1414440"/>
              </a:gdLst>
              <a:ahLst/>
              <a:cxnLst/>
              <a:rect l="textAreaLeft" t="textAreaTop" r="textAreaRight" b="textAreaBottom"/>
              <a:pathLst>
                <a:path w="1828800" h="1414779">
                  <a:moveTo>
                    <a:pt x="609600" y="1371600"/>
                  </a:moveTo>
                  <a:lnTo>
                    <a:pt x="580936" y="1357249"/>
                  </a:lnTo>
                  <a:lnTo>
                    <a:pt x="523875" y="1328674"/>
                  </a:lnTo>
                  <a:lnTo>
                    <a:pt x="523875" y="1357249"/>
                  </a:lnTo>
                  <a:lnTo>
                    <a:pt x="0" y="1357249"/>
                  </a:lnTo>
                  <a:lnTo>
                    <a:pt x="0" y="1385824"/>
                  </a:lnTo>
                  <a:lnTo>
                    <a:pt x="523875" y="1385824"/>
                  </a:lnTo>
                  <a:lnTo>
                    <a:pt x="523875" y="1414399"/>
                  </a:lnTo>
                  <a:lnTo>
                    <a:pt x="581101" y="1385824"/>
                  </a:lnTo>
                  <a:lnTo>
                    <a:pt x="609600" y="1371600"/>
                  </a:lnTo>
                  <a:close/>
                </a:path>
                <a:path w="1828800" h="1414779">
                  <a:moveTo>
                    <a:pt x="914400" y="152400"/>
                  </a:moveTo>
                  <a:lnTo>
                    <a:pt x="609600" y="0"/>
                  </a:lnTo>
                  <a:lnTo>
                    <a:pt x="609600" y="228600"/>
                  </a:lnTo>
                  <a:lnTo>
                    <a:pt x="677037" y="306324"/>
                  </a:lnTo>
                  <a:lnTo>
                    <a:pt x="609600" y="381000"/>
                  </a:lnTo>
                  <a:lnTo>
                    <a:pt x="609600" y="609600"/>
                  </a:lnTo>
                  <a:lnTo>
                    <a:pt x="914400" y="457200"/>
                  </a:lnTo>
                  <a:lnTo>
                    <a:pt x="914400" y="152400"/>
                  </a:lnTo>
                  <a:close/>
                </a:path>
                <a:path w="1828800" h="1414779">
                  <a:moveTo>
                    <a:pt x="1828800" y="1371600"/>
                  </a:moveTo>
                  <a:lnTo>
                    <a:pt x="1800136" y="1357249"/>
                  </a:lnTo>
                  <a:lnTo>
                    <a:pt x="1743075" y="1328674"/>
                  </a:lnTo>
                  <a:lnTo>
                    <a:pt x="1743075" y="1357249"/>
                  </a:lnTo>
                  <a:lnTo>
                    <a:pt x="1524000" y="1357249"/>
                  </a:lnTo>
                  <a:lnTo>
                    <a:pt x="1524000" y="1385824"/>
                  </a:lnTo>
                  <a:lnTo>
                    <a:pt x="1743075" y="1385824"/>
                  </a:lnTo>
                  <a:lnTo>
                    <a:pt x="1743075" y="1414399"/>
                  </a:lnTo>
                  <a:lnTo>
                    <a:pt x="1800301" y="1385824"/>
                  </a:lnTo>
                  <a:lnTo>
                    <a:pt x="1828800" y="13716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object 19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object 20"/>
            <p:cNvSpPr/>
            <p:nvPr/>
          </p:nvSpPr>
          <p:spPr>
            <a:xfrm>
              <a:off x="291240" y="1815120"/>
              <a:ext cx="1856880" cy="1580760"/>
            </a:xfrm>
            <a:custGeom>
              <a:avLst/>
              <a:gdLst>
                <a:gd name="textAreaLeft" fmla="*/ 0 w 1856880"/>
                <a:gd name="textAreaRight" fmla="*/ 1857240 w 1856880"/>
                <a:gd name="textAreaTop" fmla="*/ 0 h 1580760"/>
                <a:gd name="textAreaBottom" fmla="*/ 1581120 h 1580760"/>
              </a:gdLst>
              <a:ahLst/>
              <a:cxnLst/>
              <a:rect l="textAreaLeft" t="textAreaTop" r="textAreaRight" b="textAreaBottom"/>
              <a:pathLst>
                <a:path w="1857375" h="1581150">
                  <a:moveTo>
                    <a:pt x="1233487" y="623951"/>
                  </a:moveTo>
                  <a:lnTo>
                    <a:pt x="1204823" y="609600"/>
                  </a:lnTo>
                  <a:lnTo>
                    <a:pt x="1147762" y="581025"/>
                  </a:lnTo>
                  <a:lnTo>
                    <a:pt x="1147762" y="609600"/>
                  </a:lnTo>
                  <a:lnTo>
                    <a:pt x="920800" y="609600"/>
                  </a:lnTo>
                  <a:lnTo>
                    <a:pt x="914400" y="616077"/>
                  </a:lnTo>
                  <a:lnTo>
                    <a:pt x="914400" y="1538351"/>
                  </a:lnTo>
                  <a:lnTo>
                    <a:pt x="942975" y="1538351"/>
                  </a:lnTo>
                  <a:lnTo>
                    <a:pt x="942975" y="638175"/>
                  </a:lnTo>
                  <a:lnTo>
                    <a:pt x="1147762" y="638175"/>
                  </a:lnTo>
                  <a:lnTo>
                    <a:pt x="1147762" y="666750"/>
                  </a:lnTo>
                  <a:lnTo>
                    <a:pt x="1204988" y="638175"/>
                  </a:lnTo>
                  <a:lnTo>
                    <a:pt x="1233487" y="623951"/>
                  </a:lnTo>
                  <a:close/>
                </a:path>
                <a:path w="1857375" h="1581150">
                  <a:moveTo>
                    <a:pt x="1857311" y="6477"/>
                  </a:moveTo>
                  <a:lnTo>
                    <a:pt x="18509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1546225"/>
                  </a:lnTo>
                  <a:lnTo>
                    <a:pt x="6400" y="1552575"/>
                  </a:lnTo>
                  <a:lnTo>
                    <a:pt x="233362" y="1552575"/>
                  </a:lnTo>
                  <a:lnTo>
                    <a:pt x="233362" y="1581150"/>
                  </a:lnTo>
                  <a:lnTo>
                    <a:pt x="290588" y="1552575"/>
                  </a:lnTo>
                  <a:lnTo>
                    <a:pt x="319087" y="1538351"/>
                  </a:lnTo>
                  <a:lnTo>
                    <a:pt x="290423" y="1524000"/>
                  </a:lnTo>
                  <a:lnTo>
                    <a:pt x="233362" y="1495425"/>
                  </a:lnTo>
                  <a:lnTo>
                    <a:pt x="233362" y="1524000"/>
                  </a:lnTo>
                  <a:lnTo>
                    <a:pt x="28575" y="1524000"/>
                  </a:lnTo>
                  <a:lnTo>
                    <a:pt x="28575" y="28575"/>
                  </a:lnTo>
                  <a:lnTo>
                    <a:pt x="1828736" y="28575"/>
                  </a:lnTo>
                  <a:lnTo>
                    <a:pt x="1828736" y="457200"/>
                  </a:lnTo>
                  <a:lnTo>
                    <a:pt x="1538287" y="457200"/>
                  </a:lnTo>
                  <a:lnTo>
                    <a:pt x="1538287" y="485775"/>
                  </a:lnTo>
                  <a:lnTo>
                    <a:pt x="1850961" y="485775"/>
                  </a:lnTo>
                  <a:lnTo>
                    <a:pt x="1857311" y="479425"/>
                  </a:lnTo>
                  <a:lnTo>
                    <a:pt x="1857311" y="471551"/>
                  </a:lnTo>
                  <a:lnTo>
                    <a:pt x="1857311" y="457200"/>
                  </a:lnTo>
                  <a:lnTo>
                    <a:pt x="1857311" y="28575"/>
                  </a:lnTo>
                  <a:lnTo>
                    <a:pt x="1857311" y="14351"/>
                  </a:lnTo>
                  <a:lnTo>
                    <a:pt x="1857311" y="6477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1" name="object 21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 type="sldNum" idx="27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3A96575B-037C-4902-90E5-D465C75BBF5E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object 2"/>
          <p:cNvGrpSpPr/>
          <p:nvPr/>
        </p:nvGrpSpPr>
        <p:grpSpPr>
          <a:xfrm>
            <a:off x="4877640" y="2743920"/>
            <a:ext cx="609120" cy="1218960"/>
            <a:chOff x="4877640" y="2743920"/>
            <a:chExt cx="609120" cy="1218960"/>
          </a:xfrm>
        </p:grpSpPr>
        <p:sp>
          <p:nvSpPr>
            <p:cNvPr id="494" name="object 3"/>
            <p:cNvSpPr/>
            <p:nvPr/>
          </p:nvSpPr>
          <p:spPr>
            <a:xfrm>
              <a:off x="48776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object 4"/>
            <p:cNvSpPr/>
            <p:nvPr/>
          </p:nvSpPr>
          <p:spPr>
            <a:xfrm>
              <a:off x="48776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6" name="object 5"/>
          <p:cNvGrpSpPr/>
          <p:nvPr/>
        </p:nvGrpSpPr>
        <p:grpSpPr>
          <a:xfrm>
            <a:off x="0" y="0"/>
            <a:ext cx="9143640" cy="1038960"/>
            <a:chOff x="0" y="0"/>
            <a:chExt cx="9143640" cy="1038960"/>
          </a:xfrm>
        </p:grpSpPr>
        <p:pic>
          <p:nvPicPr>
            <p:cNvPr id="497" name="object 6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1038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8" name="object 7"/>
            <p:cNvPicPr/>
            <p:nvPr/>
          </p:nvPicPr>
          <p:blipFill>
            <a:blip r:embed="rId2"/>
            <a:stretch/>
          </p:blipFill>
          <p:spPr>
            <a:xfrm>
              <a:off x="1516320" y="131040"/>
              <a:ext cx="610488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9" name="object 8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5735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First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Instruction:</a:t>
            </a:r>
            <a:r>
              <a:rPr lang="en-US" sz="2800" b="1" u="none" spc="-5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add</a:t>
            </a:r>
            <a:r>
              <a:rPr lang="en-US" sz="2800" b="1" u="none" spc="-7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$rd,</a:t>
            </a:r>
            <a:r>
              <a:rPr lang="en-US" sz="2800" b="1" u="none" spc="-7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$rs,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$rt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1" name="object 10"/>
          <p:cNvSpPr/>
          <p:nvPr/>
        </p:nvSpPr>
        <p:spPr>
          <a:xfrm>
            <a:off x="841680" y="5488920"/>
            <a:ext cx="3042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41200" indent="-2286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file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ALU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2" name="object 11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503" name="object 12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object 13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5" name="object 14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6" name="object 15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507" name="object 16"/>
            <p:cNvPicPr/>
            <p:nvPr/>
          </p:nvPicPr>
          <p:blipFill>
            <a:blip r:embed="rId3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8" name="object 17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object 18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0" name="object 19"/>
          <p:cNvSpPr/>
          <p:nvPr/>
        </p:nvSpPr>
        <p:spPr>
          <a:xfrm>
            <a:off x="1524600" y="2743920"/>
            <a:ext cx="91404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560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520">
              <a:lnSpc>
                <a:spcPct val="100000"/>
              </a:lnSpc>
              <a:spcBef>
                <a:spcPts val="6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1" name="object 20"/>
          <p:cNvPicPr/>
          <p:nvPr/>
        </p:nvPicPr>
        <p:blipFill>
          <a:blip r:embed="rId4"/>
          <a:stretch/>
        </p:blipFill>
        <p:spPr>
          <a:xfrm>
            <a:off x="1900440" y="4992480"/>
            <a:ext cx="788400" cy="45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12" name="object 21"/>
          <p:cNvGrpSpPr/>
          <p:nvPr/>
        </p:nvGrpSpPr>
        <p:grpSpPr>
          <a:xfrm>
            <a:off x="915120" y="2743920"/>
            <a:ext cx="4089960" cy="2703240"/>
            <a:chOff x="915120" y="2743920"/>
            <a:chExt cx="4089960" cy="2703240"/>
          </a:xfrm>
        </p:grpSpPr>
        <p:pic>
          <p:nvPicPr>
            <p:cNvPr id="513" name="object 22"/>
            <p:cNvPicPr/>
            <p:nvPr/>
          </p:nvPicPr>
          <p:blipFill>
            <a:blip r:embed="rId5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14" name="object 23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object 24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object 25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object 26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18" name="object 27"/>
            <p:cNvPicPr/>
            <p:nvPr/>
          </p:nvPicPr>
          <p:blipFill>
            <a:blip r:embed="rId6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19" name="object 28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0" name="object 29"/>
            <p:cNvSpPr/>
            <p:nvPr/>
          </p:nvSpPr>
          <p:spPr>
            <a:xfrm>
              <a:off x="3467160" y="2929680"/>
              <a:ext cx="1410480" cy="1794960"/>
            </a:xfrm>
            <a:custGeom>
              <a:avLst/>
              <a:gdLst>
                <a:gd name="textAreaLeft" fmla="*/ 0 w 1410480"/>
                <a:gd name="textAreaRight" fmla="*/ 1410840 w 14104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14109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14109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14109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794637"/>
                  </a:lnTo>
                  <a:lnTo>
                    <a:pt x="654050" y="17946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1410970" h="1795145">
                  <a:moveTo>
                    <a:pt x="1410462" y="804799"/>
                  </a:moveTo>
                  <a:lnTo>
                    <a:pt x="1381798" y="790448"/>
                  </a:lnTo>
                  <a:lnTo>
                    <a:pt x="1324737" y="761873"/>
                  </a:lnTo>
                  <a:lnTo>
                    <a:pt x="13247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324737" y="819023"/>
                  </a:lnTo>
                  <a:lnTo>
                    <a:pt x="1324737" y="847598"/>
                  </a:lnTo>
                  <a:lnTo>
                    <a:pt x="1381963" y="819023"/>
                  </a:lnTo>
                  <a:lnTo>
                    <a:pt x="1410462" y="804799"/>
                  </a:lnTo>
                  <a:close/>
                </a:path>
                <a:path w="1410970" h="1795145">
                  <a:moveTo>
                    <a:pt x="1410462" y="42799"/>
                  </a:moveTo>
                  <a:lnTo>
                    <a:pt x="1324737" y="0"/>
                  </a:lnTo>
                  <a:lnTo>
                    <a:pt x="13247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1324737" y="57150"/>
                  </a:lnTo>
                  <a:lnTo>
                    <a:pt x="1324737" y="85725"/>
                  </a:lnTo>
                  <a:lnTo>
                    <a:pt x="1381798" y="57150"/>
                  </a:lnTo>
                  <a:lnTo>
                    <a:pt x="1410462" y="42799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object 30"/>
            <p:cNvSpPr/>
            <p:nvPr/>
          </p:nvSpPr>
          <p:spPr>
            <a:xfrm>
              <a:off x="3352680" y="4419720"/>
              <a:ext cx="914040" cy="15192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914400" h="152400">
                  <a:moveTo>
                    <a:pt x="304800" y="0"/>
                  </a:moveTo>
                  <a:lnTo>
                    <a:pt x="0" y="152400"/>
                  </a:lnTo>
                </a:path>
                <a:path w="914400" h="152400">
                  <a:moveTo>
                    <a:pt x="609600" y="0"/>
                  </a:moveTo>
                  <a:lnTo>
                    <a:pt x="304800" y="152400"/>
                  </a:lnTo>
                </a:path>
                <a:path w="914400" h="152400">
                  <a:moveTo>
                    <a:pt x="914400" y="0"/>
                  </a:moveTo>
                  <a:lnTo>
                    <a:pt x="609600" y="152400"/>
                  </a:lnTo>
                </a:path>
              </a:pathLst>
            </a:custGeom>
            <a:noFill/>
            <a:ln w="12700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object 31"/>
            <p:cNvSpPr/>
            <p:nvPr/>
          </p:nvSpPr>
          <p:spPr>
            <a:xfrm>
              <a:off x="2743920" y="3353400"/>
              <a:ext cx="1371240" cy="13712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371600" h="1371600">
                  <a:moveTo>
                    <a:pt x="0" y="0"/>
                  </a:moveTo>
                  <a:lnTo>
                    <a:pt x="0" y="1371600"/>
                  </a:lnTo>
                  <a:lnTo>
                    <a:pt x="1371600" y="137160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object 32"/>
            <p:cNvSpPr/>
            <p:nvPr/>
          </p:nvSpPr>
          <p:spPr>
            <a:xfrm>
              <a:off x="350604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24" name="object 33"/>
            <p:cNvPicPr/>
            <p:nvPr/>
          </p:nvPicPr>
          <p:blipFill>
            <a:blip r:embed="rId7"/>
            <a:stretch/>
          </p:blipFill>
          <p:spPr>
            <a:xfrm>
              <a:off x="3573720" y="4992480"/>
              <a:ext cx="641880" cy="45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5" name="object 34"/>
            <p:cNvSpPr/>
            <p:nvPr/>
          </p:nvSpPr>
          <p:spPr>
            <a:xfrm>
              <a:off x="274392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26" name="object 35"/>
            <p:cNvPicPr/>
            <p:nvPr/>
          </p:nvPicPr>
          <p:blipFill>
            <a:blip r:embed="rId8"/>
            <a:stretch/>
          </p:blipFill>
          <p:spPr>
            <a:xfrm>
              <a:off x="2788920" y="4992480"/>
              <a:ext cx="687600" cy="45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7" name="object 36"/>
            <p:cNvPicPr/>
            <p:nvPr/>
          </p:nvPicPr>
          <p:blipFill>
            <a:blip r:embed="rId9"/>
            <a:stretch/>
          </p:blipFill>
          <p:spPr>
            <a:xfrm>
              <a:off x="4306680" y="4992480"/>
              <a:ext cx="69840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aphicFrame>
        <p:nvGraphicFramePr>
          <p:cNvPr id="528" name="object 37"/>
          <p:cNvGraphicFramePr/>
          <p:nvPr/>
        </p:nvGraphicFramePr>
        <p:xfrm>
          <a:off x="1815120" y="5015520"/>
          <a:ext cx="3200040" cy="304560"/>
        </p:xfrm>
        <a:graphic>
          <a:graphicData uri="http://schemas.openxmlformats.org/drawingml/2006/table">
            <a:tbl>
              <a:tblPr/>
              <a:tblGrid>
                <a:gridCol w="914400"/>
                <a:gridCol w="761760"/>
                <a:gridCol w="761760"/>
                <a:gridCol w="761760"/>
              </a:tblGrid>
              <a:tr h="304560">
                <a:tc>
                  <a:txBody>
                    <a:bodyPr lIns="0" tIns="25200" rIns="0" bIns="0" anchor="t">
                      <a:noAutofit/>
                    </a:bodyPr>
                    <a:p>
                      <a:pPr marL="198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Op(6)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7208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rs(5)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9512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rt(5)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6632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rd(5)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FF0909"/>
                    </a:solidFill>
                  </a:tcPr>
                </a:tc>
              </a:tr>
            </a:tbl>
          </a:graphicData>
        </a:graphic>
      </p:graphicFrame>
      <p:pic>
        <p:nvPicPr>
          <p:cNvPr id="529" name="object 38"/>
          <p:cNvPicPr/>
          <p:nvPr/>
        </p:nvPicPr>
        <p:blipFill>
          <a:blip r:embed="rId10"/>
          <a:stretch/>
        </p:blipFill>
        <p:spPr>
          <a:xfrm>
            <a:off x="5015520" y="4992480"/>
            <a:ext cx="790200" cy="45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object 39"/>
          <p:cNvSpPr/>
          <p:nvPr/>
        </p:nvSpPr>
        <p:spPr>
          <a:xfrm>
            <a:off x="5150520" y="5043600"/>
            <a:ext cx="5209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Sh(5)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1" name="object 40"/>
          <p:cNvPicPr/>
          <p:nvPr/>
        </p:nvPicPr>
        <p:blipFill>
          <a:blip r:embed="rId11"/>
          <a:stretch/>
        </p:blipFill>
        <p:spPr>
          <a:xfrm>
            <a:off x="5771520" y="4992480"/>
            <a:ext cx="969840" cy="45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object 41"/>
          <p:cNvSpPr/>
          <p:nvPr/>
        </p:nvSpPr>
        <p:spPr>
          <a:xfrm>
            <a:off x="5886720" y="5043600"/>
            <a:ext cx="7236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Func(6)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3" name="object 42"/>
          <p:cNvGrpSpPr/>
          <p:nvPr/>
        </p:nvGrpSpPr>
        <p:grpSpPr>
          <a:xfrm>
            <a:off x="1087200" y="4992480"/>
            <a:ext cx="725400" cy="454680"/>
            <a:chOff x="1087200" y="4992480"/>
            <a:chExt cx="725400" cy="454680"/>
          </a:xfrm>
        </p:grpSpPr>
        <p:pic>
          <p:nvPicPr>
            <p:cNvPr id="534" name="object 43"/>
            <p:cNvPicPr/>
            <p:nvPr/>
          </p:nvPicPr>
          <p:blipFill>
            <a:blip r:embed="rId12"/>
            <a:stretch/>
          </p:blipFill>
          <p:spPr>
            <a:xfrm>
              <a:off x="1087200" y="5110920"/>
              <a:ext cx="145080" cy="168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5" name="object 44"/>
            <p:cNvPicPr/>
            <p:nvPr/>
          </p:nvPicPr>
          <p:blipFill>
            <a:blip r:embed="rId13"/>
            <a:stretch/>
          </p:blipFill>
          <p:spPr>
            <a:xfrm>
              <a:off x="1092600" y="4992480"/>
              <a:ext cx="338760" cy="45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6" name="object 45"/>
            <p:cNvPicPr/>
            <p:nvPr/>
          </p:nvPicPr>
          <p:blipFill>
            <a:blip r:embed="rId14"/>
            <a:stretch/>
          </p:blipFill>
          <p:spPr>
            <a:xfrm>
              <a:off x="1159920" y="4992480"/>
              <a:ext cx="65268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37" name="object 46"/>
          <p:cNvSpPr/>
          <p:nvPr/>
        </p:nvSpPr>
        <p:spPr>
          <a:xfrm>
            <a:off x="1061280" y="5043600"/>
            <a:ext cx="619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R-type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object 47"/>
          <p:cNvSpPr/>
          <p:nvPr/>
        </p:nvSpPr>
        <p:spPr>
          <a:xfrm>
            <a:off x="3044520" y="4724280"/>
            <a:ext cx="1606680" cy="310320"/>
          </a:xfrm>
          <a:custGeom>
            <a:avLst/>
            <a:gdLst>
              <a:gd name="textAreaLeft" fmla="*/ 0 w 1606680"/>
              <a:gd name="textAreaRight" fmla="*/ 1607040 w 1606680"/>
              <a:gd name="textAreaTop" fmla="*/ 0 h 310320"/>
              <a:gd name="textAreaBottom" fmla="*/ 310680 h 310320"/>
            </a:gdLst>
            <a:ahLst/>
            <a:cxnLst/>
            <a:rect l="textAreaLeft" t="textAreaTop" r="textAreaRight" b="textAreaBottom"/>
            <a:pathLst>
              <a:path w="1607185" h="310514">
                <a:moveTo>
                  <a:pt x="460756" y="0"/>
                </a:moveTo>
                <a:lnTo>
                  <a:pt x="376174" y="10541"/>
                </a:lnTo>
                <a:lnTo>
                  <a:pt x="393827" y="37007"/>
                </a:lnTo>
                <a:lnTo>
                  <a:pt x="0" y="299466"/>
                </a:lnTo>
                <a:lnTo>
                  <a:pt x="7112" y="310134"/>
                </a:lnTo>
                <a:lnTo>
                  <a:pt x="400888" y="47586"/>
                </a:lnTo>
                <a:lnTo>
                  <a:pt x="418465" y="73914"/>
                </a:lnTo>
                <a:lnTo>
                  <a:pt x="443598" y="29972"/>
                </a:lnTo>
                <a:lnTo>
                  <a:pt x="460756" y="0"/>
                </a:lnTo>
                <a:close/>
              </a:path>
              <a:path w="1607185" h="310514">
                <a:moveTo>
                  <a:pt x="803656" y="76200"/>
                </a:moveTo>
                <a:lnTo>
                  <a:pt x="797306" y="63500"/>
                </a:lnTo>
                <a:lnTo>
                  <a:pt x="765556" y="0"/>
                </a:lnTo>
                <a:lnTo>
                  <a:pt x="727456" y="76200"/>
                </a:lnTo>
                <a:lnTo>
                  <a:pt x="759206" y="76200"/>
                </a:lnTo>
                <a:lnTo>
                  <a:pt x="759206" y="304800"/>
                </a:lnTo>
                <a:lnTo>
                  <a:pt x="771906" y="304800"/>
                </a:lnTo>
                <a:lnTo>
                  <a:pt x="771906" y="76200"/>
                </a:lnTo>
                <a:lnTo>
                  <a:pt x="803656" y="76200"/>
                </a:lnTo>
                <a:close/>
              </a:path>
              <a:path w="1607185" h="310514">
                <a:moveTo>
                  <a:pt x="1606931" y="299339"/>
                </a:moveTo>
                <a:lnTo>
                  <a:pt x="1139647" y="32321"/>
                </a:lnTo>
                <a:lnTo>
                  <a:pt x="1143241" y="26035"/>
                </a:lnTo>
                <a:lnTo>
                  <a:pt x="1155446" y="4699"/>
                </a:lnTo>
                <a:lnTo>
                  <a:pt x="1070356" y="0"/>
                </a:lnTo>
                <a:lnTo>
                  <a:pt x="1117600" y="70866"/>
                </a:lnTo>
                <a:lnTo>
                  <a:pt x="1133373" y="43294"/>
                </a:lnTo>
                <a:lnTo>
                  <a:pt x="1600581" y="310261"/>
                </a:lnTo>
                <a:lnTo>
                  <a:pt x="1606931" y="2993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object 48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0" name="object 49"/>
          <p:cNvGrpSpPr/>
          <p:nvPr/>
        </p:nvGrpSpPr>
        <p:grpSpPr>
          <a:xfrm>
            <a:off x="291240" y="1815120"/>
            <a:ext cx="5514480" cy="1580760"/>
            <a:chOff x="291240" y="1815120"/>
            <a:chExt cx="5514480" cy="1580760"/>
          </a:xfrm>
        </p:grpSpPr>
        <p:sp>
          <p:nvSpPr>
            <p:cNvPr id="541" name="object 50"/>
            <p:cNvSpPr/>
            <p:nvPr/>
          </p:nvSpPr>
          <p:spPr>
            <a:xfrm>
              <a:off x="2729520" y="2577240"/>
              <a:ext cx="3076200" cy="790200"/>
            </a:xfrm>
            <a:custGeom>
              <a:avLst/>
              <a:gdLst>
                <a:gd name="textAreaLeft" fmla="*/ 0 w 3076200"/>
                <a:gd name="textAreaRight" fmla="*/ 3076560 w 3076200"/>
                <a:gd name="textAreaTop" fmla="*/ 0 h 790200"/>
                <a:gd name="textAreaBottom" fmla="*/ 790560 h 790200"/>
              </a:gdLst>
              <a:ahLst/>
              <a:cxnLst/>
              <a:rect l="textAreaLeft" t="textAreaTop" r="textAreaRight" b="textAreaBottom"/>
              <a:pathLst>
                <a:path w="3076575" h="790575">
                  <a:moveTo>
                    <a:pt x="3048000" y="762000"/>
                  </a:moveTo>
                  <a:lnTo>
                    <a:pt x="2757551" y="762000"/>
                  </a:lnTo>
                  <a:lnTo>
                    <a:pt x="2757551" y="790575"/>
                  </a:lnTo>
                  <a:lnTo>
                    <a:pt x="3070225" y="790575"/>
                  </a:lnTo>
                  <a:lnTo>
                    <a:pt x="3076575" y="784225"/>
                  </a:lnTo>
                  <a:lnTo>
                    <a:pt x="3076575" y="776351"/>
                  </a:lnTo>
                  <a:lnTo>
                    <a:pt x="3048000" y="776351"/>
                  </a:lnTo>
                  <a:lnTo>
                    <a:pt x="3048000" y="762000"/>
                  </a:lnTo>
                  <a:close/>
                </a:path>
                <a:path w="3076575" h="790575">
                  <a:moveTo>
                    <a:pt x="3048000" y="14350"/>
                  </a:moveTo>
                  <a:lnTo>
                    <a:pt x="3048000" y="776351"/>
                  </a:lnTo>
                  <a:lnTo>
                    <a:pt x="3062351" y="762000"/>
                  </a:lnTo>
                  <a:lnTo>
                    <a:pt x="3076575" y="762000"/>
                  </a:lnTo>
                  <a:lnTo>
                    <a:pt x="3076575" y="28575"/>
                  </a:lnTo>
                  <a:lnTo>
                    <a:pt x="3062351" y="28575"/>
                  </a:lnTo>
                  <a:lnTo>
                    <a:pt x="3048000" y="14350"/>
                  </a:lnTo>
                  <a:close/>
                </a:path>
                <a:path w="3076575" h="790575">
                  <a:moveTo>
                    <a:pt x="3076575" y="762000"/>
                  </a:moveTo>
                  <a:lnTo>
                    <a:pt x="3062351" y="762000"/>
                  </a:lnTo>
                  <a:lnTo>
                    <a:pt x="3048000" y="776351"/>
                  </a:lnTo>
                  <a:lnTo>
                    <a:pt x="3076575" y="776351"/>
                  </a:lnTo>
                  <a:lnTo>
                    <a:pt x="3076575" y="762000"/>
                  </a:lnTo>
                  <a:close/>
                </a:path>
                <a:path w="3076575" h="790575">
                  <a:moveTo>
                    <a:pt x="233425" y="428625"/>
                  </a:moveTo>
                  <a:lnTo>
                    <a:pt x="233425" y="514350"/>
                  </a:lnTo>
                  <a:lnTo>
                    <a:pt x="290660" y="485775"/>
                  </a:lnTo>
                  <a:lnTo>
                    <a:pt x="247650" y="485775"/>
                  </a:lnTo>
                  <a:lnTo>
                    <a:pt x="247650" y="457200"/>
                  </a:lnTo>
                  <a:lnTo>
                    <a:pt x="290491" y="457200"/>
                  </a:lnTo>
                  <a:lnTo>
                    <a:pt x="233425" y="428625"/>
                  </a:lnTo>
                  <a:close/>
                </a:path>
                <a:path w="3076575" h="790575">
                  <a:moveTo>
                    <a:pt x="3070225" y="0"/>
                  </a:moveTo>
                  <a:lnTo>
                    <a:pt x="6476" y="0"/>
                  </a:lnTo>
                  <a:lnTo>
                    <a:pt x="0" y="6476"/>
                  </a:lnTo>
                  <a:lnTo>
                    <a:pt x="0" y="479425"/>
                  </a:lnTo>
                  <a:lnTo>
                    <a:pt x="6476" y="485775"/>
                  </a:lnTo>
                  <a:lnTo>
                    <a:pt x="233425" y="485775"/>
                  </a:lnTo>
                  <a:lnTo>
                    <a:pt x="233425" y="471550"/>
                  </a:lnTo>
                  <a:lnTo>
                    <a:pt x="28575" y="471550"/>
                  </a:lnTo>
                  <a:lnTo>
                    <a:pt x="14350" y="457200"/>
                  </a:lnTo>
                  <a:lnTo>
                    <a:pt x="28575" y="457200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0"/>
                  </a:lnTo>
                  <a:lnTo>
                    <a:pt x="3076575" y="14350"/>
                  </a:lnTo>
                  <a:lnTo>
                    <a:pt x="3076575" y="6476"/>
                  </a:lnTo>
                  <a:lnTo>
                    <a:pt x="3070225" y="0"/>
                  </a:lnTo>
                  <a:close/>
                </a:path>
                <a:path w="3076575" h="790575">
                  <a:moveTo>
                    <a:pt x="290491" y="457200"/>
                  </a:moveTo>
                  <a:lnTo>
                    <a:pt x="247650" y="457200"/>
                  </a:lnTo>
                  <a:lnTo>
                    <a:pt x="247650" y="485775"/>
                  </a:lnTo>
                  <a:lnTo>
                    <a:pt x="290660" y="485775"/>
                  </a:lnTo>
                  <a:lnTo>
                    <a:pt x="319150" y="471550"/>
                  </a:lnTo>
                  <a:lnTo>
                    <a:pt x="290491" y="457200"/>
                  </a:lnTo>
                  <a:close/>
                </a:path>
                <a:path w="3076575" h="790575">
                  <a:moveTo>
                    <a:pt x="28575" y="457200"/>
                  </a:moveTo>
                  <a:lnTo>
                    <a:pt x="14350" y="457200"/>
                  </a:lnTo>
                  <a:lnTo>
                    <a:pt x="28575" y="471550"/>
                  </a:lnTo>
                  <a:lnTo>
                    <a:pt x="28575" y="457200"/>
                  </a:lnTo>
                  <a:close/>
                </a:path>
                <a:path w="3076575" h="790575">
                  <a:moveTo>
                    <a:pt x="233425" y="457200"/>
                  </a:moveTo>
                  <a:lnTo>
                    <a:pt x="28575" y="457200"/>
                  </a:lnTo>
                  <a:lnTo>
                    <a:pt x="28575" y="471550"/>
                  </a:lnTo>
                  <a:lnTo>
                    <a:pt x="233425" y="471550"/>
                  </a:lnTo>
                  <a:lnTo>
                    <a:pt x="233425" y="457200"/>
                  </a:lnTo>
                  <a:close/>
                </a:path>
                <a:path w="3076575" h="790575">
                  <a:moveTo>
                    <a:pt x="28575" y="14350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3076575" h="790575">
                  <a:moveTo>
                    <a:pt x="3048000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3048000" y="28575"/>
                  </a:lnTo>
                  <a:lnTo>
                    <a:pt x="3048000" y="14350"/>
                  </a:lnTo>
                  <a:close/>
                </a:path>
                <a:path w="3076575" h="790575">
                  <a:moveTo>
                    <a:pt x="3076575" y="14350"/>
                  </a:moveTo>
                  <a:lnTo>
                    <a:pt x="3048000" y="14350"/>
                  </a:lnTo>
                  <a:lnTo>
                    <a:pt x="3062351" y="28575"/>
                  </a:lnTo>
                  <a:lnTo>
                    <a:pt x="3076575" y="28575"/>
                  </a:lnTo>
                  <a:lnTo>
                    <a:pt x="3076575" y="1435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object 51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object 52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object 53"/>
            <p:cNvSpPr/>
            <p:nvPr/>
          </p:nvSpPr>
          <p:spPr>
            <a:xfrm>
              <a:off x="291240" y="1815120"/>
              <a:ext cx="1856880" cy="1580760"/>
            </a:xfrm>
            <a:custGeom>
              <a:avLst/>
              <a:gdLst>
                <a:gd name="textAreaLeft" fmla="*/ 0 w 1856880"/>
                <a:gd name="textAreaRight" fmla="*/ 1857240 w 1856880"/>
                <a:gd name="textAreaTop" fmla="*/ 0 h 1580760"/>
                <a:gd name="textAreaBottom" fmla="*/ 1581120 h 1580760"/>
              </a:gdLst>
              <a:ahLst/>
              <a:cxnLst/>
              <a:rect l="textAreaLeft" t="textAreaTop" r="textAreaRight" b="textAreaBottom"/>
              <a:pathLst>
                <a:path w="1857375" h="1581150">
                  <a:moveTo>
                    <a:pt x="1233487" y="623951"/>
                  </a:moveTo>
                  <a:lnTo>
                    <a:pt x="1204823" y="609600"/>
                  </a:lnTo>
                  <a:lnTo>
                    <a:pt x="1147762" y="581025"/>
                  </a:lnTo>
                  <a:lnTo>
                    <a:pt x="1147762" y="609600"/>
                  </a:lnTo>
                  <a:lnTo>
                    <a:pt x="920800" y="609600"/>
                  </a:lnTo>
                  <a:lnTo>
                    <a:pt x="914400" y="616077"/>
                  </a:lnTo>
                  <a:lnTo>
                    <a:pt x="914400" y="1538351"/>
                  </a:lnTo>
                  <a:lnTo>
                    <a:pt x="942975" y="1538351"/>
                  </a:lnTo>
                  <a:lnTo>
                    <a:pt x="942975" y="638175"/>
                  </a:lnTo>
                  <a:lnTo>
                    <a:pt x="1147762" y="638175"/>
                  </a:lnTo>
                  <a:lnTo>
                    <a:pt x="1147762" y="666750"/>
                  </a:lnTo>
                  <a:lnTo>
                    <a:pt x="1204988" y="638175"/>
                  </a:lnTo>
                  <a:lnTo>
                    <a:pt x="1233487" y="623951"/>
                  </a:lnTo>
                  <a:close/>
                </a:path>
                <a:path w="1857375" h="1581150">
                  <a:moveTo>
                    <a:pt x="1857311" y="6477"/>
                  </a:moveTo>
                  <a:lnTo>
                    <a:pt x="18509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1546225"/>
                  </a:lnTo>
                  <a:lnTo>
                    <a:pt x="6400" y="1552575"/>
                  </a:lnTo>
                  <a:lnTo>
                    <a:pt x="233362" y="1552575"/>
                  </a:lnTo>
                  <a:lnTo>
                    <a:pt x="233362" y="1581150"/>
                  </a:lnTo>
                  <a:lnTo>
                    <a:pt x="290588" y="1552575"/>
                  </a:lnTo>
                  <a:lnTo>
                    <a:pt x="319087" y="1538351"/>
                  </a:lnTo>
                  <a:lnTo>
                    <a:pt x="290423" y="1524000"/>
                  </a:lnTo>
                  <a:lnTo>
                    <a:pt x="233362" y="1495425"/>
                  </a:lnTo>
                  <a:lnTo>
                    <a:pt x="233362" y="1524000"/>
                  </a:lnTo>
                  <a:lnTo>
                    <a:pt x="28575" y="1524000"/>
                  </a:lnTo>
                  <a:lnTo>
                    <a:pt x="28575" y="28575"/>
                  </a:lnTo>
                  <a:lnTo>
                    <a:pt x="1828736" y="28575"/>
                  </a:lnTo>
                  <a:lnTo>
                    <a:pt x="1828736" y="457200"/>
                  </a:lnTo>
                  <a:lnTo>
                    <a:pt x="1538287" y="457200"/>
                  </a:lnTo>
                  <a:lnTo>
                    <a:pt x="1538287" y="485775"/>
                  </a:lnTo>
                  <a:lnTo>
                    <a:pt x="1850961" y="485775"/>
                  </a:lnTo>
                  <a:lnTo>
                    <a:pt x="1857311" y="479425"/>
                  </a:lnTo>
                  <a:lnTo>
                    <a:pt x="1857311" y="471551"/>
                  </a:lnTo>
                  <a:lnTo>
                    <a:pt x="1857311" y="457200"/>
                  </a:lnTo>
                  <a:lnTo>
                    <a:pt x="1857311" y="28575"/>
                  </a:lnTo>
                  <a:lnTo>
                    <a:pt x="1857311" y="14351"/>
                  </a:lnTo>
                  <a:lnTo>
                    <a:pt x="1857311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5" name="object 54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6" name="object 55"/>
          <p:cNvGrpSpPr/>
          <p:nvPr/>
        </p:nvGrpSpPr>
        <p:grpSpPr>
          <a:xfrm>
            <a:off x="5143680" y="3809880"/>
            <a:ext cx="1031760" cy="1224000"/>
            <a:chOff x="5143680" y="3809880"/>
            <a:chExt cx="1031760" cy="1224000"/>
          </a:xfrm>
        </p:grpSpPr>
        <p:sp>
          <p:nvSpPr>
            <p:cNvPr id="547" name="object 56"/>
            <p:cNvSpPr/>
            <p:nvPr/>
          </p:nvSpPr>
          <p:spPr>
            <a:xfrm>
              <a:off x="51436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object 57"/>
            <p:cNvSpPr/>
            <p:nvPr/>
          </p:nvSpPr>
          <p:spPr>
            <a:xfrm>
              <a:off x="5181480" y="4267080"/>
              <a:ext cx="993960" cy="766800"/>
            </a:xfrm>
            <a:custGeom>
              <a:avLst/>
              <a:gdLst>
                <a:gd name="textAreaLeft" fmla="*/ 0 w 993960"/>
                <a:gd name="textAreaRight" fmla="*/ 994320 w 993960"/>
                <a:gd name="textAreaTop" fmla="*/ 0 h 766800"/>
                <a:gd name="textAreaBottom" fmla="*/ 767160 h 766800"/>
              </a:gdLst>
              <a:ahLst/>
              <a:cxnLst/>
              <a:rect l="textAreaLeft" t="textAreaTop" r="textAreaRight" b="textAreaBottom"/>
              <a:pathLst>
                <a:path w="994410" h="767079">
                  <a:moveTo>
                    <a:pt x="64289" y="41394"/>
                  </a:moveTo>
                  <a:lnTo>
                    <a:pt x="56576" y="51453"/>
                  </a:lnTo>
                  <a:lnTo>
                    <a:pt x="986789" y="767080"/>
                  </a:lnTo>
                  <a:lnTo>
                    <a:pt x="994410" y="756919"/>
                  </a:lnTo>
                  <a:lnTo>
                    <a:pt x="64289" y="41394"/>
                  </a:lnTo>
                  <a:close/>
                </a:path>
                <a:path w="994410" h="767079">
                  <a:moveTo>
                    <a:pt x="0" y="0"/>
                  </a:moveTo>
                  <a:lnTo>
                    <a:pt x="37211" y="76707"/>
                  </a:lnTo>
                  <a:lnTo>
                    <a:pt x="56576" y="51453"/>
                  </a:lnTo>
                  <a:lnTo>
                    <a:pt x="46482" y="43687"/>
                  </a:lnTo>
                  <a:lnTo>
                    <a:pt x="54228" y="33655"/>
                  </a:lnTo>
                  <a:lnTo>
                    <a:pt x="70224" y="33655"/>
                  </a:lnTo>
                  <a:lnTo>
                    <a:pt x="83565" y="16256"/>
                  </a:lnTo>
                  <a:lnTo>
                    <a:pt x="0" y="0"/>
                  </a:lnTo>
                  <a:close/>
                </a:path>
                <a:path w="994410" h="767079">
                  <a:moveTo>
                    <a:pt x="54228" y="33655"/>
                  </a:moveTo>
                  <a:lnTo>
                    <a:pt x="46482" y="43687"/>
                  </a:lnTo>
                  <a:lnTo>
                    <a:pt x="56576" y="51453"/>
                  </a:lnTo>
                  <a:lnTo>
                    <a:pt x="64289" y="41394"/>
                  </a:lnTo>
                  <a:lnTo>
                    <a:pt x="54228" y="33655"/>
                  </a:lnTo>
                  <a:close/>
                </a:path>
                <a:path w="994410" h="767079">
                  <a:moveTo>
                    <a:pt x="70224" y="33655"/>
                  </a:moveTo>
                  <a:lnTo>
                    <a:pt x="54228" y="33655"/>
                  </a:lnTo>
                  <a:lnTo>
                    <a:pt x="64289" y="41394"/>
                  </a:lnTo>
                  <a:lnTo>
                    <a:pt x="70224" y="3365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9" name="object 58"/>
          <p:cNvSpPr/>
          <p:nvPr/>
        </p:nvSpPr>
        <p:spPr>
          <a:xfrm>
            <a:off x="4352760" y="2937600"/>
            <a:ext cx="217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sldNum" idx="28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E9CBE6A4-1061-418F-94B5-7E137ABE17B6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object 59"/>
          <p:cNvSpPr/>
          <p:nvPr/>
        </p:nvSpPr>
        <p:spPr>
          <a:xfrm>
            <a:off x="4352760" y="3382200"/>
            <a:ext cx="172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object 60"/>
          <p:cNvSpPr/>
          <p:nvPr/>
        </p:nvSpPr>
        <p:spPr>
          <a:xfrm>
            <a:off x="5950440" y="3000960"/>
            <a:ext cx="5972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rs</a:t>
            </a:r>
            <a:r>
              <a:rPr lang="en-US" sz="1600" b="1" u="none" spc="-6" strike="noStrike">
                <a:solidFill>
                  <a:srgbClr val="FF0909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+</a:t>
            </a:r>
            <a:r>
              <a:rPr lang="en-US" sz="1600" b="1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554" name="object 3"/>
            <p:cNvPicPr/>
            <p:nvPr/>
          </p:nvPicPr>
          <p:blipFill>
            <a:blip r:embed="rId1"/>
            <a:stretch/>
          </p:blipFill>
          <p:spPr>
            <a:xfrm>
              <a:off x="1121760" y="131040"/>
              <a:ext cx="689256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5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1786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Second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Instruction: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addi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$rt,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$rs,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imm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557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558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0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1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562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63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5" name="object 14"/>
          <p:cNvSpPr/>
          <p:nvPr/>
        </p:nvSpPr>
        <p:spPr>
          <a:xfrm>
            <a:off x="1524600" y="2743920"/>
            <a:ext cx="91404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560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520">
              <a:lnSpc>
                <a:spcPct val="100000"/>
              </a:lnSpc>
              <a:spcBef>
                <a:spcPts val="6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6" name="object 15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567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68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72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73" name="object 22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object 25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object 26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object 27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object 28"/>
            <p:cNvSpPr/>
            <p:nvPr/>
          </p:nvSpPr>
          <p:spPr>
            <a:xfrm>
              <a:off x="4641840" y="4229280"/>
              <a:ext cx="158400" cy="4950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95000"/>
                <a:gd name="textAreaBottom" fmla="*/ 495360 h 495000"/>
              </a:gdLst>
              <a:ahLst/>
              <a:cxnLst/>
              <a:rect l="textAreaLeft" t="textAreaTop" r="textAreaRight" b="textAreaBottom"/>
              <a:pathLst>
                <a:path w="158750" h="4953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95300"/>
                  </a:lnTo>
                  <a:lnTo>
                    <a:pt x="12700" y="4953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953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953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953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953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object 29"/>
            <p:cNvSpPr/>
            <p:nvPr/>
          </p:nvSpPr>
          <p:spPr>
            <a:xfrm>
              <a:off x="5487120" y="36918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object 30"/>
            <p:cNvSpPr/>
            <p:nvPr/>
          </p:nvSpPr>
          <p:spPr>
            <a:xfrm>
              <a:off x="5410800" y="3658320"/>
              <a:ext cx="151920" cy="6854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2400" h="685800">
                  <a:moveTo>
                    <a:pt x="76200" y="0"/>
                  </a:moveTo>
                  <a:lnTo>
                    <a:pt x="46559" y="8671"/>
                  </a:lnTo>
                  <a:lnTo>
                    <a:pt x="22336" y="32321"/>
                  </a:lnTo>
                  <a:lnTo>
                    <a:pt x="5994" y="67401"/>
                  </a:lnTo>
                  <a:lnTo>
                    <a:pt x="0" y="110362"/>
                  </a:lnTo>
                  <a:lnTo>
                    <a:pt x="0" y="575437"/>
                  </a:lnTo>
                  <a:lnTo>
                    <a:pt x="5994" y="618398"/>
                  </a:lnTo>
                  <a:lnTo>
                    <a:pt x="22336" y="653478"/>
                  </a:lnTo>
                  <a:lnTo>
                    <a:pt x="46559" y="677128"/>
                  </a:lnTo>
                  <a:lnTo>
                    <a:pt x="76200" y="685800"/>
                  </a:lnTo>
                  <a:lnTo>
                    <a:pt x="105840" y="677128"/>
                  </a:lnTo>
                  <a:lnTo>
                    <a:pt x="130063" y="653478"/>
                  </a:lnTo>
                  <a:lnTo>
                    <a:pt x="146405" y="618398"/>
                  </a:lnTo>
                  <a:lnTo>
                    <a:pt x="152400" y="575437"/>
                  </a:lnTo>
                  <a:lnTo>
                    <a:pt x="152400" y="110362"/>
                  </a:lnTo>
                  <a:lnTo>
                    <a:pt x="146405" y="67401"/>
                  </a:lnTo>
                  <a:lnTo>
                    <a:pt x="130063" y="32321"/>
                  </a:lnTo>
                  <a:lnTo>
                    <a:pt x="105840" y="867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object 31"/>
            <p:cNvSpPr/>
            <p:nvPr/>
          </p:nvSpPr>
          <p:spPr>
            <a:xfrm>
              <a:off x="5410800" y="3658320"/>
              <a:ext cx="151920" cy="6854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2400" h="685800">
                  <a:moveTo>
                    <a:pt x="152400" y="110362"/>
                  </a:moveTo>
                  <a:lnTo>
                    <a:pt x="152400" y="575437"/>
                  </a:lnTo>
                  <a:lnTo>
                    <a:pt x="146405" y="618398"/>
                  </a:lnTo>
                  <a:lnTo>
                    <a:pt x="130063" y="653478"/>
                  </a:lnTo>
                  <a:lnTo>
                    <a:pt x="105840" y="677128"/>
                  </a:lnTo>
                  <a:lnTo>
                    <a:pt x="76200" y="685800"/>
                  </a:lnTo>
                  <a:lnTo>
                    <a:pt x="46559" y="677128"/>
                  </a:lnTo>
                  <a:lnTo>
                    <a:pt x="22336" y="653478"/>
                  </a:lnTo>
                  <a:lnTo>
                    <a:pt x="5994" y="618398"/>
                  </a:lnTo>
                  <a:lnTo>
                    <a:pt x="0" y="575437"/>
                  </a:lnTo>
                  <a:lnTo>
                    <a:pt x="0" y="110362"/>
                  </a:lnTo>
                  <a:lnTo>
                    <a:pt x="5994" y="67401"/>
                  </a:lnTo>
                  <a:lnTo>
                    <a:pt x="22336" y="32321"/>
                  </a:lnTo>
                  <a:lnTo>
                    <a:pt x="46559" y="8671"/>
                  </a:lnTo>
                  <a:lnTo>
                    <a:pt x="76200" y="0"/>
                  </a:lnTo>
                  <a:lnTo>
                    <a:pt x="105840" y="8671"/>
                  </a:lnTo>
                  <a:lnTo>
                    <a:pt x="130063" y="32321"/>
                  </a:lnTo>
                  <a:lnTo>
                    <a:pt x="146405" y="67401"/>
                  </a:lnTo>
                  <a:lnTo>
                    <a:pt x="152400" y="110362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object 32"/>
            <p:cNvSpPr/>
            <p:nvPr/>
          </p:nvSpPr>
          <p:spPr>
            <a:xfrm>
              <a:off x="4801320" y="4039200"/>
              <a:ext cx="609120" cy="4568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609600" h="457200">
                  <a:moveTo>
                    <a:pt x="304800" y="228600"/>
                  </a:moveTo>
                  <a:lnTo>
                    <a:pt x="300774" y="176199"/>
                  </a:lnTo>
                  <a:lnTo>
                    <a:pt x="289306" y="128079"/>
                  </a:lnTo>
                  <a:lnTo>
                    <a:pt x="271322" y="85636"/>
                  </a:lnTo>
                  <a:lnTo>
                    <a:pt x="247726" y="50228"/>
                  </a:lnTo>
                  <a:lnTo>
                    <a:pt x="219430" y="23241"/>
                  </a:lnTo>
                  <a:lnTo>
                    <a:pt x="152400" y="0"/>
                  </a:lnTo>
                  <a:lnTo>
                    <a:pt x="117436" y="6045"/>
                  </a:lnTo>
                  <a:lnTo>
                    <a:pt x="57061" y="50228"/>
                  </a:lnTo>
                  <a:lnTo>
                    <a:pt x="33464" y="85636"/>
                  </a:lnTo>
                  <a:lnTo>
                    <a:pt x="15481" y="128079"/>
                  </a:lnTo>
                  <a:lnTo>
                    <a:pt x="4013" y="176199"/>
                  </a:lnTo>
                  <a:lnTo>
                    <a:pt x="0" y="228600"/>
                  </a:lnTo>
                  <a:lnTo>
                    <a:pt x="4013" y="281012"/>
                  </a:lnTo>
                  <a:lnTo>
                    <a:pt x="15481" y="329133"/>
                  </a:lnTo>
                  <a:lnTo>
                    <a:pt x="33464" y="371576"/>
                  </a:lnTo>
                  <a:lnTo>
                    <a:pt x="57061" y="406984"/>
                  </a:lnTo>
                  <a:lnTo>
                    <a:pt x="85356" y="433971"/>
                  </a:lnTo>
                  <a:lnTo>
                    <a:pt x="152400" y="457200"/>
                  </a:lnTo>
                  <a:lnTo>
                    <a:pt x="187350" y="451167"/>
                  </a:lnTo>
                  <a:lnTo>
                    <a:pt x="247726" y="406984"/>
                  </a:lnTo>
                  <a:lnTo>
                    <a:pt x="271322" y="371576"/>
                  </a:lnTo>
                  <a:lnTo>
                    <a:pt x="289306" y="329133"/>
                  </a:lnTo>
                  <a:lnTo>
                    <a:pt x="300774" y="281012"/>
                  </a:lnTo>
                  <a:lnTo>
                    <a:pt x="304800" y="228600"/>
                  </a:lnTo>
                  <a:close/>
                </a:path>
                <a:path w="609600" h="457200">
                  <a:moveTo>
                    <a:pt x="609600" y="228600"/>
                  </a:moveTo>
                  <a:lnTo>
                    <a:pt x="580936" y="214249"/>
                  </a:lnTo>
                  <a:lnTo>
                    <a:pt x="523875" y="185674"/>
                  </a:lnTo>
                  <a:lnTo>
                    <a:pt x="523875" y="214249"/>
                  </a:lnTo>
                  <a:lnTo>
                    <a:pt x="304800" y="214249"/>
                  </a:lnTo>
                  <a:lnTo>
                    <a:pt x="304800" y="228600"/>
                  </a:lnTo>
                  <a:lnTo>
                    <a:pt x="304800" y="242824"/>
                  </a:lnTo>
                  <a:lnTo>
                    <a:pt x="523875" y="242824"/>
                  </a:lnTo>
                  <a:lnTo>
                    <a:pt x="523875" y="271399"/>
                  </a:lnTo>
                  <a:lnTo>
                    <a:pt x="581101" y="242824"/>
                  </a:lnTo>
                  <a:lnTo>
                    <a:pt x="609600" y="2286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object 33"/>
            <p:cNvSpPr/>
            <p:nvPr/>
          </p:nvSpPr>
          <p:spPr>
            <a:xfrm>
              <a:off x="4801320" y="40392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5" name="object 34"/>
          <p:cNvSpPr/>
          <p:nvPr/>
        </p:nvSpPr>
        <p:spPr>
          <a:xfrm>
            <a:off x="4880880" y="403596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6" name="object 35"/>
          <p:cNvPicPr/>
          <p:nvPr/>
        </p:nvPicPr>
        <p:blipFill>
          <a:blip r:embed="rId5"/>
          <a:stretch/>
        </p:blipFill>
        <p:spPr>
          <a:xfrm>
            <a:off x="1900440" y="4992480"/>
            <a:ext cx="788400" cy="45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7" name="object 36"/>
          <p:cNvGrpSpPr/>
          <p:nvPr/>
        </p:nvGrpSpPr>
        <p:grpSpPr>
          <a:xfrm>
            <a:off x="2743920" y="4419720"/>
            <a:ext cx="2056320" cy="1027440"/>
            <a:chOff x="2743920" y="4419720"/>
            <a:chExt cx="2056320" cy="1027440"/>
          </a:xfrm>
        </p:grpSpPr>
        <p:sp>
          <p:nvSpPr>
            <p:cNvPr id="588" name="object 37"/>
            <p:cNvSpPr/>
            <p:nvPr/>
          </p:nvSpPr>
          <p:spPr>
            <a:xfrm>
              <a:off x="4495680" y="441972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object 38"/>
            <p:cNvSpPr/>
            <p:nvPr/>
          </p:nvSpPr>
          <p:spPr>
            <a:xfrm>
              <a:off x="350604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90" name="object 39"/>
            <p:cNvPicPr/>
            <p:nvPr/>
          </p:nvPicPr>
          <p:blipFill>
            <a:blip r:embed="rId6"/>
            <a:stretch/>
          </p:blipFill>
          <p:spPr>
            <a:xfrm>
              <a:off x="3573720" y="4992480"/>
              <a:ext cx="641880" cy="45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91" name="object 40"/>
            <p:cNvSpPr/>
            <p:nvPr/>
          </p:nvSpPr>
          <p:spPr>
            <a:xfrm>
              <a:off x="274392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92" name="object 41"/>
            <p:cNvPicPr/>
            <p:nvPr/>
          </p:nvPicPr>
          <p:blipFill>
            <a:blip r:embed="rId7"/>
            <a:stretch/>
          </p:blipFill>
          <p:spPr>
            <a:xfrm>
              <a:off x="2788920" y="4992480"/>
              <a:ext cx="68760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93" name="object 42"/>
          <p:cNvGrpSpPr/>
          <p:nvPr/>
        </p:nvGrpSpPr>
        <p:grpSpPr>
          <a:xfrm>
            <a:off x="1048680" y="4992480"/>
            <a:ext cx="719640" cy="454680"/>
            <a:chOff x="1048680" y="4992480"/>
            <a:chExt cx="719640" cy="454680"/>
          </a:xfrm>
        </p:grpSpPr>
        <p:pic>
          <p:nvPicPr>
            <p:cNvPr id="594" name="object 43"/>
            <p:cNvPicPr/>
            <p:nvPr/>
          </p:nvPicPr>
          <p:blipFill>
            <a:blip r:embed="rId8"/>
            <a:stretch/>
          </p:blipFill>
          <p:spPr>
            <a:xfrm>
              <a:off x="1137960" y="5110920"/>
              <a:ext cx="36000" cy="168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5" name="object 44"/>
            <p:cNvPicPr/>
            <p:nvPr/>
          </p:nvPicPr>
          <p:blipFill>
            <a:blip r:embed="rId9"/>
            <a:stretch/>
          </p:blipFill>
          <p:spPr>
            <a:xfrm>
              <a:off x="1048680" y="4992480"/>
              <a:ext cx="338760" cy="45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6" name="object 45"/>
            <p:cNvPicPr/>
            <p:nvPr/>
          </p:nvPicPr>
          <p:blipFill>
            <a:blip r:embed="rId10"/>
            <a:stretch/>
          </p:blipFill>
          <p:spPr>
            <a:xfrm>
              <a:off x="1115640" y="4992480"/>
              <a:ext cx="65268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97" name="object 46"/>
          <p:cNvSpPr/>
          <p:nvPr/>
        </p:nvSpPr>
        <p:spPr>
          <a:xfrm>
            <a:off x="841680" y="5043600"/>
            <a:ext cx="64609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27756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I-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1596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Destination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now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either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rd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sign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extension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unit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mux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second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input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8" name="object 47"/>
          <p:cNvGrpSpPr/>
          <p:nvPr/>
        </p:nvGrpSpPr>
        <p:grpSpPr>
          <a:xfrm>
            <a:off x="3044520" y="4714560"/>
            <a:ext cx="3076200" cy="732600"/>
            <a:chOff x="3044520" y="4714560"/>
            <a:chExt cx="3076200" cy="732600"/>
          </a:xfrm>
        </p:grpSpPr>
        <p:sp>
          <p:nvSpPr>
            <p:cNvPr id="599" name="object 48"/>
            <p:cNvSpPr/>
            <p:nvPr/>
          </p:nvSpPr>
          <p:spPr>
            <a:xfrm>
              <a:off x="3044520" y="4714560"/>
              <a:ext cx="2443680" cy="320400"/>
            </a:xfrm>
            <a:custGeom>
              <a:avLst/>
              <a:gdLst>
                <a:gd name="textAreaLeft" fmla="*/ 0 w 2443680"/>
                <a:gd name="textAreaRight" fmla="*/ 2444040 w 244368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2444115" h="320675">
                  <a:moveTo>
                    <a:pt x="460756" y="9779"/>
                  </a:moveTo>
                  <a:lnTo>
                    <a:pt x="376174" y="20320"/>
                  </a:lnTo>
                  <a:lnTo>
                    <a:pt x="393827" y="46786"/>
                  </a:lnTo>
                  <a:lnTo>
                    <a:pt x="0" y="309245"/>
                  </a:lnTo>
                  <a:lnTo>
                    <a:pt x="7112" y="319913"/>
                  </a:lnTo>
                  <a:lnTo>
                    <a:pt x="400888" y="57365"/>
                  </a:lnTo>
                  <a:lnTo>
                    <a:pt x="418465" y="83693"/>
                  </a:lnTo>
                  <a:lnTo>
                    <a:pt x="443598" y="39751"/>
                  </a:lnTo>
                  <a:lnTo>
                    <a:pt x="460756" y="9779"/>
                  </a:lnTo>
                  <a:close/>
                </a:path>
                <a:path w="2444115" h="320675">
                  <a:moveTo>
                    <a:pt x="803656" y="85979"/>
                  </a:moveTo>
                  <a:lnTo>
                    <a:pt x="797306" y="73279"/>
                  </a:lnTo>
                  <a:lnTo>
                    <a:pt x="765556" y="9779"/>
                  </a:lnTo>
                  <a:lnTo>
                    <a:pt x="727456" y="85979"/>
                  </a:lnTo>
                  <a:lnTo>
                    <a:pt x="759206" y="85979"/>
                  </a:lnTo>
                  <a:lnTo>
                    <a:pt x="759206" y="314579"/>
                  </a:lnTo>
                  <a:lnTo>
                    <a:pt x="771906" y="314579"/>
                  </a:lnTo>
                  <a:lnTo>
                    <a:pt x="771906" y="85979"/>
                  </a:lnTo>
                  <a:lnTo>
                    <a:pt x="803656" y="85979"/>
                  </a:lnTo>
                  <a:close/>
                </a:path>
                <a:path w="2444115" h="320675">
                  <a:moveTo>
                    <a:pt x="2444115" y="308610"/>
                  </a:moveTo>
                  <a:lnTo>
                    <a:pt x="1677479" y="29857"/>
                  </a:lnTo>
                  <a:lnTo>
                    <a:pt x="1679054" y="25527"/>
                  </a:lnTo>
                  <a:lnTo>
                    <a:pt x="1688338" y="0"/>
                  </a:lnTo>
                  <a:lnTo>
                    <a:pt x="1603756" y="9779"/>
                  </a:lnTo>
                  <a:lnTo>
                    <a:pt x="1662303" y="71628"/>
                  </a:lnTo>
                  <a:lnTo>
                    <a:pt x="1673148" y="41783"/>
                  </a:lnTo>
                  <a:lnTo>
                    <a:pt x="2439797" y="320548"/>
                  </a:lnTo>
                  <a:lnTo>
                    <a:pt x="2444115" y="3086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00" name="object 49"/>
            <p:cNvPicPr/>
            <p:nvPr/>
          </p:nvPicPr>
          <p:blipFill>
            <a:blip r:embed="rId11"/>
            <a:stretch/>
          </p:blipFill>
          <p:spPr>
            <a:xfrm>
              <a:off x="4869000" y="4992480"/>
              <a:ext cx="125172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aphicFrame>
        <p:nvGraphicFramePr>
          <p:cNvPr id="601" name="object 50"/>
          <p:cNvGraphicFramePr/>
          <p:nvPr/>
        </p:nvGraphicFramePr>
        <p:xfrm>
          <a:off x="1815120" y="5015520"/>
          <a:ext cx="4876560" cy="304560"/>
        </p:xfrm>
        <a:graphic>
          <a:graphicData uri="http://schemas.openxmlformats.org/drawingml/2006/table">
            <a:tbl>
              <a:tblPr/>
              <a:tblGrid>
                <a:gridCol w="914400"/>
                <a:gridCol w="761760"/>
                <a:gridCol w="761760"/>
                <a:gridCol w="2438280"/>
              </a:tblGrid>
              <a:tr h="304560">
                <a:tc>
                  <a:txBody>
                    <a:bodyPr lIns="0" tIns="25200" rIns="0" bIns="0" anchor="t">
                      <a:noAutofit/>
                    </a:bodyPr>
                    <a:p>
                      <a:pPr marL="198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Op(6)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7208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rs(5)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9512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rt(5)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729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Immed(16)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FF0909"/>
                    </a:solidFill>
                  </a:tcPr>
                </a:tc>
              </a:tr>
            </a:tbl>
          </a:graphicData>
        </a:graphic>
      </p:graphicFrame>
      <p:sp>
        <p:nvSpPr>
          <p:cNvPr id="602" name="object 51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3" name="object 52"/>
          <p:cNvGrpSpPr/>
          <p:nvPr/>
        </p:nvGrpSpPr>
        <p:grpSpPr>
          <a:xfrm>
            <a:off x="291240" y="1815120"/>
            <a:ext cx="6428880" cy="2909160"/>
            <a:chOff x="291240" y="1815120"/>
            <a:chExt cx="6428880" cy="2909160"/>
          </a:xfrm>
        </p:grpSpPr>
        <p:sp>
          <p:nvSpPr>
            <p:cNvPr id="604" name="object 53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object 54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object 55"/>
            <p:cNvSpPr/>
            <p:nvPr/>
          </p:nvSpPr>
          <p:spPr>
            <a:xfrm>
              <a:off x="2729520" y="2577240"/>
              <a:ext cx="3990600" cy="790200"/>
            </a:xfrm>
            <a:custGeom>
              <a:avLst/>
              <a:gdLst>
                <a:gd name="textAreaLeft" fmla="*/ 0 w 3990600"/>
                <a:gd name="textAreaRight" fmla="*/ 3990960 w 3990600"/>
                <a:gd name="textAreaTop" fmla="*/ 0 h 790200"/>
                <a:gd name="textAreaBottom" fmla="*/ 790560 h 790200"/>
              </a:gdLst>
              <a:ahLst/>
              <a:cxnLst/>
              <a:rect l="textAreaLeft" t="textAreaTop" r="textAreaRight" b="textAreaBottom"/>
              <a:pathLst>
                <a:path w="3990975" h="790575">
                  <a:moveTo>
                    <a:pt x="3962399" y="762000"/>
                  </a:moveTo>
                  <a:lnTo>
                    <a:pt x="3671951" y="762000"/>
                  </a:lnTo>
                  <a:lnTo>
                    <a:pt x="3671951" y="790575"/>
                  </a:lnTo>
                  <a:lnTo>
                    <a:pt x="3984624" y="790575"/>
                  </a:lnTo>
                  <a:lnTo>
                    <a:pt x="3990974" y="784225"/>
                  </a:lnTo>
                  <a:lnTo>
                    <a:pt x="3990974" y="776351"/>
                  </a:lnTo>
                  <a:lnTo>
                    <a:pt x="3962399" y="776351"/>
                  </a:lnTo>
                  <a:lnTo>
                    <a:pt x="3962399" y="762000"/>
                  </a:lnTo>
                  <a:close/>
                </a:path>
                <a:path w="3990975" h="790575">
                  <a:moveTo>
                    <a:pt x="3962399" y="14350"/>
                  </a:moveTo>
                  <a:lnTo>
                    <a:pt x="3962399" y="776351"/>
                  </a:lnTo>
                  <a:lnTo>
                    <a:pt x="3976750" y="762000"/>
                  </a:lnTo>
                  <a:lnTo>
                    <a:pt x="3990974" y="762000"/>
                  </a:lnTo>
                  <a:lnTo>
                    <a:pt x="3990974" y="28575"/>
                  </a:lnTo>
                  <a:lnTo>
                    <a:pt x="3976750" y="28575"/>
                  </a:lnTo>
                  <a:lnTo>
                    <a:pt x="3962399" y="14350"/>
                  </a:lnTo>
                  <a:close/>
                </a:path>
                <a:path w="3990975" h="790575">
                  <a:moveTo>
                    <a:pt x="3990974" y="762000"/>
                  </a:moveTo>
                  <a:lnTo>
                    <a:pt x="3976750" y="762000"/>
                  </a:lnTo>
                  <a:lnTo>
                    <a:pt x="3962399" y="776351"/>
                  </a:lnTo>
                  <a:lnTo>
                    <a:pt x="3990974" y="776351"/>
                  </a:lnTo>
                  <a:lnTo>
                    <a:pt x="3990974" y="762000"/>
                  </a:lnTo>
                  <a:close/>
                </a:path>
                <a:path w="3990975" h="790575">
                  <a:moveTo>
                    <a:pt x="233425" y="428625"/>
                  </a:moveTo>
                  <a:lnTo>
                    <a:pt x="233425" y="514350"/>
                  </a:lnTo>
                  <a:lnTo>
                    <a:pt x="290660" y="485775"/>
                  </a:lnTo>
                  <a:lnTo>
                    <a:pt x="247650" y="485775"/>
                  </a:lnTo>
                  <a:lnTo>
                    <a:pt x="247650" y="457200"/>
                  </a:lnTo>
                  <a:lnTo>
                    <a:pt x="290491" y="457200"/>
                  </a:lnTo>
                  <a:lnTo>
                    <a:pt x="233425" y="428625"/>
                  </a:lnTo>
                  <a:close/>
                </a:path>
                <a:path w="3990975" h="790575">
                  <a:moveTo>
                    <a:pt x="3984624" y="0"/>
                  </a:moveTo>
                  <a:lnTo>
                    <a:pt x="6476" y="0"/>
                  </a:lnTo>
                  <a:lnTo>
                    <a:pt x="0" y="6476"/>
                  </a:lnTo>
                  <a:lnTo>
                    <a:pt x="0" y="479425"/>
                  </a:lnTo>
                  <a:lnTo>
                    <a:pt x="6476" y="485775"/>
                  </a:lnTo>
                  <a:lnTo>
                    <a:pt x="233425" y="485775"/>
                  </a:lnTo>
                  <a:lnTo>
                    <a:pt x="233425" y="471550"/>
                  </a:lnTo>
                  <a:lnTo>
                    <a:pt x="28575" y="471550"/>
                  </a:lnTo>
                  <a:lnTo>
                    <a:pt x="14350" y="457200"/>
                  </a:lnTo>
                  <a:lnTo>
                    <a:pt x="28575" y="457200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0"/>
                  </a:lnTo>
                  <a:lnTo>
                    <a:pt x="3990974" y="14350"/>
                  </a:lnTo>
                  <a:lnTo>
                    <a:pt x="3990974" y="6476"/>
                  </a:lnTo>
                  <a:lnTo>
                    <a:pt x="3984624" y="0"/>
                  </a:lnTo>
                  <a:close/>
                </a:path>
                <a:path w="3990975" h="790575">
                  <a:moveTo>
                    <a:pt x="290491" y="457200"/>
                  </a:moveTo>
                  <a:lnTo>
                    <a:pt x="247650" y="457200"/>
                  </a:lnTo>
                  <a:lnTo>
                    <a:pt x="247650" y="485775"/>
                  </a:lnTo>
                  <a:lnTo>
                    <a:pt x="290660" y="485775"/>
                  </a:lnTo>
                  <a:lnTo>
                    <a:pt x="319150" y="471550"/>
                  </a:lnTo>
                  <a:lnTo>
                    <a:pt x="290491" y="457200"/>
                  </a:lnTo>
                  <a:close/>
                </a:path>
                <a:path w="3990975" h="790575">
                  <a:moveTo>
                    <a:pt x="28575" y="457200"/>
                  </a:moveTo>
                  <a:lnTo>
                    <a:pt x="14350" y="457200"/>
                  </a:lnTo>
                  <a:lnTo>
                    <a:pt x="28575" y="471550"/>
                  </a:lnTo>
                  <a:lnTo>
                    <a:pt x="28575" y="457200"/>
                  </a:lnTo>
                  <a:close/>
                </a:path>
                <a:path w="3990975" h="790575">
                  <a:moveTo>
                    <a:pt x="233425" y="457200"/>
                  </a:moveTo>
                  <a:lnTo>
                    <a:pt x="28575" y="457200"/>
                  </a:lnTo>
                  <a:lnTo>
                    <a:pt x="28575" y="471550"/>
                  </a:lnTo>
                  <a:lnTo>
                    <a:pt x="233425" y="471550"/>
                  </a:lnTo>
                  <a:lnTo>
                    <a:pt x="233425" y="457200"/>
                  </a:lnTo>
                  <a:close/>
                </a:path>
                <a:path w="3990975" h="790575">
                  <a:moveTo>
                    <a:pt x="28575" y="14350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3990975" h="790575">
                  <a:moveTo>
                    <a:pt x="3962399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3962399" y="28575"/>
                  </a:lnTo>
                  <a:lnTo>
                    <a:pt x="3962399" y="14350"/>
                  </a:lnTo>
                  <a:close/>
                </a:path>
                <a:path w="3990975" h="790575">
                  <a:moveTo>
                    <a:pt x="3990974" y="14350"/>
                  </a:moveTo>
                  <a:lnTo>
                    <a:pt x="3962399" y="14350"/>
                  </a:lnTo>
                  <a:lnTo>
                    <a:pt x="3976750" y="28575"/>
                  </a:lnTo>
                  <a:lnTo>
                    <a:pt x="3990974" y="28575"/>
                  </a:lnTo>
                  <a:lnTo>
                    <a:pt x="3990974" y="143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object 56"/>
            <p:cNvSpPr/>
            <p:nvPr/>
          </p:nvSpPr>
          <p:spPr>
            <a:xfrm>
              <a:off x="3809880" y="4419720"/>
              <a:ext cx="266400" cy="158400"/>
            </a:xfrm>
            <a:custGeom>
              <a:avLst/>
              <a:gdLst>
                <a:gd name="textAreaLeft" fmla="*/ 0 w 266400"/>
                <a:gd name="textAreaRight" fmla="*/ 266760 w 2664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266700" h="158750">
                  <a:moveTo>
                    <a:pt x="222250" y="146050"/>
                  </a:moveTo>
                  <a:lnTo>
                    <a:pt x="0" y="146050"/>
                  </a:lnTo>
                  <a:lnTo>
                    <a:pt x="0" y="158750"/>
                  </a:lnTo>
                  <a:lnTo>
                    <a:pt x="232155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22250" y="152400"/>
                  </a:lnTo>
                  <a:lnTo>
                    <a:pt x="222250" y="146050"/>
                  </a:lnTo>
                  <a:close/>
                </a:path>
                <a:path w="266700" h="158750">
                  <a:moveTo>
                    <a:pt x="234950" y="63500"/>
                  </a:moveTo>
                  <a:lnTo>
                    <a:pt x="222250" y="63500"/>
                  </a:lnTo>
                  <a:lnTo>
                    <a:pt x="222250" y="152400"/>
                  </a:lnTo>
                  <a:lnTo>
                    <a:pt x="228600" y="146050"/>
                  </a:lnTo>
                  <a:lnTo>
                    <a:pt x="234950" y="146050"/>
                  </a:lnTo>
                  <a:lnTo>
                    <a:pt x="234950" y="63500"/>
                  </a:lnTo>
                  <a:close/>
                </a:path>
                <a:path w="266700" h="158750">
                  <a:moveTo>
                    <a:pt x="234950" y="146050"/>
                  </a:moveTo>
                  <a:lnTo>
                    <a:pt x="228600" y="146050"/>
                  </a:lnTo>
                  <a:lnTo>
                    <a:pt x="222250" y="152400"/>
                  </a:lnTo>
                  <a:lnTo>
                    <a:pt x="234950" y="152400"/>
                  </a:lnTo>
                  <a:lnTo>
                    <a:pt x="234950" y="146050"/>
                  </a:lnTo>
                  <a:close/>
                </a:path>
                <a:path w="266700" h="158750">
                  <a:moveTo>
                    <a:pt x="228600" y="0"/>
                  </a:moveTo>
                  <a:lnTo>
                    <a:pt x="190500" y="76200"/>
                  </a:lnTo>
                  <a:lnTo>
                    <a:pt x="222250" y="76200"/>
                  </a:lnTo>
                  <a:lnTo>
                    <a:pt x="222250" y="63500"/>
                  </a:lnTo>
                  <a:lnTo>
                    <a:pt x="260350" y="63500"/>
                  </a:lnTo>
                  <a:lnTo>
                    <a:pt x="228600" y="0"/>
                  </a:lnTo>
                  <a:close/>
                </a:path>
                <a:path w="266700" h="158750">
                  <a:moveTo>
                    <a:pt x="260350" y="63500"/>
                  </a:moveTo>
                  <a:lnTo>
                    <a:pt x="234950" y="63500"/>
                  </a:lnTo>
                  <a:lnTo>
                    <a:pt x="234950" y="76200"/>
                  </a:lnTo>
                  <a:lnTo>
                    <a:pt x="266700" y="76200"/>
                  </a:lnTo>
                  <a:lnTo>
                    <a:pt x="2603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object 57"/>
            <p:cNvSpPr/>
            <p:nvPr/>
          </p:nvSpPr>
          <p:spPr>
            <a:xfrm>
              <a:off x="415296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object 58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object 59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object 60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object 61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object 62"/>
            <p:cNvSpPr/>
            <p:nvPr/>
          </p:nvSpPr>
          <p:spPr>
            <a:xfrm>
              <a:off x="291240" y="1815120"/>
              <a:ext cx="1856880" cy="1580760"/>
            </a:xfrm>
            <a:custGeom>
              <a:avLst/>
              <a:gdLst>
                <a:gd name="textAreaLeft" fmla="*/ 0 w 1856880"/>
                <a:gd name="textAreaRight" fmla="*/ 1857240 w 1856880"/>
                <a:gd name="textAreaTop" fmla="*/ 0 h 1580760"/>
                <a:gd name="textAreaBottom" fmla="*/ 1581120 h 1580760"/>
              </a:gdLst>
              <a:ahLst/>
              <a:cxnLst/>
              <a:rect l="textAreaLeft" t="textAreaTop" r="textAreaRight" b="textAreaBottom"/>
              <a:pathLst>
                <a:path w="1857375" h="1581150">
                  <a:moveTo>
                    <a:pt x="1233487" y="623951"/>
                  </a:moveTo>
                  <a:lnTo>
                    <a:pt x="1204823" y="609600"/>
                  </a:lnTo>
                  <a:lnTo>
                    <a:pt x="1147762" y="581025"/>
                  </a:lnTo>
                  <a:lnTo>
                    <a:pt x="1147762" y="609600"/>
                  </a:lnTo>
                  <a:lnTo>
                    <a:pt x="920800" y="609600"/>
                  </a:lnTo>
                  <a:lnTo>
                    <a:pt x="914400" y="616077"/>
                  </a:lnTo>
                  <a:lnTo>
                    <a:pt x="914400" y="1538351"/>
                  </a:lnTo>
                  <a:lnTo>
                    <a:pt x="942975" y="1538351"/>
                  </a:lnTo>
                  <a:lnTo>
                    <a:pt x="942975" y="638175"/>
                  </a:lnTo>
                  <a:lnTo>
                    <a:pt x="1147762" y="638175"/>
                  </a:lnTo>
                  <a:lnTo>
                    <a:pt x="1147762" y="666750"/>
                  </a:lnTo>
                  <a:lnTo>
                    <a:pt x="1204988" y="638175"/>
                  </a:lnTo>
                  <a:lnTo>
                    <a:pt x="1233487" y="623951"/>
                  </a:lnTo>
                  <a:close/>
                </a:path>
                <a:path w="1857375" h="1581150">
                  <a:moveTo>
                    <a:pt x="1857311" y="6477"/>
                  </a:moveTo>
                  <a:lnTo>
                    <a:pt x="18509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1546225"/>
                  </a:lnTo>
                  <a:lnTo>
                    <a:pt x="6400" y="1552575"/>
                  </a:lnTo>
                  <a:lnTo>
                    <a:pt x="233362" y="1552575"/>
                  </a:lnTo>
                  <a:lnTo>
                    <a:pt x="233362" y="1581150"/>
                  </a:lnTo>
                  <a:lnTo>
                    <a:pt x="290588" y="1552575"/>
                  </a:lnTo>
                  <a:lnTo>
                    <a:pt x="319087" y="1538351"/>
                  </a:lnTo>
                  <a:lnTo>
                    <a:pt x="290423" y="1524000"/>
                  </a:lnTo>
                  <a:lnTo>
                    <a:pt x="233362" y="1495425"/>
                  </a:lnTo>
                  <a:lnTo>
                    <a:pt x="233362" y="1524000"/>
                  </a:lnTo>
                  <a:lnTo>
                    <a:pt x="28575" y="1524000"/>
                  </a:lnTo>
                  <a:lnTo>
                    <a:pt x="28575" y="28575"/>
                  </a:lnTo>
                  <a:lnTo>
                    <a:pt x="1828736" y="28575"/>
                  </a:lnTo>
                  <a:lnTo>
                    <a:pt x="1828736" y="457200"/>
                  </a:lnTo>
                  <a:lnTo>
                    <a:pt x="1538287" y="457200"/>
                  </a:lnTo>
                  <a:lnTo>
                    <a:pt x="1538287" y="485775"/>
                  </a:lnTo>
                  <a:lnTo>
                    <a:pt x="1850961" y="485775"/>
                  </a:lnTo>
                  <a:lnTo>
                    <a:pt x="1857311" y="479425"/>
                  </a:lnTo>
                  <a:lnTo>
                    <a:pt x="1857311" y="471551"/>
                  </a:lnTo>
                  <a:lnTo>
                    <a:pt x="1857311" y="457200"/>
                  </a:lnTo>
                  <a:lnTo>
                    <a:pt x="1857311" y="28575"/>
                  </a:lnTo>
                  <a:lnTo>
                    <a:pt x="1857311" y="14351"/>
                  </a:lnTo>
                  <a:lnTo>
                    <a:pt x="1857311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4" name="object 63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object 64"/>
          <p:cNvSpPr/>
          <p:nvPr/>
        </p:nvSpPr>
        <p:spPr>
          <a:xfrm>
            <a:off x="5448240" y="3809880"/>
            <a:ext cx="685440" cy="837720"/>
          </a:xfrm>
          <a:custGeom>
            <a:avLst/>
            <a:gdLst>
              <a:gd name="textAreaLeft" fmla="*/ 0 w 685440"/>
              <a:gd name="textAreaRight" fmla="*/ 685800 w 685440"/>
              <a:gd name="textAreaTop" fmla="*/ 0 h 837720"/>
              <a:gd name="textAreaBottom" fmla="*/ 838080 h 837720"/>
            </a:gdLst>
            <a:ahLst/>
            <a:cxnLst/>
            <a:rect l="textAreaLeft" t="textAreaTop" r="textAreaRight" b="textAreaBottom"/>
            <a:pathLst>
              <a:path w="685800" h="838200">
                <a:moveTo>
                  <a:pt x="76200" y="609600"/>
                </a:moveTo>
                <a:lnTo>
                  <a:pt x="69850" y="596900"/>
                </a:lnTo>
                <a:lnTo>
                  <a:pt x="38100" y="533400"/>
                </a:lnTo>
                <a:lnTo>
                  <a:pt x="0" y="609600"/>
                </a:lnTo>
                <a:lnTo>
                  <a:pt x="31750" y="609600"/>
                </a:lnTo>
                <a:lnTo>
                  <a:pt x="31750" y="838200"/>
                </a:lnTo>
                <a:lnTo>
                  <a:pt x="44450" y="838200"/>
                </a:lnTo>
                <a:lnTo>
                  <a:pt x="44450" y="609600"/>
                </a:lnTo>
                <a:lnTo>
                  <a:pt x="76200" y="609600"/>
                </a:lnTo>
                <a:close/>
              </a:path>
              <a:path w="685800" h="838200">
                <a:moveTo>
                  <a:pt x="685800" y="76200"/>
                </a:moveTo>
                <a:lnTo>
                  <a:pt x="679450" y="63500"/>
                </a:lnTo>
                <a:lnTo>
                  <a:pt x="647700" y="0"/>
                </a:lnTo>
                <a:lnTo>
                  <a:pt x="609600" y="76200"/>
                </a:lnTo>
                <a:lnTo>
                  <a:pt x="641350" y="76200"/>
                </a:lnTo>
                <a:lnTo>
                  <a:pt x="641350" y="304800"/>
                </a:lnTo>
                <a:lnTo>
                  <a:pt x="654050" y="304800"/>
                </a:lnTo>
                <a:lnTo>
                  <a:pt x="654050" y="76200"/>
                </a:lnTo>
                <a:lnTo>
                  <a:pt x="685800" y="76200"/>
                </a:lnTo>
                <a:close/>
              </a:path>
            </a:pathLst>
          </a:custGeom>
          <a:solidFill>
            <a:srgbClr val="C26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object 65"/>
          <p:cNvSpPr/>
          <p:nvPr/>
        </p:nvSpPr>
        <p:spPr>
          <a:xfrm>
            <a:off x="4689360" y="2924640"/>
            <a:ext cx="2181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object 66"/>
          <p:cNvSpPr/>
          <p:nvPr/>
        </p:nvSpPr>
        <p:spPr>
          <a:xfrm>
            <a:off x="6851880" y="4204440"/>
            <a:ext cx="14875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FF0909"/>
                </a:solidFill>
                <a:effectLst/>
                <a:uFillTx/>
                <a:latin typeface="Arial"/>
              </a:rPr>
              <a:t>Extended(imm)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object 67"/>
          <p:cNvSpPr/>
          <p:nvPr/>
        </p:nvSpPr>
        <p:spPr>
          <a:xfrm>
            <a:off x="4911120" y="2048040"/>
            <a:ext cx="1941480" cy="2356200"/>
          </a:xfrm>
          <a:custGeom>
            <a:avLst/>
            <a:gdLst>
              <a:gd name="textAreaLeft" fmla="*/ 0 w 1941480"/>
              <a:gd name="textAreaRight" fmla="*/ 1941840 w 1941480"/>
              <a:gd name="textAreaTop" fmla="*/ 0 h 2356200"/>
              <a:gd name="textAreaBottom" fmla="*/ 2356560 h 2356200"/>
            </a:gdLst>
            <a:ahLst/>
            <a:cxnLst/>
            <a:rect l="textAreaLeft" t="textAreaTop" r="textAreaRight" b="textAreaBottom"/>
            <a:pathLst>
              <a:path w="1941829" h="2356485">
                <a:moveTo>
                  <a:pt x="612013" y="3556"/>
                </a:moveTo>
                <a:lnTo>
                  <a:pt x="599821" y="0"/>
                </a:lnTo>
                <a:lnTo>
                  <a:pt x="30327" y="1903552"/>
                </a:lnTo>
                <a:lnTo>
                  <a:pt x="0" y="1894459"/>
                </a:lnTo>
                <a:lnTo>
                  <a:pt x="14605" y="1978406"/>
                </a:lnTo>
                <a:lnTo>
                  <a:pt x="70027" y="1919351"/>
                </a:lnTo>
                <a:lnTo>
                  <a:pt x="72898" y="1916303"/>
                </a:lnTo>
                <a:lnTo>
                  <a:pt x="42494" y="1907197"/>
                </a:lnTo>
                <a:lnTo>
                  <a:pt x="612013" y="3556"/>
                </a:lnTo>
                <a:close/>
              </a:path>
              <a:path w="1941829" h="2356485">
                <a:moveTo>
                  <a:pt x="1941830" y="2330577"/>
                </a:moveTo>
                <a:lnTo>
                  <a:pt x="816648" y="1791538"/>
                </a:lnTo>
                <a:lnTo>
                  <a:pt x="819607" y="1785366"/>
                </a:lnTo>
                <a:lnTo>
                  <a:pt x="829056" y="1765681"/>
                </a:lnTo>
                <a:lnTo>
                  <a:pt x="733171" y="1767332"/>
                </a:lnTo>
                <a:lnTo>
                  <a:pt x="791972" y="1843024"/>
                </a:lnTo>
                <a:lnTo>
                  <a:pt x="804354" y="1817204"/>
                </a:lnTo>
                <a:lnTo>
                  <a:pt x="1929384" y="2356231"/>
                </a:lnTo>
                <a:lnTo>
                  <a:pt x="1941830" y="2330577"/>
                </a:lnTo>
                <a:close/>
              </a:path>
            </a:pathLst>
          </a:custGeom>
          <a:solidFill>
            <a:srgbClr val="FF09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object 68"/>
          <p:cNvSpPr/>
          <p:nvPr/>
        </p:nvSpPr>
        <p:spPr>
          <a:xfrm>
            <a:off x="5359680" y="1651320"/>
            <a:ext cx="22939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sign</a:t>
            </a:r>
            <a:r>
              <a:rPr lang="en-US" sz="1600" b="1" u="none" spc="-60" strike="noStrike">
                <a:solidFill>
                  <a:srgbClr val="FF0909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extension</a:t>
            </a:r>
            <a:r>
              <a:rPr lang="en-US" sz="1600" b="1" u="none" spc="-40" strike="noStrike">
                <a:solidFill>
                  <a:srgbClr val="FF0909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(sx)</a:t>
            </a:r>
            <a:r>
              <a:rPr lang="en-US" sz="1600" b="1" u="none" spc="-51" strike="noStrike">
                <a:solidFill>
                  <a:srgbClr val="FF0909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unit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object 69"/>
          <p:cNvSpPr/>
          <p:nvPr/>
        </p:nvSpPr>
        <p:spPr>
          <a:xfrm>
            <a:off x="4653720" y="4488480"/>
            <a:ext cx="13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800" b="0" u="none" spc="-26" strike="noStrike">
                <a:solidFill>
                  <a:srgbClr val="FF0000"/>
                </a:solidFill>
                <a:effectLst/>
                <a:uFillTx/>
                <a:latin typeface="Arial"/>
              </a:rPr>
              <a:t>16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object 70"/>
          <p:cNvSpPr/>
          <p:nvPr/>
        </p:nvSpPr>
        <p:spPr>
          <a:xfrm>
            <a:off x="5195160" y="4273200"/>
            <a:ext cx="13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800" b="0" u="none" spc="-26" strike="noStrike">
                <a:solidFill>
                  <a:srgbClr val="FF0000"/>
                </a:solidFill>
                <a:effectLst/>
                <a:uFillTx/>
                <a:latin typeface="Arial"/>
              </a:rPr>
              <a:t>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object 71"/>
          <p:cNvSpPr/>
          <p:nvPr/>
        </p:nvSpPr>
        <p:spPr>
          <a:xfrm>
            <a:off x="5145120" y="4168080"/>
            <a:ext cx="150120" cy="203400"/>
          </a:xfrm>
          <a:custGeom>
            <a:avLst/>
            <a:gdLst>
              <a:gd name="textAreaLeft" fmla="*/ 0 w 150120"/>
              <a:gd name="textAreaRight" fmla="*/ 150480 w 150120"/>
              <a:gd name="textAreaTop" fmla="*/ 0 h 203400"/>
              <a:gd name="textAreaBottom" fmla="*/ 203760 h 203400"/>
            </a:gdLst>
            <a:ahLst/>
            <a:cxnLst/>
            <a:rect l="textAreaLeft" t="textAreaTop" r="textAreaRight" b="textAreaBottom"/>
            <a:pathLst>
              <a:path w="150495" h="203835">
                <a:moveTo>
                  <a:pt x="149987" y="0"/>
                </a:moveTo>
                <a:lnTo>
                  <a:pt x="0" y="203708"/>
                </a:lnTo>
              </a:path>
            </a:pathLst>
          </a:cu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sldNum" idx="29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E3891D8B-BF8F-417C-B84B-3B711F288E2E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625" name="object 3"/>
            <p:cNvPicPr/>
            <p:nvPr/>
          </p:nvPicPr>
          <p:blipFill>
            <a:blip r:embed="rId1"/>
            <a:stretch/>
          </p:blipFill>
          <p:spPr>
            <a:xfrm>
              <a:off x="1478160" y="131040"/>
              <a:ext cx="61794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26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5354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Third</a:t>
            </a:r>
            <a:r>
              <a:rPr lang="en-US" sz="2800" b="1" u="none" spc="-7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Instruction:</a:t>
            </a:r>
            <a:r>
              <a:rPr lang="en-US" sz="28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lw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$rt,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imm($rs)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628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629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1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2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633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4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6" name="object 14"/>
          <p:cNvSpPr/>
          <p:nvPr/>
        </p:nvSpPr>
        <p:spPr>
          <a:xfrm>
            <a:off x="1524600" y="2743920"/>
            <a:ext cx="91404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560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520">
              <a:lnSpc>
                <a:spcPct val="100000"/>
              </a:lnSpc>
              <a:spcBef>
                <a:spcPts val="6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7" name="object 15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638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9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43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44" name="object 22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object 25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object 26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object 27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object 28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object 29"/>
            <p:cNvSpPr/>
            <p:nvPr/>
          </p:nvSpPr>
          <p:spPr>
            <a:xfrm>
              <a:off x="4641840" y="3691800"/>
              <a:ext cx="1150200" cy="1032840"/>
            </a:xfrm>
            <a:custGeom>
              <a:avLst/>
              <a:gdLst>
                <a:gd name="textAreaLeft" fmla="*/ 0 w 1150200"/>
                <a:gd name="textAreaRight" fmla="*/ 1150560 w 1150200"/>
                <a:gd name="textAreaTop" fmla="*/ 0 h 1032840"/>
                <a:gd name="textAreaBottom" fmla="*/ 1033200 h 1032840"/>
              </a:gdLst>
              <a:ahLst/>
              <a:cxnLst/>
              <a:rect l="textAreaLeft" t="textAreaTop" r="textAreaRight" b="textAreaBottom"/>
              <a:pathLst>
                <a:path w="1150620" h="1033145">
                  <a:moveTo>
                    <a:pt x="158750" y="651764"/>
                  </a:moveTo>
                  <a:lnTo>
                    <a:pt x="146050" y="645414"/>
                  </a:lnTo>
                  <a:lnTo>
                    <a:pt x="82550" y="613664"/>
                  </a:lnTo>
                  <a:lnTo>
                    <a:pt x="82550" y="645414"/>
                  </a:lnTo>
                  <a:lnTo>
                    <a:pt x="2794" y="645414"/>
                  </a:lnTo>
                  <a:lnTo>
                    <a:pt x="0" y="648208"/>
                  </a:lnTo>
                  <a:lnTo>
                    <a:pt x="0" y="1032764"/>
                  </a:lnTo>
                  <a:lnTo>
                    <a:pt x="12700" y="1032764"/>
                  </a:lnTo>
                  <a:lnTo>
                    <a:pt x="12700" y="658114"/>
                  </a:lnTo>
                  <a:lnTo>
                    <a:pt x="82550" y="658114"/>
                  </a:lnTo>
                  <a:lnTo>
                    <a:pt x="82550" y="689864"/>
                  </a:lnTo>
                  <a:lnTo>
                    <a:pt x="146050" y="658114"/>
                  </a:lnTo>
                  <a:lnTo>
                    <a:pt x="158750" y="651764"/>
                  </a:lnTo>
                  <a:close/>
                </a:path>
                <a:path w="1150620" h="1033145">
                  <a:moveTo>
                    <a:pt x="1150112" y="42926"/>
                  </a:moveTo>
                  <a:lnTo>
                    <a:pt x="1121448" y="28575"/>
                  </a:lnTo>
                  <a:lnTo>
                    <a:pt x="1064387" y="0"/>
                  </a:lnTo>
                  <a:lnTo>
                    <a:pt x="1064387" y="28575"/>
                  </a:lnTo>
                  <a:lnTo>
                    <a:pt x="845312" y="28575"/>
                  </a:lnTo>
                  <a:lnTo>
                    <a:pt x="845312" y="57150"/>
                  </a:lnTo>
                  <a:lnTo>
                    <a:pt x="1064387" y="57150"/>
                  </a:lnTo>
                  <a:lnTo>
                    <a:pt x="1064387" y="85725"/>
                  </a:lnTo>
                  <a:lnTo>
                    <a:pt x="1121613" y="57150"/>
                  </a:lnTo>
                  <a:lnTo>
                    <a:pt x="1150112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object 30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object 31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object 32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object 33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object 34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object 35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8" name="object 36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9" name="object 37"/>
          <p:cNvPicPr/>
          <p:nvPr/>
        </p:nvPicPr>
        <p:blipFill>
          <a:blip r:embed="rId5"/>
          <a:stretch/>
        </p:blipFill>
        <p:spPr>
          <a:xfrm>
            <a:off x="1900440" y="4992480"/>
            <a:ext cx="788400" cy="45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60" name="object 38"/>
          <p:cNvGrpSpPr/>
          <p:nvPr/>
        </p:nvGrpSpPr>
        <p:grpSpPr>
          <a:xfrm>
            <a:off x="2743920" y="4495680"/>
            <a:ext cx="2056320" cy="951480"/>
            <a:chOff x="2743920" y="4495680"/>
            <a:chExt cx="2056320" cy="951480"/>
          </a:xfrm>
        </p:grpSpPr>
        <p:sp>
          <p:nvSpPr>
            <p:cNvPr id="661" name="object 39"/>
            <p:cNvSpPr/>
            <p:nvPr/>
          </p:nvSpPr>
          <p:spPr>
            <a:xfrm>
              <a:off x="4495680" y="44956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object 40"/>
            <p:cNvSpPr/>
            <p:nvPr/>
          </p:nvSpPr>
          <p:spPr>
            <a:xfrm>
              <a:off x="350604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63" name="object 41"/>
            <p:cNvPicPr/>
            <p:nvPr/>
          </p:nvPicPr>
          <p:blipFill>
            <a:blip r:embed="rId6"/>
            <a:stretch/>
          </p:blipFill>
          <p:spPr>
            <a:xfrm>
              <a:off x="3573720" y="4992480"/>
              <a:ext cx="641880" cy="45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64" name="object 42"/>
            <p:cNvSpPr/>
            <p:nvPr/>
          </p:nvSpPr>
          <p:spPr>
            <a:xfrm>
              <a:off x="274392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65" name="object 43"/>
            <p:cNvPicPr/>
            <p:nvPr/>
          </p:nvPicPr>
          <p:blipFill>
            <a:blip r:embed="rId7"/>
            <a:stretch/>
          </p:blipFill>
          <p:spPr>
            <a:xfrm>
              <a:off x="2788920" y="4992480"/>
              <a:ext cx="68760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66" name="object 44"/>
          <p:cNvGrpSpPr/>
          <p:nvPr/>
        </p:nvGrpSpPr>
        <p:grpSpPr>
          <a:xfrm>
            <a:off x="1048680" y="4992480"/>
            <a:ext cx="719640" cy="454680"/>
            <a:chOff x="1048680" y="4992480"/>
            <a:chExt cx="719640" cy="454680"/>
          </a:xfrm>
        </p:grpSpPr>
        <p:pic>
          <p:nvPicPr>
            <p:cNvPr id="667" name="object 45"/>
            <p:cNvPicPr/>
            <p:nvPr/>
          </p:nvPicPr>
          <p:blipFill>
            <a:blip r:embed="rId8"/>
            <a:stretch/>
          </p:blipFill>
          <p:spPr>
            <a:xfrm>
              <a:off x="1137960" y="5110920"/>
              <a:ext cx="36000" cy="168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8" name="object 46"/>
            <p:cNvPicPr/>
            <p:nvPr/>
          </p:nvPicPr>
          <p:blipFill>
            <a:blip r:embed="rId9"/>
            <a:stretch/>
          </p:blipFill>
          <p:spPr>
            <a:xfrm>
              <a:off x="1048680" y="4992480"/>
              <a:ext cx="338760" cy="45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9" name="object 47"/>
            <p:cNvPicPr/>
            <p:nvPr/>
          </p:nvPicPr>
          <p:blipFill>
            <a:blip r:embed="rId10"/>
            <a:stretch/>
          </p:blipFill>
          <p:spPr>
            <a:xfrm>
              <a:off x="1115640" y="4992480"/>
              <a:ext cx="65268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70" name="object 48"/>
          <p:cNvSpPr/>
          <p:nvPr/>
        </p:nvSpPr>
        <p:spPr>
          <a:xfrm>
            <a:off x="841680" y="5043600"/>
            <a:ext cx="78591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27756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I-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1596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memory,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 ALU output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(rs+imm)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 data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mux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select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output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1" name="object 49"/>
          <p:cNvGrpSpPr/>
          <p:nvPr/>
        </p:nvGrpSpPr>
        <p:grpSpPr>
          <a:xfrm>
            <a:off x="3044520" y="4714560"/>
            <a:ext cx="3076200" cy="732600"/>
            <a:chOff x="3044520" y="4714560"/>
            <a:chExt cx="3076200" cy="732600"/>
          </a:xfrm>
        </p:grpSpPr>
        <p:sp>
          <p:nvSpPr>
            <p:cNvPr id="672" name="object 50"/>
            <p:cNvSpPr/>
            <p:nvPr/>
          </p:nvSpPr>
          <p:spPr>
            <a:xfrm>
              <a:off x="3044520" y="4714560"/>
              <a:ext cx="2443680" cy="320400"/>
            </a:xfrm>
            <a:custGeom>
              <a:avLst/>
              <a:gdLst>
                <a:gd name="textAreaLeft" fmla="*/ 0 w 2443680"/>
                <a:gd name="textAreaRight" fmla="*/ 2444040 w 244368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2444115" h="320675">
                  <a:moveTo>
                    <a:pt x="460756" y="9779"/>
                  </a:moveTo>
                  <a:lnTo>
                    <a:pt x="376174" y="20320"/>
                  </a:lnTo>
                  <a:lnTo>
                    <a:pt x="393827" y="46786"/>
                  </a:lnTo>
                  <a:lnTo>
                    <a:pt x="0" y="309245"/>
                  </a:lnTo>
                  <a:lnTo>
                    <a:pt x="7112" y="319913"/>
                  </a:lnTo>
                  <a:lnTo>
                    <a:pt x="400888" y="57365"/>
                  </a:lnTo>
                  <a:lnTo>
                    <a:pt x="418465" y="83693"/>
                  </a:lnTo>
                  <a:lnTo>
                    <a:pt x="443598" y="39751"/>
                  </a:lnTo>
                  <a:lnTo>
                    <a:pt x="460756" y="9779"/>
                  </a:lnTo>
                  <a:close/>
                </a:path>
                <a:path w="2444115" h="320675">
                  <a:moveTo>
                    <a:pt x="803656" y="85979"/>
                  </a:moveTo>
                  <a:lnTo>
                    <a:pt x="797306" y="73279"/>
                  </a:lnTo>
                  <a:lnTo>
                    <a:pt x="765556" y="9779"/>
                  </a:lnTo>
                  <a:lnTo>
                    <a:pt x="727456" y="85979"/>
                  </a:lnTo>
                  <a:lnTo>
                    <a:pt x="759206" y="85979"/>
                  </a:lnTo>
                  <a:lnTo>
                    <a:pt x="759206" y="314579"/>
                  </a:lnTo>
                  <a:lnTo>
                    <a:pt x="771906" y="314579"/>
                  </a:lnTo>
                  <a:lnTo>
                    <a:pt x="771906" y="85979"/>
                  </a:lnTo>
                  <a:lnTo>
                    <a:pt x="803656" y="85979"/>
                  </a:lnTo>
                  <a:close/>
                </a:path>
                <a:path w="2444115" h="320675">
                  <a:moveTo>
                    <a:pt x="2444115" y="308610"/>
                  </a:moveTo>
                  <a:lnTo>
                    <a:pt x="1677479" y="29857"/>
                  </a:lnTo>
                  <a:lnTo>
                    <a:pt x="1679054" y="25527"/>
                  </a:lnTo>
                  <a:lnTo>
                    <a:pt x="1688338" y="0"/>
                  </a:lnTo>
                  <a:lnTo>
                    <a:pt x="1603756" y="9779"/>
                  </a:lnTo>
                  <a:lnTo>
                    <a:pt x="1662303" y="71628"/>
                  </a:lnTo>
                  <a:lnTo>
                    <a:pt x="1673148" y="41783"/>
                  </a:lnTo>
                  <a:lnTo>
                    <a:pt x="2439797" y="320548"/>
                  </a:lnTo>
                  <a:lnTo>
                    <a:pt x="2444115" y="3086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73" name="object 51"/>
            <p:cNvPicPr/>
            <p:nvPr/>
          </p:nvPicPr>
          <p:blipFill>
            <a:blip r:embed="rId11"/>
            <a:stretch/>
          </p:blipFill>
          <p:spPr>
            <a:xfrm>
              <a:off x="4869000" y="4992480"/>
              <a:ext cx="125172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aphicFrame>
        <p:nvGraphicFramePr>
          <p:cNvPr id="674" name="object 52"/>
          <p:cNvGraphicFramePr/>
          <p:nvPr/>
        </p:nvGraphicFramePr>
        <p:xfrm>
          <a:off x="1815120" y="5015520"/>
          <a:ext cx="4876560" cy="304560"/>
        </p:xfrm>
        <a:graphic>
          <a:graphicData uri="http://schemas.openxmlformats.org/drawingml/2006/table">
            <a:tbl>
              <a:tblPr/>
              <a:tblGrid>
                <a:gridCol w="914400"/>
                <a:gridCol w="761760"/>
                <a:gridCol w="761760"/>
                <a:gridCol w="2438280"/>
              </a:tblGrid>
              <a:tr h="304560">
                <a:tc>
                  <a:txBody>
                    <a:bodyPr lIns="0" tIns="25200" rIns="0" bIns="0" anchor="t">
                      <a:noAutofit/>
                    </a:bodyPr>
                    <a:p>
                      <a:pPr marL="198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Op(6)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7208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rs(5)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9512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rt(5)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729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Immed(16)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FF0909"/>
                    </a:solidFill>
                  </a:tcPr>
                </a:tc>
              </a:tr>
            </a:tbl>
          </a:graphicData>
        </a:graphic>
      </p:graphicFrame>
      <p:sp>
        <p:nvSpPr>
          <p:cNvPr id="675" name="object 53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6" name="object 54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677" name="object 55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object 56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object 57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object 58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object 59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object 60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object 61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84" name="object 62"/>
            <p:cNvPicPr/>
            <p:nvPr/>
          </p:nvPicPr>
          <p:blipFill>
            <a:blip r:embed="rId12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85" name="object 63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object 64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7" name="object 65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8" name="object 66"/>
          <p:cNvGrpSpPr/>
          <p:nvPr/>
        </p:nvGrpSpPr>
        <p:grpSpPr>
          <a:xfrm>
            <a:off x="291240" y="1815120"/>
            <a:ext cx="8409960" cy="1613520"/>
            <a:chOff x="291240" y="1815120"/>
            <a:chExt cx="8409960" cy="1613520"/>
          </a:xfrm>
        </p:grpSpPr>
        <p:sp>
          <p:nvSpPr>
            <p:cNvPr id="689" name="object 67"/>
            <p:cNvSpPr/>
            <p:nvPr/>
          </p:nvSpPr>
          <p:spPr>
            <a:xfrm>
              <a:off x="792540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object 68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290448" y="790575"/>
                  </a:moveTo>
                  <a:lnTo>
                    <a:pt x="0" y="790575"/>
                  </a:lnTo>
                  <a:lnTo>
                    <a:pt x="0" y="819150"/>
                  </a:lnTo>
                  <a:lnTo>
                    <a:pt x="312673" y="819150"/>
                  </a:lnTo>
                  <a:lnTo>
                    <a:pt x="319023" y="812800"/>
                  </a:lnTo>
                  <a:lnTo>
                    <a:pt x="319023" y="804926"/>
                  </a:lnTo>
                  <a:lnTo>
                    <a:pt x="290448" y="804926"/>
                  </a:lnTo>
                  <a:lnTo>
                    <a:pt x="290448" y="790575"/>
                  </a:lnTo>
                  <a:close/>
                </a:path>
                <a:path w="1828800" h="819150">
                  <a:moveTo>
                    <a:pt x="1743074" y="28575"/>
                  </a:moveTo>
                  <a:lnTo>
                    <a:pt x="296926" y="28575"/>
                  </a:lnTo>
                  <a:lnTo>
                    <a:pt x="290448" y="35051"/>
                  </a:lnTo>
                  <a:lnTo>
                    <a:pt x="290448" y="804926"/>
                  </a:lnTo>
                  <a:lnTo>
                    <a:pt x="304799" y="790575"/>
                  </a:lnTo>
                  <a:lnTo>
                    <a:pt x="319023" y="790575"/>
                  </a:lnTo>
                  <a:lnTo>
                    <a:pt x="319023" y="57150"/>
                  </a:lnTo>
                  <a:lnTo>
                    <a:pt x="304799" y="57150"/>
                  </a:lnTo>
                  <a:lnTo>
                    <a:pt x="319023" y="42925"/>
                  </a:lnTo>
                  <a:lnTo>
                    <a:pt x="1743074" y="42925"/>
                  </a:lnTo>
                  <a:lnTo>
                    <a:pt x="1743074" y="28575"/>
                  </a:lnTo>
                  <a:close/>
                </a:path>
                <a:path w="1828800" h="819150">
                  <a:moveTo>
                    <a:pt x="319023" y="790575"/>
                  </a:moveTo>
                  <a:lnTo>
                    <a:pt x="304799" y="790575"/>
                  </a:lnTo>
                  <a:lnTo>
                    <a:pt x="290448" y="804926"/>
                  </a:lnTo>
                  <a:lnTo>
                    <a:pt x="319023" y="804926"/>
                  </a:lnTo>
                  <a:lnTo>
                    <a:pt x="319023" y="790575"/>
                  </a:lnTo>
                  <a:close/>
                </a:path>
                <a:path w="1828800" h="819150">
                  <a:moveTo>
                    <a:pt x="1743074" y="0"/>
                  </a:moveTo>
                  <a:lnTo>
                    <a:pt x="1743074" y="85725"/>
                  </a:lnTo>
                  <a:lnTo>
                    <a:pt x="1800309" y="57150"/>
                  </a:lnTo>
                  <a:lnTo>
                    <a:pt x="1757298" y="57150"/>
                  </a:lnTo>
                  <a:lnTo>
                    <a:pt x="1757298" y="28575"/>
                  </a:lnTo>
                  <a:lnTo>
                    <a:pt x="1800140" y="28575"/>
                  </a:lnTo>
                  <a:lnTo>
                    <a:pt x="1743074" y="0"/>
                  </a:lnTo>
                  <a:close/>
                </a:path>
                <a:path w="1828800" h="819150">
                  <a:moveTo>
                    <a:pt x="319023" y="42925"/>
                  </a:moveTo>
                  <a:lnTo>
                    <a:pt x="304799" y="57150"/>
                  </a:lnTo>
                  <a:lnTo>
                    <a:pt x="319023" y="57150"/>
                  </a:lnTo>
                  <a:lnTo>
                    <a:pt x="319023" y="42925"/>
                  </a:lnTo>
                  <a:close/>
                </a:path>
                <a:path w="1828800" h="819150">
                  <a:moveTo>
                    <a:pt x="1743074" y="42925"/>
                  </a:moveTo>
                  <a:lnTo>
                    <a:pt x="319023" y="42925"/>
                  </a:lnTo>
                  <a:lnTo>
                    <a:pt x="319023" y="57150"/>
                  </a:lnTo>
                  <a:lnTo>
                    <a:pt x="1743074" y="57150"/>
                  </a:lnTo>
                  <a:lnTo>
                    <a:pt x="1743074" y="42925"/>
                  </a:lnTo>
                  <a:close/>
                </a:path>
                <a:path w="1828800" h="819150">
                  <a:moveTo>
                    <a:pt x="1800140" y="28575"/>
                  </a:moveTo>
                  <a:lnTo>
                    <a:pt x="1757298" y="28575"/>
                  </a:lnTo>
                  <a:lnTo>
                    <a:pt x="1757298" y="57150"/>
                  </a:lnTo>
                  <a:lnTo>
                    <a:pt x="1800309" y="57150"/>
                  </a:lnTo>
                  <a:lnTo>
                    <a:pt x="1828799" y="42925"/>
                  </a:lnTo>
                  <a:lnTo>
                    <a:pt x="1800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object 69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object 70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object 71"/>
            <p:cNvSpPr/>
            <p:nvPr/>
          </p:nvSpPr>
          <p:spPr>
            <a:xfrm>
              <a:off x="2729520" y="2424960"/>
              <a:ext cx="5971680" cy="666360"/>
            </a:xfrm>
            <a:custGeom>
              <a:avLst/>
              <a:gdLst>
                <a:gd name="textAreaLeft" fmla="*/ 0 w 5971680"/>
                <a:gd name="textAreaRight" fmla="*/ 5972040 w 5971680"/>
                <a:gd name="textAreaTop" fmla="*/ 0 h 666360"/>
                <a:gd name="textAreaBottom" fmla="*/ 666720 h 666360"/>
              </a:gdLst>
              <a:ahLst/>
              <a:cxnLst/>
              <a:rect l="textAreaLeft" t="textAreaTop" r="textAreaRight" b="textAreaBottom"/>
              <a:pathLst>
                <a:path w="5972175" h="666750">
                  <a:moveTo>
                    <a:pt x="233425" y="581025"/>
                  </a:moveTo>
                  <a:lnTo>
                    <a:pt x="233425" y="666750"/>
                  </a:lnTo>
                  <a:lnTo>
                    <a:pt x="290660" y="638175"/>
                  </a:lnTo>
                  <a:lnTo>
                    <a:pt x="247650" y="638175"/>
                  </a:lnTo>
                  <a:lnTo>
                    <a:pt x="247650" y="609600"/>
                  </a:lnTo>
                  <a:lnTo>
                    <a:pt x="290491" y="609600"/>
                  </a:lnTo>
                  <a:lnTo>
                    <a:pt x="233425" y="581025"/>
                  </a:lnTo>
                  <a:close/>
                </a:path>
                <a:path w="5972175" h="666750">
                  <a:moveTo>
                    <a:pt x="5965824" y="0"/>
                  </a:moveTo>
                  <a:lnTo>
                    <a:pt x="6476" y="0"/>
                  </a:lnTo>
                  <a:lnTo>
                    <a:pt x="0" y="6476"/>
                  </a:lnTo>
                  <a:lnTo>
                    <a:pt x="0" y="631825"/>
                  </a:lnTo>
                  <a:lnTo>
                    <a:pt x="6476" y="638175"/>
                  </a:lnTo>
                  <a:lnTo>
                    <a:pt x="233425" y="638175"/>
                  </a:lnTo>
                  <a:lnTo>
                    <a:pt x="233425" y="623951"/>
                  </a:lnTo>
                  <a:lnTo>
                    <a:pt x="28575" y="623951"/>
                  </a:lnTo>
                  <a:lnTo>
                    <a:pt x="14350" y="609600"/>
                  </a:lnTo>
                  <a:lnTo>
                    <a:pt x="28575" y="609600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0"/>
                  </a:lnTo>
                  <a:lnTo>
                    <a:pt x="5972174" y="14350"/>
                  </a:lnTo>
                  <a:lnTo>
                    <a:pt x="5972174" y="6476"/>
                  </a:lnTo>
                  <a:lnTo>
                    <a:pt x="5965824" y="0"/>
                  </a:lnTo>
                  <a:close/>
                </a:path>
                <a:path w="5972175" h="666750">
                  <a:moveTo>
                    <a:pt x="290491" y="609600"/>
                  </a:moveTo>
                  <a:lnTo>
                    <a:pt x="247650" y="609600"/>
                  </a:lnTo>
                  <a:lnTo>
                    <a:pt x="247650" y="638175"/>
                  </a:lnTo>
                  <a:lnTo>
                    <a:pt x="290660" y="638175"/>
                  </a:lnTo>
                  <a:lnTo>
                    <a:pt x="319150" y="623951"/>
                  </a:lnTo>
                  <a:lnTo>
                    <a:pt x="290491" y="609600"/>
                  </a:lnTo>
                  <a:close/>
                </a:path>
                <a:path w="5972175" h="666750">
                  <a:moveTo>
                    <a:pt x="28575" y="609600"/>
                  </a:moveTo>
                  <a:lnTo>
                    <a:pt x="14350" y="609600"/>
                  </a:lnTo>
                  <a:lnTo>
                    <a:pt x="28575" y="623951"/>
                  </a:lnTo>
                  <a:lnTo>
                    <a:pt x="28575" y="609600"/>
                  </a:lnTo>
                  <a:close/>
                </a:path>
                <a:path w="5972175" h="666750">
                  <a:moveTo>
                    <a:pt x="233425" y="609600"/>
                  </a:moveTo>
                  <a:lnTo>
                    <a:pt x="28575" y="609600"/>
                  </a:lnTo>
                  <a:lnTo>
                    <a:pt x="28575" y="623951"/>
                  </a:lnTo>
                  <a:lnTo>
                    <a:pt x="233425" y="623951"/>
                  </a:lnTo>
                  <a:lnTo>
                    <a:pt x="233425" y="609600"/>
                  </a:lnTo>
                  <a:close/>
                </a:path>
                <a:path w="5972175" h="666750">
                  <a:moveTo>
                    <a:pt x="5943599" y="426719"/>
                  </a:moveTo>
                  <a:lnTo>
                    <a:pt x="5653150" y="426719"/>
                  </a:lnTo>
                  <a:lnTo>
                    <a:pt x="5653150" y="455294"/>
                  </a:lnTo>
                  <a:lnTo>
                    <a:pt x="5965824" y="455294"/>
                  </a:lnTo>
                  <a:lnTo>
                    <a:pt x="5972174" y="448944"/>
                  </a:lnTo>
                  <a:lnTo>
                    <a:pt x="5972174" y="441071"/>
                  </a:lnTo>
                  <a:lnTo>
                    <a:pt x="5943599" y="441071"/>
                  </a:lnTo>
                  <a:lnTo>
                    <a:pt x="5943599" y="426719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5943599" y="441071"/>
                  </a:lnTo>
                  <a:lnTo>
                    <a:pt x="5957950" y="426719"/>
                  </a:lnTo>
                  <a:lnTo>
                    <a:pt x="5972174" y="426719"/>
                  </a:lnTo>
                  <a:lnTo>
                    <a:pt x="5972174" y="28575"/>
                  </a:lnTo>
                  <a:lnTo>
                    <a:pt x="5957950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426719"/>
                  </a:moveTo>
                  <a:lnTo>
                    <a:pt x="5957950" y="426719"/>
                  </a:lnTo>
                  <a:lnTo>
                    <a:pt x="5943599" y="441071"/>
                  </a:lnTo>
                  <a:lnTo>
                    <a:pt x="5972174" y="441071"/>
                  </a:lnTo>
                  <a:lnTo>
                    <a:pt x="5972174" y="426719"/>
                  </a:lnTo>
                  <a:close/>
                </a:path>
                <a:path w="5972175" h="666750">
                  <a:moveTo>
                    <a:pt x="28575" y="14350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5943599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14350"/>
                  </a:moveTo>
                  <a:lnTo>
                    <a:pt x="5943599" y="14350"/>
                  </a:lnTo>
                  <a:lnTo>
                    <a:pt x="5957950" y="28575"/>
                  </a:lnTo>
                  <a:lnTo>
                    <a:pt x="5972174" y="28575"/>
                  </a:lnTo>
                  <a:lnTo>
                    <a:pt x="5972174" y="143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object 72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object 73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object 74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object 75"/>
            <p:cNvSpPr/>
            <p:nvPr/>
          </p:nvSpPr>
          <p:spPr>
            <a:xfrm>
              <a:off x="291240" y="1815120"/>
              <a:ext cx="1856880" cy="1580760"/>
            </a:xfrm>
            <a:custGeom>
              <a:avLst/>
              <a:gdLst>
                <a:gd name="textAreaLeft" fmla="*/ 0 w 1856880"/>
                <a:gd name="textAreaRight" fmla="*/ 1857240 w 1856880"/>
                <a:gd name="textAreaTop" fmla="*/ 0 h 1580760"/>
                <a:gd name="textAreaBottom" fmla="*/ 1581120 h 1580760"/>
              </a:gdLst>
              <a:ahLst/>
              <a:cxnLst/>
              <a:rect l="textAreaLeft" t="textAreaTop" r="textAreaRight" b="textAreaBottom"/>
              <a:pathLst>
                <a:path w="1857375" h="1581150">
                  <a:moveTo>
                    <a:pt x="1233487" y="623951"/>
                  </a:moveTo>
                  <a:lnTo>
                    <a:pt x="1204823" y="609600"/>
                  </a:lnTo>
                  <a:lnTo>
                    <a:pt x="1147762" y="581025"/>
                  </a:lnTo>
                  <a:lnTo>
                    <a:pt x="1147762" y="609600"/>
                  </a:lnTo>
                  <a:lnTo>
                    <a:pt x="920800" y="609600"/>
                  </a:lnTo>
                  <a:lnTo>
                    <a:pt x="914400" y="616077"/>
                  </a:lnTo>
                  <a:lnTo>
                    <a:pt x="914400" y="1538351"/>
                  </a:lnTo>
                  <a:lnTo>
                    <a:pt x="942975" y="1538351"/>
                  </a:lnTo>
                  <a:lnTo>
                    <a:pt x="942975" y="638175"/>
                  </a:lnTo>
                  <a:lnTo>
                    <a:pt x="1147762" y="638175"/>
                  </a:lnTo>
                  <a:lnTo>
                    <a:pt x="1147762" y="666750"/>
                  </a:lnTo>
                  <a:lnTo>
                    <a:pt x="1204988" y="638175"/>
                  </a:lnTo>
                  <a:lnTo>
                    <a:pt x="1233487" y="623951"/>
                  </a:lnTo>
                  <a:close/>
                </a:path>
                <a:path w="1857375" h="1581150">
                  <a:moveTo>
                    <a:pt x="1857311" y="6477"/>
                  </a:moveTo>
                  <a:lnTo>
                    <a:pt x="18509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1546225"/>
                  </a:lnTo>
                  <a:lnTo>
                    <a:pt x="6400" y="1552575"/>
                  </a:lnTo>
                  <a:lnTo>
                    <a:pt x="233362" y="1552575"/>
                  </a:lnTo>
                  <a:lnTo>
                    <a:pt x="233362" y="1581150"/>
                  </a:lnTo>
                  <a:lnTo>
                    <a:pt x="290588" y="1552575"/>
                  </a:lnTo>
                  <a:lnTo>
                    <a:pt x="319087" y="1538351"/>
                  </a:lnTo>
                  <a:lnTo>
                    <a:pt x="290423" y="1524000"/>
                  </a:lnTo>
                  <a:lnTo>
                    <a:pt x="233362" y="1495425"/>
                  </a:lnTo>
                  <a:lnTo>
                    <a:pt x="233362" y="1524000"/>
                  </a:lnTo>
                  <a:lnTo>
                    <a:pt x="28575" y="1524000"/>
                  </a:lnTo>
                  <a:lnTo>
                    <a:pt x="28575" y="28575"/>
                  </a:lnTo>
                  <a:lnTo>
                    <a:pt x="1828736" y="28575"/>
                  </a:lnTo>
                  <a:lnTo>
                    <a:pt x="1828736" y="457200"/>
                  </a:lnTo>
                  <a:lnTo>
                    <a:pt x="1538287" y="457200"/>
                  </a:lnTo>
                  <a:lnTo>
                    <a:pt x="1538287" y="485775"/>
                  </a:lnTo>
                  <a:lnTo>
                    <a:pt x="1850961" y="485775"/>
                  </a:lnTo>
                  <a:lnTo>
                    <a:pt x="1857311" y="479425"/>
                  </a:lnTo>
                  <a:lnTo>
                    <a:pt x="1857311" y="471551"/>
                  </a:lnTo>
                  <a:lnTo>
                    <a:pt x="1857311" y="457200"/>
                  </a:lnTo>
                  <a:lnTo>
                    <a:pt x="1857311" y="28575"/>
                  </a:lnTo>
                  <a:lnTo>
                    <a:pt x="1857311" y="14351"/>
                  </a:lnTo>
                  <a:lnTo>
                    <a:pt x="1857311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8" name="object 76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sldNum" idx="30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46C9C364-6C89-4A98-B26A-928CCD87868D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701" name="object 3"/>
            <p:cNvPicPr/>
            <p:nvPr/>
          </p:nvPicPr>
          <p:blipFill>
            <a:blip r:embed="rId1"/>
            <a:stretch/>
          </p:blipFill>
          <p:spPr>
            <a:xfrm>
              <a:off x="1308960" y="131040"/>
              <a:ext cx="65178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02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3658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Fourth</a:t>
            </a:r>
            <a:r>
              <a:rPr lang="en-US" sz="2800" b="1" u="none" spc="-7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Instruction: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sw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$rt,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imm($rs)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704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705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7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8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709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10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2" name="object 14"/>
          <p:cNvSpPr/>
          <p:nvPr/>
        </p:nvSpPr>
        <p:spPr>
          <a:xfrm>
            <a:off x="1524600" y="2743920"/>
            <a:ext cx="914040" cy="12189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560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520">
              <a:lnSpc>
                <a:spcPct val="100000"/>
              </a:lnSpc>
              <a:spcBef>
                <a:spcPts val="6"/>
              </a:spcBef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3" name="object 15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714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15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19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20" name="object 22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object 25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object 26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5" name="object 27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object 28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object 29"/>
            <p:cNvSpPr/>
            <p:nvPr/>
          </p:nvSpPr>
          <p:spPr>
            <a:xfrm>
              <a:off x="4641840" y="3691800"/>
              <a:ext cx="1150200" cy="1032840"/>
            </a:xfrm>
            <a:custGeom>
              <a:avLst/>
              <a:gdLst>
                <a:gd name="textAreaLeft" fmla="*/ 0 w 1150200"/>
                <a:gd name="textAreaRight" fmla="*/ 1150560 w 1150200"/>
                <a:gd name="textAreaTop" fmla="*/ 0 h 1032840"/>
                <a:gd name="textAreaBottom" fmla="*/ 1033200 h 1032840"/>
              </a:gdLst>
              <a:ahLst/>
              <a:cxnLst/>
              <a:rect l="textAreaLeft" t="textAreaTop" r="textAreaRight" b="textAreaBottom"/>
              <a:pathLst>
                <a:path w="1150620" h="1033145">
                  <a:moveTo>
                    <a:pt x="158750" y="651764"/>
                  </a:moveTo>
                  <a:lnTo>
                    <a:pt x="146050" y="645414"/>
                  </a:lnTo>
                  <a:lnTo>
                    <a:pt x="82550" y="613664"/>
                  </a:lnTo>
                  <a:lnTo>
                    <a:pt x="82550" y="645414"/>
                  </a:lnTo>
                  <a:lnTo>
                    <a:pt x="2794" y="645414"/>
                  </a:lnTo>
                  <a:lnTo>
                    <a:pt x="0" y="648208"/>
                  </a:lnTo>
                  <a:lnTo>
                    <a:pt x="0" y="1032764"/>
                  </a:lnTo>
                  <a:lnTo>
                    <a:pt x="12700" y="1032764"/>
                  </a:lnTo>
                  <a:lnTo>
                    <a:pt x="12700" y="658114"/>
                  </a:lnTo>
                  <a:lnTo>
                    <a:pt x="82550" y="658114"/>
                  </a:lnTo>
                  <a:lnTo>
                    <a:pt x="82550" y="689864"/>
                  </a:lnTo>
                  <a:lnTo>
                    <a:pt x="146050" y="658114"/>
                  </a:lnTo>
                  <a:lnTo>
                    <a:pt x="158750" y="651764"/>
                  </a:lnTo>
                  <a:close/>
                </a:path>
                <a:path w="1150620" h="1033145">
                  <a:moveTo>
                    <a:pt x="1150112" y="42926"/>
                  </a:moveTo>
                  <a:lnTo>
                    <a:pt x="1121448" y="28575"/>
                  </a:lnTo>
                  <a:lnTo>
                    <a:pt x="1064387" y="0"/>
                  </a:lnTo>
                  <a:lnTo>
                    <a:pt x="1064387" y="28575"/>
                  </a:lnTo>
                  <a:lnTo>
                    <a:pt x="845312" y="28575"/>
                  </a:lnTo>
                  <a:lnTo>
                    <a:pt x="845312" y="57150"/>
                  </a:lnTo>
                  <a:lnTo>
                    <a:pt x="1064387" y="57150"/>
                  </a:lnTo>
                  <a:lnTo>
                    <a:pt x="1064387" y="85725"/>
                  </a:lnTo>
                  <a:lnTo>
                    <a:pt x="1121613" y="57150"/>
                  </a:lnTo>
                  <a:lnTo>
                    <a:pt x="1150112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object 30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object 31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object 32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object 33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object 34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3" name="object 35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4" name="object 36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5" name="object 37"/>
          <p:cNvPicPr/>
          <p:nvPr/>
        </p:nvPicPr>
        <p:blipFill>
          <a:blip r:embed="rId5"/>
          <a:stretch/>
        </p:blipFill>
        <p:spPr>
          <a:xfrm>
            <a:off x="1900440" y="4992480"/>
            <a:ext cx="788400" cy="45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36" name="object 38"/>
          <p:cNvGrpSpPr/>
          <p:nvPr/>
        </p:nvGrpSpPr>
        <p:grpSpPr>
          <a:xfrm>
            <a:off x="2743920" y="4495680"/>
            <a:ext cx="2056320" cy="951480"/>
            <a:chOff x="2743920" y="4495680"/>
            <a:chExt cx="2056320" cy="951480"/>
          </a:xfrm>
        </p:grpSpPr>
        <p:sp>
          <p:nvSpPr>
            <p:cNvPr id="737" name="object 39"/>
            <p:cNvSpPr/>
            <p:nvPr/>
          </p:nvSpPr>
          <p:spPr>
            <a:xfrm>
              <a:off x="4495680" y="44956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object 40"/>
            <p:cNvSpPr/>
            <p:nvPr/>
          </p:nvSpPr>
          <p:spPr>
            <a:xfrm>
              <a:off x="350604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39" name="object 41"/>
            <p:cNvPicPr/>
            <p:nvPr/>
          </p:nvPicPr>
          <p:blipFill>
            <a:blip r:embed="rId6"/>
            <a:stretch/>
          </p:blipFill>
          <p:spPr>
            <a:xfrm>
              <a:off x="3573720" y="4992480"/>
              <a:ext cx="641880" cy="45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40" name="object 42"/>
            <p:cNvSpPr/>
            <p:nvPr/>
          </p:nvSpPr>
          <p:spPr>
            <a:xfrm>
              <a:off x="274392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41" name="object 43"/>
            <p:cNvPicPr/>
            <p:nvPr/>
          </p:nvPicPr>
          <p:blipFill>
            <a:blip r:embed="rId7"/>
            <a:stretch/>
          </p:blipFill>
          <p:spPr>
            <a:xfrm>
              <a:off x="2788920" y="4992480"/>
              <a:ext cx="68760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42" name="object 44"/>
          <p:cNvGrpSpPr/>
          <p:nvPr/>
        </p:nvGrpSpPr>
        <p:grpSpPr>
          <a:xfrm>
            <a:off x="1048680" y="4992480"/>
            <a:ext cx="719640" cy="454680"/>
            <a:chOff x="1048680" y="4992480"/>
            <a:chExt cx="719640" cy="454680"/>
          </a:xfrm>
        </p:grpSpPr>
        <p:pic>
          <p:nvPicPr>
            <p:cNvPr id="743" name="object 45"/>
            <p:cNvPicPr/>
            <p:nvPr/>
          </p:nvPicPr>
          <p:blipFill>
            <a:blip r:embed="rId8"/>
            <a:stretch/>
          </p:blipFill>
          <p:spPr>
            <a:xfrm>
              <a:off x="1137960" y="5110920"/>
              <a:ext cx="36000" cy="168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4" name="object 46"/>
            <p:cNvPicPr/>
            <p:nvPr/>
          </p:nvPicPr>
          <p:blipFill>
            <a:blip r:embed="rId9"/>
            <a:stretch/>
          </p:blipFill>
          <p:spPr>
            <a:xfrm>
              <a:off x="1048680" y="4992480"/>
              <a:ext cx="338760" cy="45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5" name="object 47"/>
            <p:cNvPicPr/>
            <p:nvPr/>
          </p:nvPicPr>
          <p:blipFill>
            <a:blip r:embed="rId10"/>
            <a:stretch/>
          </p:blipFill>
          <p:spPr>
            <a:xfrm>
              <a:off x="1115640" y="4992480"/>
              <a:ext cx="65268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46" name="object 48"/>
          <p:cNvSpPr/>
          <p:nvPr/>
        </p:nvSpPr>
        <p:spPr>
          <a:xfrm>
            <a:off x="841680" y="5043600"/>
            <a:ext cx="73904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27756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I-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1596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path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second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 data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Disable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RegFile’s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7" name="object 49"/>
          <p:cNvGrpSpPr/>
          <p:nvPr/>
        </p:nvGrpSpPr>
        <p:grpSpPr>
          <a:xfrm>
            <a:off x="3044520" y="4714560"/>
            <a:ext cx="3076200" cy="732600"/>
            <a:chOff x="3044520" y="4714560"/>
            <a:chExt cx="3076200" cy="732600"/>
          </a:xfrm>
        </p:grpSpPr>
        <p:sp>
          <p:nvSpPr>
            <p:cNvPr id="748" name="object 50"/>
            <p:cNvSpPr/>
            <p:nvPr/>
          </p:nvSpPr>
          <p:spPr>
            <a:xfrm>
              <a:off x="3044520" y="4714560"/>
              <a:ext cx="2443680" cy="320400"/>
            </a:xfrm>
            <a:custGeom>
              <a:avLst/>
              <a:gdLst>
                <a:gd name="textAreaLeft" fmla="*/ 0 w 2443680"/>
                <a:gd name="textAreaRight" fmla="*/ 2444040 w 244368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2444115" h="320675">
                  <a:moveTo>
                    <a:pt x="460756" y="9779"/>
                  </a:moveTo>
                  <a:lnTo>
                    <a:pt x="376174" y="20320"/>
                  </a:lnTo>
                  <a:lnTo>
                    <a:pt x="393827" y="46786"/>
                  </a:lnTo>
                  <a:lnTo>
                    <a:pt x="0" y="309245"/>
                  </a:lnTo>
                  <a:lnTo>
                    <a:pt x="7112" y="319913"/>
                  </a:lnTo>
                  <a:lnTo>
                    <a:pt x="400888" y="57365"/>
                  </a:lnTo>
                  <a:lnTo>
                    <a:pt x="418465" y="83693"/>
                  </a:lnTo>
                  <a:lnTo>
                    <a:pt x="443598" y="39751"/>
                  </a:lnTo>
                  <a:lnTo>
                    <a:pt x="460756" y="9779"/>
                  </a:lnTo>
                  <a:close/>
                </a:path>
                <a:path w="2444115" h="320675">
                  <a:moveTo>
                    <a:pt x="803656" y="85979"/>
                  </a:moveTo>
                  <a:lnTo>
                    <a:pt x="797306" y="73279"/>
                  </a:lnTo>
                  <a:lnTo>
                    <a:pt x="765556" y="9779"/>
                  </a:lnTo>
                  <a:lnTo>
                    <a:pt x="727456" y="85979"/>
                  </a:lnTo>
                  <a:lnTo>
                    <a:pt x="759206" y="85979"/>
                  </a:lnTo>
                  <a:lnTo>
                    <a:pt x="759206" y="314579"/>
                  </a:lnTo>
                  <a:lnTo>
                    <a:pt x="771906" y="314579"/>
                  </a:lnTo>
                  <a:lnTo>
                    <a:pt x="771906" y="85979"/>
                  </a:lnTo>
                  <a:lnTo>
                    <a:pt x="803656" y="85979"/>
                  </a:lnTo>
                  <a:close/>
                </a:path>
                <a:path w="2444115" h="320675">
                  <a:moveTo>
                    <a:pt x="2444115" y="308610"/>
                  </a:moveTo>
                  <a:lnTo>
                    <a:pt x="1677479" y="29857"/>
                  </a:lnTo>
                  <a:lnTo>
                    <a:pt x="1679054" y="25527"/>
                  </a:lnTo>
                  <a:lnTo>
                    <a:pt x="1688338" y="0"/>
                  </a:lnTo>
                  <a:lnTo>
                    <a:pt x="1603756" y="9779"/>
                  </a:lnTo>
                  <a:lnTo>
                    <a:pt x="1662303" y="71628"/>
                  </a:lnTo>
                  <a:lnTo>
                    <a:pt x="1673148" y="41783"/>
                  </a:lnTo>
                  <a:lnTo>
                    <a:pt x="2439797" y="320548"/>
                  </a:lnTo>
                  <a:lnTo>
                    <a:pt x="2444115" y="3086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49" name="object 51"/>
            <p:cNvPicPr/>
            <p:nvPr/>
          </p:nvPicPr>
          <p:blipFill>
            <a:blip r:embed="rId11"/>
            <a:stretch/>
          </p:blipFill>
          <p:spPr>
            <a:xfrm>
              <a:off x="4869000" y="4992480"/>
              <a:ext cx="125172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aphicFrame>
        <p:nvGraphicFramePr>
          <p:cNvPr id="750" name="object 52"/>
          <p:cNvGraphicFramePr/>
          <p:nvPr/>
        </p:nvGraphicFramePr>
        <p:xfrm>
          <a:off x="1815120" y="5015520"/>
          <a:ext cx="4876560" cy="304560"/>
        </p:xfrm>
        <a:graphic>
          <a:graphicData uri="http://schemas.openxmlformats.org/drawingml/2006/table">
            <a:tbl>
              <a:tblPr/>
              <a:tblGrid>
                <a:gridCol w="914400"/>
                <a:gridCol w="761760"/>
                <a:gridCol w="761760"/>
                <a:gridCol w="2438280"/>
              </a:tblGrid>
              <a:tr h="304560">
                <a:tc>
                  <a:txBody>
                    <a:bodyPr lIns="0" tIns="25200" rIns="0" bIns="0" anchor="t">
                      <a:noAutofit/>
                    </a:bodyPr>
                    <a:p>
                      <a:pPr marL="198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Op(6)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7208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rs(5)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9512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rt(5)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729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Immed(16)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FF0909"/>
                    </a:solidFill>
                  </a:tcPr>
                </a:tc>
              </a:tr>
            </a:tbl>
          </a:graphicData>
        </a:graphic>
      </p:graphicFrame>
      <p:sp>
        <p:nvSpPr>
          <p:cNvPr id="751" name="object 53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2" name="object 54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753" name="object 55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object 56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5" name="object 57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object 58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object 59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object 60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object 61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60" name="object 62"/>
            <p:cNvPicPr/>
            <p:nvPr/>
          </p:nvPicPr>
          <p:blipFill>
            <a:blip r:embed="rId12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61" name="object 63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object 64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3" name="object 65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4" name="object 66"/>
          <p:cNvGrpSpPr/>
          <p:nvPr/>
        </p:nvGrpSpPr>
        <p:grpSpPr>
          <a:xfrm>
            <a:off x="291240" y="1815120"/>
            <a:ext cx="8091000" cy="2238120"/>
            <a:chOff x="291240" y="1815120"/>
            <a:chExt cx="8091000" cy="2238120"/>
          </a:xfrm>
        </p:grpSpPr>
        <p:sp>
          <p:nvSpPr>
            <p:cNvPr id="765" name="object 67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6" name="object 68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object 69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object 70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object 71"/>
            <p:cNvSpPr/>
            <p:nvPr/>
          </p:nvSpPr>
          <p:spPr>
            <a:xfrm>
              <a:off x="4863240" y="3615480"/>
              <a:ext cx="2147760" cy="437760"/>
            </a:xfrm>
            <a:custGeom>
              <a:avLst/>
              <a:gdLst>
                <a:gd name="textAreaLeft" fmla="*/ 0 w 2147760"/>
                <a:gd name="textAreaRight" fmla="*/ 2148120 w 214776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21482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851024" y="438150"/>
                  </a:lnTo>
                  <a:lnTo>
                    <a:pt x="1857374" y="431800"/>
                  </a:lnTo>
                  <a:lnTo>
                    <a:pt x="18573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21482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2148204" h="438150">
                  <a:moveTo>
                    <a:pt x="18287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828799" y="423925"/>
                  </a:lnTo>
                  <a:lnTo>
                    <a:pt x="1828799" y="409575"/>
                  </a:lnTo>
                  <a:close/>
                </a:path>
                <a:path w="2148204" h="438150">
                  <a:moveTo>
                    <a:pt x="2062225" y="28575"/>
                  </a:moveTo>
                  <a:lnTo>
                    <a:pt x="1835277" y="28575"/>
                  </a:lnTo>
                  <a:lnTo>
                    <a:pt x="1828799" y="35051"/>
                  </a:lnTo>
                  <a:lnTo>
                    <a:pt x="1828799" y="423925"/>
                  </a:lnTo>
                  <a:lnTo>
                    <a:pt x="1843150" y="409575"/>
                  </a:lnTo>
                  <a:lnTo>
                    <a:pt x="1857374" y="409575"/>
                  </a:lnTo>
                  <a:lnTo>
                    <a:pt x="1857374" y="57150"/>
                  </a:lnTo>
                  <a:lnTo>
                    <a:pt x="1843150" y="57150"/>
                  </a:lnTo>
                  <a:lnTo>
                    <a:pt x="1857374" y="42925"/>
                  </a:lnTo>
                  <a:lnTo>
                    <a:pt x="2062225" y="42925"/>
                  </a:lnTo>
                  <a:lnTo>
                    <a:pt x="2062225" y="28575"/>
                  </a:lnTo>
                  <a:close/>
                </a:path>
                <a:path w="2148204" h="438150">
                  <a:moveTo>
                    <a:pt x="1857374" y="409575"/>
                  </a:moveTo>
                  <a:lnTo>
                    <a:pt x="1843150" y="409575"/>
                  </a:lnTo>
                  <a:lnTo>
                    <a:pt x="1828799" y="423925"/>
                  </a:lnTo>
                  <a:lnTo>
                    <a:pt x="1857374" y="423925"/>
                  </a:lnTo>
                  <a:lnTo>
                    <a:pt x="1857374" y="409575"/>
                  </a:lnTo>
                  <a:close/>
                </a:path>
                <a:path w="2148204" h="438150">
                  <a:moveTo>
                    <a:pt x="2062225" y="0"/>
                  </a:moveTo>
                  <a:lnTo>
                    <a:pt x="2062225" y="85725"/>
                  </a:lnTo>
                  <a:lnTo>
                    <a:pt x="2119460" y="57150"/>
                  </a:lnTo>
                  <a:lnTo>
                    <a:pt x="2076449" y="57150"/>
                  </a:lnTo>
                  <a:lnTo>
                    <a:pt x="2076449" y="28575"/>
                  </a:lnTo>
                  <a:lnTo>
                    <a:pt x="2119291" y="28575"/>
                  </a:lnTo>
                  <a:lnTo>
                    <a:pt x="2062225" y="0"/>
                  </a:lnTo>
                  <a:close/>
                </a:path>
                <a:path w="2148204" h="438150">
                  <a:moveTo>
                    <a:pt x="1857374" y="42925"/>
                  </a:moveTo>
                  <a:lnTo>
                    <a:pt x="1843150" y="57150"/>
                  </a:lnTo>
                  <a:lnTo>
                    <a:pt x="1857374" y="57150"/>
                  </a:lnTo>
                  <a:lnTo>
                    <a:pt x="1857374" y="42925"/>
                  </a:lnTo>
                  <a:close/>
                </a:path>
                <a:path w="2148204" h="438150">
                  <a:moveTo>
                    <a:pt x="2062225" y="42925"/>
                  </a:moveTo>
                  <a:lnTo>
                    <a:pt x="1857374" y="42925"/>
                  </a:lnTo>
                  <a:lnTo>
                    <a:pt x="1857374" y="57150"/>
                  </a:lnTo>
                  <a:lnTo>
                    <a:pt x="2062225" y="57150"/>
                  </a:lnTo>
                  <a:lnTo>
                    <a:pt x="2062225" y="42925"/>
                  </a:lnTo>
                  <a:close/>
                </a:path>
                <a:path w="2148204" h="438150">
                  <a:moveTo>
                    <a:pt x="2119291" y="28575"/>
                  </a:moveTo>
                  <a:lnTo>
                    <a:pt x="2076449" y="28575"/>
                  </a:lnTo>
                  <a:lnTo>
                    <a:pt x="2076449" y="57150"/>
                  </a:lnTo>
                  <a:lnTo>
                    <a:pt x="2119460" y="57150"/>
                  </a:lnTo>
                  <a:lnTo>
                    <a:pt x="2147950" y="42925"/>
                  </a:lnTo>
                  <a:lnTo>
                    <a:pt x="2119291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object 72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object 73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object 74"/>
            <p:cNvSpPr/>
            <p:nvPr/>
          </p:nvSpPr>
          <p:spPr>
            <a:xfrm>
              <a:off x="291240" y="1815120"/>
              <a:ext cx="1856880" cy="1580760"/>
            </a:xfrm>
            <a:custGeom>
              <a:avLst/>
              <a:gdLst>
                <a:gd name="textAreaLeft" fmla="*/ 0 w 1856880"/>
                <a:gd name="textAreaRight" fmla="*/ 1857240 w 1856880"/>
                <a:gd name="textAreaTop" fmla="*/ 0 h 1580760"/>
                <a:gd name="textAreaBottom" fmla="*/ 1581120 h 1580760"/>
              </a:gdLst>
              <a:ahLst/>
              <a:cxnLst/>
              <a:rect l="textAreaLeft" t="textAreaTop" r="textAreaRight" b="textAreaBottom"/>
              <a:pathLst>
                <a:path w="1857375" h="1581150">
                  <a:moveTo>
                    <a:pt x="1233487" y="623951"/>
                  </a:moveTo>
                  <a:lnTo>
                    <a:pt x="1204823" y="609600"/>
                  </a:lnTo>
                  <a:lnTo>
                    <a:pt x="1147762" y="581025"/>
                  </a:lnTo>
                  <a:lnTo>
                    <a:pt x="1147762" y="609600"/>
                  </a:lnTo>
                  <a:lnTo>
                    <a:pt x="920800" y="609600"/>
                  </a:lnTo>
                  <a:lnTo>
                    <a:pt x="914400" y="616077"/>
                  </a:lnTo>
                  <a:lnTo>
                    <a:pt x="914400" y="1538351"/>
                  </a:lnTo>
                  <a:lnTo>
                    <a:pt x="942975" y="1538351"/>
                  </a:lnTo>
                  <a:lnTo>
                    <a:pt x="942975" y="638175"/>
                  </a:lnTo>
                  <a:lnTo>
                    <a:pt x="1147762" y="638175"/>
                  </a:lnTo>
                  <a:lnTo>
                    <a:pt x="1147762" y="666750"/>
                  </a:lnTo>
                  <a:lnTo>
                    <a:pt x="1204988" y="638175"/>
                  </a:lnTo>
                  <a:lnTo>
                    <a:pt x="1233487" y="623951"/>
                  </a:lnTo>
                  <a:close/>
                </a:path>
                <a:path w="1857375" h="1581150">
                  <a:moveTo>
                    <a:pt x="1857311" y="6477"/>
                  </a:moveTo>
                  <a:lnTo>
                    <a:pt x="18509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1546225"/>
                  </a:lnTo>
                  <a:lnTo>
                    <a:pt x="6400" y="1552575"/>
                  </a:lnTo>
                  <a:lnTo>
                    <a:pt x="233362" y="1552575"/>
                  </a:lnTo>
                  <a:lnTo>
                    <a:pt x="233362" y="1581150"/>
                  </a:lnTo>
                  <a:lnTo>
                    <a:pt x="290588" y="1552575"/>
                  </a:lnTo>
                  <a:lnTo>
                    <a:pt x="319087" y="1538351"/>
                  </a:lnTo>
                  <a:lnTo>
                    <a:pt x="290423" y="1524000"/>
                  </a:lnTo>
                  <a:lnTo>
                    <a:pt x="233362" y="1495425"/>
                  </a:lnTo>
                  <a:lnTo>
                    <a:pt x="233362" y="1524000"/>
                  </a:lnTo>
                  <a:lnTo>
                    <a:pt x="28575" y="1524000"/>
                  </a:lnTo>
                  <a:lnTo>
                    <a:pt x="28575" y="28575"/>
                  </a:lnTo>
                  <a:lnTo>
                    <a:pt x="1828736" y="28575"/>
                  </a:lnTo>
                  <a:lnTo>
                    <a:pt x="1828736" y="457200"/>
                  </a:lnTo>
                  <a:lnTo>
                    <a:pt x="1538287" y="457200"/>
                  </a:lnTo>
                  <a:lnTo>
                    <a:pt x="1538287" y="485775"/>
                  </a:lnTo>
                  <a:lnTo>
                    <a:pt x="1850961" y="485775"/>
                  </a:lnTo>
                  <a:lnTo>
                    <a:pt x="1857311" y="479425"/>
                  </a:lnTo>
                  <a:lnTo>
                    <a:pt x="1857311" y="471551"/>
                  </a:lnTo>
                  <a:lnTo>
                    <a:pt x="1857311" y="457200"/>
                  </a:lnTo>
                  <a:lnTo>
                    <a:pt x="1857311" y="28575"/>
                  </a:lnTo>
                  <a:lnTo>
                    <a:pt x="1857311" y="14351"/>
                  </a:lnTo>
                  <a:lnTo>
                    <a:pt x="1857311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3" name="object 75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object 76"/>
          <p:cNvSpPr/>
          <p:nvPr/>
        </p:nvSpPr>
        <p:spPr>
          <a:xfrm>
            <a:off x="2729520" y="2424960"/>
            <a:ext cx="5971680" cy="666360"/>
          </a:xfrm>
          <a:custGeom>
            <a:avLst/>
            <a:gdLst>
              <a:gd name="textAreaLeft" fmla="*/ 0 w 5971680"/>
              <a:gd name="textAreaRight" fmla="*/ 5972040 w 5971680"/>
              <a:gd name="textAreaTop" fmla="*/ 0 h 666360"/>
              <a:gd name="textAreaBottom" fmla="*/ 666720 h 666360"/>
            </a:gdLst>
            <a:ahLst/>
            <a:cxnLst/>
            <a:rect l="textAreaLeft" t="textAreaTop" r="textAreaRight" b="textAreaBottom"/>
            <a:pathLst>
              <a:path w="5972175" h="666750">
                <a:moveTo>
                  <a:pt x="233425" y="581025"/>
                </a:moveTo>
                <a:lnTo>
                  <a:pt x="233425" y="666750"/>
                </a:lnTo>
                <a:lnTo>
                  <a:pt x="290660" y="638175"/>
                </a:lnTo>
                <a:lnTo>
                  <a:pt x="247650" y="638175"/>
                </a:lnTo>
                <a:lnTo>
                  <a:pt x="247650" y="609600"/>
                </a:lnTo>
                <a:lnTo>
                  <a:pt x="290491" y="609600"/>
                </a:lnTo>
                <a:lnTo>
                  <a:pt x="233425" y="581025"/>
                </a:lnTo>
                <a:close/>
              </a:path>
              <a:path w="5972175" h="666750">
                <a:moveTo>
                  <a:pt x="5965824" y="0"/>
                </a:moveTo>
                <a:lnTo>
                  <a:pt x="6476" y="0"/>
                </a:lnTo>
                <a:lnTo>
                  <a:pt x="0" y="6476"/>
                </a:lnTo>
                <a:lnTo>
                  <a:pt x="0" y="631825"/>
                </a:lnTo>
                <a:lnTo>
                  <a:pt x="6476" y="638175"/>
                </a:lnTo>
                <a:lnTo>
                  <a:pt x="233425" y="638175"/>
                </a:lnTo>
                <a:lnTo>
                  <a:pt x="233425" y="623951"/>
                </a:lnTo>
                <a:lnTo>
                  <a:pt x="28575" y="623951"/>
                </a:lnTo>
                <a:lnTo>
                  <a:pt x="14350" y="609600"/>
                </a:lnTo>
                <a:lnTo>
                  <a:pt x="28575" y="609600"/>
                </a:lnTo>
                <a:lnTo>
                  <a:pt x="28575" y="28575"/>
                </a:lnTo>
                <a:lnTo>
                  <a:pt x="14350" y="28575"/>
                </a:lnTo>
                <a:lnTo>
                  <a:pt x="28575" y="14350"/>
                </a:lnTo>
                <a:lnTo>
                  <a:pt x="5972174" y="14350"/>
                </a:lnTo>
                <a:lnTo>
                  <a:pt x="5972174" y="6476"/>
                </a:lnTo>
                <a:lnTo>
                  <a:pt x="5965824" y="0"/>
                </a:lnTo>
                <a:close/>
              </a:path>
              <a:path w="5972175" h="666750">
                <a:moveTo>
                  <a:pt x="290491" y="609600"/>
                </a:moveTo>
                <a:lnTo>
                  <a:pt x="247650" y="609600"/>
                </a:lnTo>
                <a:lnTo>
                  <a:pt x="247650" y="638175"/>
                </a:lnTo>
                <a:lnTo>
                  <a:pt x="290660" y="638175"/>
                </a:lnTo>
                <a:lnTo>
                  <a:pt x="319150" y="623951"/>
                </a:lnTo>
                <a:lnTo>
                  <a:pt x="290491" y="609600"/>
                </a:lnTo>
                <a:close/>
              </a:path>
              <a:path w="5972175" h="666750">
                <a:moveTo>
                  <a:pt x="28575" y="609600"/>
                </a:moveTo>
                <a:lnTo>
                  <a:pt x="14350" y="609600"/>
                </a:lnTo>
                <a:lnTo>
                  <a:pt x="28575" y="623951"/>
                </a:lnTo>
                <a:lnTo>
                  <a:pt x="28575" y="609600"/>
                </a:lnTo>
                <a:close/>
              </a:path>
              <a:path w="5972175" h="666750">
                <a:moveTo>
                  <a:pt x="233425" y="609600"/>
                </a:moveTo>
                <a:lnTo>
                  <a:pt x="28575" y="609600"/>
                </a:lnTo>
                <a:lnTo>
                  <a:pt x="28575" y="623951"/>
                </a:lnTo>
                <a:lnTo>
                  <a:pt x="233425" y="623951"/>
                </a:lnTo>
                <a:lnTo>
                  <a:pt x="233425" y="609600"/>
                </a:lnTo>
                <a:close/>
              </a:path>
              <a:path w="5972175" h="666750">
                <a:moveTo>
                  <a:pt x="5943599" y="381000"/>
                </a:moveTo>
                <a:lnTo>
                  <a:pt x="5653150" y="381000"/>
                </a:lnTo>
                <a:lnTo>
                  <a:pt x="5653150" y="409575"/>
                </a:lnTo>
                <a:lnTo>
                  <a:pt x="5965824" y="409575"/>
                </a:lnTo>
                <a:lnTo>
                  <a:pt x="5972174" y="403225"/>
                </a:lnTo>
                <a:lnTo>
                  <a:pt x="5972174" y="395350"/>
                </a:lnTo>
                <a:lnTo>
                  <a:pt x="5943599" y="395350"/>
                </a:lnTo>
                <a:lnTo>
                  <a:pt x="5943599" y="381000"/>
                </a:lnTo>
                <a:close/>
              </a:path>
              <a:path w="5972175" h="666750">
                <a:moveTo>
                  <a:pt x="5943599" y="14350"/>
                </a:moveTo>
                <a:lnTo>
                  <a:pt x="5943599" y="395350"/>
                </a:lnTo>
                <a:lnTo>
                  <a:pt x="5957950" y="381000"/>
                </a:lnTo>
                <a:lnTo>
                  <a:pt x="5972174" y="381000"/>
                </a:lnTo>
                <a:lnTo>
                  <a:pt x="5972174" y="28575"/>
                </a:lnTo>
                <a:lnTo>
                  <a:pt x="5957950" y="28575"/>
                </a:lnTo>
                <a:lnTo>
                  <a:pt x="5943599" y="14350"/>
                </a:lnTo>
                <a:close/>
              </a:path>
              <a:path w="5972175" h="666750">
                <a:moveTo>
                  <a:pt x="5972174" y="381000"/>
                </a:moveTo>
                <a:lnTo>
                  <a:pt x="5957950" y="381000"/>
                </a:lnTo>
                <a:lnTo>
                  <a:pt x="5943599" y="395350"/>
                </a:lnTo>
                <a:lnTo>
                  <a:pt x="5972174" y="395350"/>
                </a:lnTo>
                <a:lnTo>
                  <a:pt x="5972174" y="381000"/>
                </a:lnTo>
                <a:close/>
              </a:path>
              <a:path w="5972175" h="666750">
                <a:moveTo>
                  <a:pt x="28575" y="14350"/>
                </a:moveTo>
                <a:lnTo>
                  <a:pt x="14350" y="28575"/>
                </a:lnTo>
                <a:lnTo>
                  <a:pt x="28575" y="28575"/>
                </a:lnTo>
                <a:lnTo>
                  <a:pt x="28575" y="14350"/>
                </a:lnTo>
                <a:close/>
              </a:path>
              <a:path w="5972175" h="666750">
                <a:moveTo>
                  <a:pt x="5943599" y="14350"/>
                </a:moveTo>
                <a:lnTo>
                  <a:pt x="28575" y="14350"/>
                </a:lnTo>
                <a:lnTo>
                  <a:pt x="28575" y="28575"/>
                </a:lnTo>
                <a:lnTo>
                  <a:pt x="5943599" y="28575"/>
                </a:lnTo>
                <a:lnTo>
                  <a:pt x="5943599" y="14350"/>
                </a:lnTo>
                <a:close/>
              </a:path>
              <a:path w="5972175" h="666750">
                <a:moveTo>
                  <a:pt x="5972174" y="14350"/>
                </a:moveTo>
                <a:lnTo>
                  <a:pt x="5943599" y="14350"/>
                </a:lnTo>
                <a:lnTo>
                  <a:pt x="5957950" y="28575"/>
                </a:lnTo>
                <a:lnTo>
                  <a:pt x="5972174" y="28575"/>
                </a:lnTo>
                <a:lnTo>
                  <a:pt x="5972174" y="143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object 77"/>
          <p:cNvSpPr/>
          <p:nvPr/>
        </p:nvSpPr>
        <p:spPr>
          <a:xfrm>
            <a:off x="4613400" y="3407400"/>
            <a:ext cx="1494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6" strike="noStrike">
                <a:solidFill>
                  <a:srgbClr val="FF0909"/>
                </a:solidFill>
                <a:effectLst/>
                <a:uFillTx/>
                <a:latin typeface="Arial"/>
              </a:rPr>
              <a:t>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sldNum" idx="31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155CA124-C9F5-41F0-9783-9521DB503ED8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778" name="object 3"/>
            <p:cNvPicPr/>
            <p:nvPr/>
          </p:nvPicPr>
          <p:blipFill>
            <a:blip r:embed="rId1"/>
            <a:stretch/>
          </p:blipFill>
          <p:spPr>
            <a:xfrm>
              <a:off x="1207080" y="111240"/>
              <a:ext cx="6723360" cy="85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79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184320" rIns="0" bIns="0" anchor="t">
            <a:spAutoFit/>
          </a:bodyPr>
          <a:p>
            <a:pPr marL="1263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Fifth</a:t>
            </a:r>
            <a:r>
              <a:rPr lang="en-US" sz="2800" b="1" u="none" spc="-7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Instruction: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beq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Courier New"/>
              </a:rPr>
              <a:t>$1,$2,target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781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782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4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5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786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87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9" name="object 14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0" name="object 15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791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2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96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7" name="object 22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object 25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object 26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object 27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object 28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object 29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05" name="object 30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6" name="object 31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object 32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object 33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object 34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object 35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object 36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2" name="object 37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3" name="object 38"/>
          <p:cNvPicPr/>
          <p:nvPr/>
        </p:nvPicPr>
        <p:blipFill>
          <a:blip r:embed="rId6"/>
          <a:stretch/>
        </p:blipFill>
        <p:spPr>
          <a:xfrm>
            <a:off x="1900440" y="4992480"/>
            <a:ext cx="788400" cy="45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14" name="object 39"/>
          <p:cNvGrpSpPr/>
          <p:nvPr/>
        </p:nvGrpSpPr>
        <p:grpSpPr>
          <a:xfrm>
            <a:off x="2743920" y="4495680"/>
            <a:ext cx="2056320" cy="951480"/>
            <a:chOff x="2743920" y="4495680"/>
            <a:chExt cx="2056320" cy="951480"/>
          </a:xfrm>
        </p:grpSpPr>
        <p:sp>
          <p:nvSpPr>
            <p:cNvPr id="815" name="object 40"/>
            <p:cNvSpPr/>
            <p:nvPr/>
          </p:nvSpPr>
          <p:spPr>
            <a:xfrm>
              <a:off x="4495680" y="44956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object 41"/>
            <p:cNvSpPr/>
            <p:nvPr/>
          </p:nvSpPr>
          <p:spPr>
            <a:xfrm>
              <a:off x="350604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17" name="object 42"/>
            <p:cNvPicPr/>
            <p:nvPr/>
          </p:nvPicPr>
          <p:blipFill>
            <a:blip r:embed="rId7"/>
            <a:stretch/>
          </p:blipFill>
          <p:spPr>
            <a:xfrm>
              <a:off x="3573720" y="4992480"/>
              <a:ext cx="641880" cy="45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18" name="object 43"/>
            <p:cNvSpPr/>
            <p:nvPr/>
          </p:nvSpPr>
          <p:spPr>
            <a:xfrm>
              <a:off x="2743920" y="5029920"/>
              <a:ext cx="761760" cy="3045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19" name="object 44"/>
            <p:cNvPicPr/>
            <p:nvPr/>
          </p:nvPicPr>
          <p:blipFill>
            <a:blip r:embed="rId8"/>
            <a:stretch/>
          </p:blipFill>
          <p:spPr>
            <a:xfrm>
              <a:off x="2788920" y="4992480"/>
              <a:ext cx="68760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20" name="object 45"/>
          <p:cNvGrpSpPr/>
          <p:nvPr/>
        </p:nvGrpSpPr>
        <p:grpSpPr>
          <a:xfrm>
            <a:off x="1048680" y="4992480"/>
            <a:ext cx="719640" cy="454680"/>
            <a:chOff x="1048680" y="4992480"/>
            <a:chExt cx="719640" cy="454680"/>
          </a:xfrm>
        </p:grpSpPr>
        <p:pic>
          <p:nvPicPr>
            <p:cNvPr id="821" name="object 46"/>
            <p:cNvPicPr/>
            <p:nvPr/>
          </p:nvPicPr>
          <p:blipFill>
            <a:blip r:embed="rId9"/>
            <a:stretch/>
          </p:blipFill>
          <p:spPr>
            <a:xfrm>
              <a:off x="1137960" y="5110920"/>
              <a:ext cx="36000" cy="168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22" name="object 47"/>
            <p:cNvPicPr/>
            <p:nvPr/>
          </p:nvPicPr>
          <p:blipFill>
            <a:blip r:embed="rId10"/>
            <a:stretch/>
          </p:blipFill>
          <p:spPr>
            <a:xfrm>
              <a:off x="1048680" y="4992480"/>
              <a:ext cx="338760" cy="45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23" name="object 48"/>
            <p:cNvPicPr/>
            <p:nvPr/>
          </p:nvPicPr>
          <p:blipFill>
            <a:blip r:embed="rId11"/>
            <a:stretch/>
          </p:blipFill>
          <p:spPr>
            <a:xfrm>
              <a:off x="1115640" y="4992480"/>
              <a:ext cx="65268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24" name="object 49"/>
          <p:cNvSpPr/>
          <p:nvPr/>
        </p:nvSpPr>
        <p:spPr>
          <a:xfrm>
            <a:off x="841680" y="5043600"/>
            <a:ext cx="7658280" cy="10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27756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I-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1613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left</a:t>
            </a:r>
            <a:r>
              <a:rPr lang="en-US" sz="18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shift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unit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(why?)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adder</a:t>
            </a:r>
            <a:r>
              <a:rPr lang="en-US" sz="18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8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PC-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relative</a:t>
            </a:r>
            <a:r>
              <a:rPr lang="en-US" sz="18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branch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431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18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mux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</a:t>
            </a:r>
            <a:r>
              <a:rPr lang="en-US" sz="18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what?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5" name="object 50"/>
          <p:cNvGrpSpPr/>
          <p:nvPr/>
        </p:nvGrpSpPr>
        <p:grpSpPr>
          <a:xfrm>
            <a:off x="3044520" y="4714560"/>
            <a:ext cx="3076200" cy="732600"/>
            <a:chOff x="3044520" y="4714560"/>
            <a:chExt cx="3076200" cy="732600"/>
          </a:xfrm>
        </p:grpSpPr>
        <p:sp>
          <p:nvSpPr>
            <p:cNvPr id="826" name="object 51"/>
            <p:cNvSpPr/>
            <p:nvPr/>
          </p:nvSpPr>
          <p:spPr>
            <a:xfrm>
              <a:off x="3044520" y="4714560"/>
              <a:ext cx="2443680" cy="320400"/>
            </a:xfrm>
            <a:custGeom>
              <a:avLst/>
              <a:gdLst>
                <a:gd name="textAreaLeft" fmla="*/ 0 w 2443680"/>
                <a:gd name="textAreaRight" fmla="*/ 2444040 w 244368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2444115" h="320675">
                  <a:moveTo>
                    <a:pt x="460756" y="9779"/>
                  </a:moveTo>
                  <a:lnTo>
                    <a:pt x="376174" y="20320"/>
                  </a:lnTo>
                  <a:lnTo>
                    <a:pt x="393827" y="46786"/>
                  </a:lnTo>
                  <a:lnTo>
                    <a:pt x="0" y="309245"/>
                  </a:lnTo>
                  <a:lnTo>
                    <a:pt x="7112" y="319913"/>
                  </a:lnTo>
                  <a:lnTo>
                    <a:pt x="400888" y="57365"/>
                  </a:lnTo>
                  <a:lnTo>
                    <a:pt x="418465" y="83693"/>
                  </a:lnTo>
                  <a:lnTo>
                    <a:pt x="443598" y="39751"/>
                  </a:lnTo>
                  <a:lnTo>
                    <a:pt x="460756" y="9779"/>
                  </a:lnTo>
                  <a:close/>
                </a:path>
                <a:path w="2444115" h="320675">
                  <a:moveTo>
                    <a:pt x="803656" y="85979"/>
                  </a:moveTo>
                  <a:lnTo>
                    <a:pt x="797306" y="73279"/>
                  </a:lnTo>
                  <a:lnTo>
                    <a:pt x="765556" y="9779"/>
                  </a:lnTo>
                  <a:lnTo>
                    <a:pt x="727456" y="85979"/>
                  </a:lnTo>
                  <a:lnTo>
                    <a:pt x="759206" y="85979"/>
                  </a:lnTo>
                  <a:lnTo>
                    <a:pt x="759206" y="314579"/>
                  </a:lnTo>
                  <a:lnTo>
                    <a:pt x="771906" y="314579"/>
                  </a:lnTo>
                  <a:lnTo>
                    <a:pt x="771906" y="85979"/>
                  </a:lnTo>
                  <a:lnTo>
                    <a:pt x="803656" y="85979"/>
                  </a:lnTo>
                  <a:close/>
                </a:path>
                <a:path w="2444115" h="320675">
                  <a:moveTo>
                    <a:pt x="2444115" y="308610"/>
                  </a:moveTo>
                  <a:lnTo>
                    <a:pt x="1677479" y="29857"/>
                  </a:lnTo>
                  <a:lnTo>
                    <a:pt x="1679054" y="25527"/>
                  </a:lnTo>
                  <a:lnTo>
                    <a:pt x="1688338" y="0"/>
                  </a:lnTo>
                  <a:lnTo>
                    <a:pt x="1603756" y="9779"/>
                  </a:lnTo>
                  <a:lnTo>
                    <a:pt x="1662303" y="71628"/>
                  </a:lnTo>
                  <a:lnTo>
                    <a:pt x="1673148" y="41783"/>
                  </a:lnTo>
                  <a:lnTo>
                    <a:pt x="2439797" y="320548"/>
                  </a:lnTo>
                  <a:lnTo>
                    <a:pt x="2444115" y="30861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27" name="object 52"/>
            <p:cNvPicPr/>
            <p:nvPr/>
          </p:nvPicPr>
          <p:blipFill>
            <a:blip r:embed="rId12"/>
            <a:stretch/>
          </p:blipFill>
          <p:spPr>
            <a:xfrm>
              <a:off x="4869000" y="4992480"/>
              <a:ext cx="125172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graphicFrame>
        <p:nvGraphicFramePr>
          <p:cNvPr id="828" name="object 53"/>
          <p:cNvGraphicFramePr/>
          <p:nvPr/>
        </p:nvGraphicFramePr>
        <p:xfrm>
          <a:off x="1815120" y="5015520"/>
          <a:ext cx="4876560" cy="304560"/>
        </p:xfrm>
        <a:graphic>
          <a:graphicData uri="http://schemas.openxmlformats.org/drawingml/2006/table">
            <a:tbl>
              <a:tblPr/>
              <a:tblGrid>
                <a:gridCol w="914400"/>
                <a:gridCol w="761760"/>
                <a:gridCol w="761760"/>
                <a:gridCol w="2438280"/>
              </a:tblGrid>
              <a:tr h="304560">
                <a:tc>
                  <a:txBody>
                    <a:bodyPr lIns="0" tIns="25200" rIns="0" bIns="0" anchor="t">
                      <a:noAutofit/>
                    </a:bodyPr>
                    <a:p>
                      <a:pPr marL="198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Op(6)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7208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rs(5)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19512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rt(5)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25200" rIns="0" bIns="0" anchor="t">
                      <a:noAutofit/>
                    </a:bodyPr>
                    <a:p>
                      <a:pPr marL="729000">
                        <a:lnSpc>
                          <a:spcPct val="100000"/>
                        </a:lnSpc>
                        <a:spcBef>
                          <a:spcPts val="201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Immed(16)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2520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FF0909"/>
                    </a:solidFill>
                  </a:tcPr>
                </a:tc>
              </a:tr>
            </a:tbl>
          </a:graphicData>
        </a:graphic>
      </p:graphicFrame>
      <p:sp>
        <p:nvSpPr>
          <p:cNvPr id="829" name="object 54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0" name="object 55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831" name="object 56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object 57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object 58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object 59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object 60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object 61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object 62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38" name="object 63"/>
            <p:cNvPicPr/>
            <p:nvPr/>
          </p:nvPicPr>
          <p:blipFill>
            <a:blip r:embed="rId13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39" name="object 64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object 65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1" name="object 66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2" name="object 67"/>
          <p:cNvGrpSpPr/>
          <p:nvPr/>
        </p:nvGrpSpPr>
        <p:grpSpPr>
          <a:xfrm>
            <a:off x="1205640" y="1981800"/>
            <a:ext cx="7176600" cy="2071440"/>
            <a:chOff x="1205640" y="1981800"/>
            <a:chExt cx="7176600" cy="2071440"/>
          </a:xfrm>
        </p:grpSpPr>
        <p:sp>
          <p:nvSpPr>
            <p:cNvPr id="843" name="object 68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object 69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object 70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object 71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object 72"/>
            <p:cNvSpPr/>
            <p:nvPr/>
          </p:nvSpPr>
          <p:spPr>
            <a:xfrm>
              <a:off x="4863240" y="3615480"/>
              <a:ext cx="2147760" cy="437760"/>
            </a:xfrm>
            <a:custGeom>
              <a:avLst/>
              <a:gdLst>
                <a:gd name="textAreaLeft" fmla="*/ 0 w 2147760"/>
                <a:gd name="textAreaRight" fmla="*/ 2148120 w 214776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21482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851024" y="438150"/>
                  </a:lnTo>
                  <a:lnTo>
                    <a:pt x="1857374" y="431800"/>
                  </a:lnTo>
                  <a:lnTo>
                    <a:pt x="18573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21482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2148204" h="438150">
                  <a:moveTo>
                    <a:pt x="18287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828799" y="423925"/>
                  </a:lnTo>
                  <a:lnTo>
                    <a:pt x="1828799" y="409575"/>
                  </a:lnTo>
                  <a:close/>
                </a:path>
                <a:path w="2148204" h="438150">
                  <a:moveTo>
                    <a:pt x="2062225" y="28575"/>
                  </a:moveTo>
                  <a:lnTo>
                    <a:pt x="1835277" y="28575"/>
                  </a:lnTo>
                  <a:lnTo>
                    <a:pt x="1828799" y="35051"/>
                  </a:lnTo>
                  <a:lnTo>
                    <a:pt x="1828799" y="423925"/>
                  </a:lnTo>
                  <a:lnTo>
                    <a:pt x="1843150" y="409575"/>
                  </a:lnTo>
                  <a:lnTo>
                    <a:pt x="1857374" y="409575"/>
                  </a:lnTo>
                  <a:lnTo>
                    <a:pt x="1857374" y="57150"/>
                  </a:lnTo>
                  <a:lnTo>
                    <a:pt x="1843150" y="57150"/>
                  </a:lnTo>
                  <a:lnTo>
                    <a:pt x="1857374" y="42925"/>
                  </a:lnTo>
                  <a:lnTo>
                    <a:pt x="2062225" y="42925"/>
                  </a:lnTo>
                  <a:lnTo>
                    <a:pt x="2062225" y="28575"/>
                  </a:lnTo>
                  <a:close/>
                </a:path>
                <a:path w="2148204" h="438150">
                  <a:moveTo>
                    <a:pt x="1857374" y="409575"/>
                  </a:moveTo>
                  <a:lnTo>
                    <a:pt x="1843150" y="409575"/>
                  </a:lnTo>
                  <a:lnTo>
                    <a:pt x="1828799" y="423925"/>
                  </a:lnTo>
                  <a:lnTo>
                    <a:pt x="1857374" y="423925"/>
                  </a:lnTo>
                  <a:lnTo>
                    <a:pt x="1857374" y="409575"/>
                  </a:lnTo>
                  <a:close/>
                </a:path>
                <a:path w="2148204" h="438150">
                  <a:moveTo>
                    <a:pt x="2062225" y="0"/>
                  </a:moveTo>
                  <a:lnTo>
                    <a:pt x="2062225" y="85725"/>
                  </a:lnTo>
                  <a:lnTo>
                    <a:pt x="2119460" y="57150"/>
                  </a:lnTo>
                  <a:lnTo>
                    <a:pt x="2076449" y="57150"/>
                  </a:lnTo>
                  <a:lnTo>
                    <a:pt x="2076449" y="28575"/>
                  </a:lnTo>
                  <a:lnTo>
                    <a:pt x="2119291" y="28575"/>
                  </a:lnTo>
                  <a:lnTo>
                    <a:pt x="2062225" y="0"/>
                  </a:lnTo>
                  <a:close/>
                </a:path>
                <a:path w="2148204" h="438150">
                  <a:moveTo>
                    <a:pt x="1857374" y="42925"/>
                  </a:moveTo>
                  <a:lnTo>
                    <a:pt x="1843150" y="57150"/>
                  </a:lnTo>
                  <a:lnTo>
                    <a:pt x="1857374" y="57150"/>
                  </a:lnTo>
                  <a:lnTo>
                    <a:pt x="1857374" y="42925"/>
                  </a:lnTo>
                  <a:close/>
                </a:path>
                <a:path w="2148204" h="438150">
                  <a:moveTo>
                    <a:pt x="2062225" y="42925"/>
                  </a:moveTo>
                  <a:lnTo>
                    <a:pt x="1857374" y="42925"/>
                  </a:lnTo>
                  <a:lnTo>
                    <a:pt x="1857374" y="57150"/>
                  </a:lnTo>
                  <a:lnTo>
                    <a:pt x="2062225" y="57150"/>
                  </a:lnTo>
                  <a:lnTo>
                    <a:pt x="2062225" y="42925"/>
                  </a:lnTo>
                  <a:close/>
                </a:path>
                <a:path w="2148204" h="438150">
                  <a:moveTo>
                    <a:pt x="2119291" y="28575"/>
                  </a:moveTo>
                  <a:lnTo>
                    <a:pt x="2076449" y="28575"/>
                  </a:lnTo>
                  <a:lnTo>
                    <a:pt x="2076449" y="57150"/>
                  </a:lnTo>
                  <a:lnTo>
                    <a:pt x="2119460" y="57150"/>
                  </a:lnTo>
                  <a:lnTo>
                    <a:pt x="2147950" y="42925"/>
                  </a:lnTo>
                  <a:lnTo>
                    <a:pt x="21192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object 73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object 74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object 75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1" name="object 76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2" name="object 77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853" name="object 78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object 79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5" name="object 80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6" name="object 81"/>
          <p:cNvGrpSpPr/>
          <p:nvPr/>
        </p:nvGrpSpPr>
        <p:grpSpPr>
          <a:xfrm>
            <a:off x="5792040" y="1296000"/>
            <a:ext cx="609120" cy="609120"/>
            <a:chOff x="5792040" y="1296000"/>
            <a:chExt cx="609120" cy="609120"/>
          </a:xfrm>
        </p:grpSpPr>
        <p:sp>
          <p:nvSpPr>
            <p:cNvPr id="857" name="object 82"/>
            <p:cNvSpPr/>
            <p:nvPr/>
          </p:nvSpPr>
          <p:spPr>
            <a:xfrm>
              <a:off x="5792040" y="1296000"/>
              <a:ext cx="609120" cy="6091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609600" h="609600">
                  <a:moveTo>
                    <a:pt x="304800" y="457200"/>
                  </a:moveTo>
                  <a:lnTo>
                    <a:pt x="276136" y="442849"/>
                  </a:lnTo>
                  <a:lnTo>
                    <a:pt x="219075" y="414274"/>
                  </a:lnTo>
                  <a:lnTo>
                    <a:pt x="219075" y="442849"/>
                  </a:lnTo>
                  <a:lnTo>
                    <a:pt x="0" y="442849"/>
                  </a:lnTo>
                  <a:lnTo>
                    <a:pt x="0" y="471424"/>
                  </a:lnTo>
                  <a:lnTo>
                    <a:pt x="219075" y="471424"/>
                  </a:lnTo>
                  <a:lnTo>
                    <a:pt x="219075" y="499999"/>
                  </a:lnTo>
                  <a:lnTo>
                    <a:pt x="276301" y="471424"/>
                  </a:lnTo>
                  <a:lnTo>
                    <a:pt x="304800" y="457200"/>
                  </a:lnTo>
                  <a:close/>
                </a:path>
                <a:path w="609600" h="609600">
                  <a:moveTo>
                    <a:pt x="609600" y="152400"/>
                  </a:moveTo>
                  <a:lnTo>
                    <a:pt x="304800" y="0"/>
                  </a:lnTo>
                  <a:lnTo>
                    <a:pt x="304800" y="228600"/>
                  </a:lnTo>
                  <a:lnTo>
                    <a:pt x="372237" y="306324"/>
                  </a:lnTo>
                  <a:lnTo>
                    <a:pt x="304800" y="381000"/>
                  </a:lnTo>
                  <a:lnTo>
                    <a:pt x="304800" y="457200"/>
                  </a:lnTo>
                  <a:lnTo>
                    <a:pt x="304800" y="609600"/>
                  </a:lnTo>
                  <a:lnTo>
                    <a:pt x="609600" y="457200"/>
                  </a:lnTo>
                  <a:lnTo>
                    <a:pt x="609600" y="1524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object 83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9" name="object 84"/>
          <p:cNvSpPr/>
          <p:nvPr/>
        </p:nvSpPr>
        <p:spPr>
          <a:xfrm>
            <a:off x="6175800" y="1461240"/>
            <a:ext cx="1436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0" name="object 85"/>
          <p:cNvGrpSpPr/>
          <p:nvPr/>
        </p:nvGrpSpPr>
        <p:grpSpPr>
          <a:xfrm>
            <a:off x="2134440" y="1143720"/>
            <a:ext cx="6566760" cy="3200040"/>
            <a:chOff x="2134440" y="1143720"/>
            <a:chExt cx="6566760" cy="3200040"/>
          </a:xfrm>
        </p:grpSpPr>
        <p:sp>
          <p:nvSpPr>
            <p:cNvPr id="861" name="object 86"/>
            <p:cNvSpPr/>
            <p:nvPr/>
          </p:nvSpPr>
          <p:spPr>
            <a:xfrm>
              <a:off x="5168160" y="1143720"/>
              <a:ext cx="2604960" cy="3200040"/>
            </a:xfrm>
            <a:custGeom>
              <a:avLst/>
              <a:gdLst>
                <a:gd name="textAreaLeft" fmla="*/ 0 w 2604960"/>
                <a:gd name="textAreaRight" fmla="*/ 2605320 w 2604960"/>
                <a:gd name="textAreaTop" fmla="*/ 0 h 3200040"/>
                <a:gd name="textAreaBottom" fmla="*/ 3200400 h 3200040"/>
              </a:gdLst>
              <a:ahLst/>
              <a:cxnLst/>
              <a:rect l="textAreaLeft" t="textAreaTop" r="textAreaRight" b="textAreaBottom"/>
              <a:pathLst>
                <a:path w="2605404" h="3200400">
                  <a:moveTo>
                    <a:pt x="319151" y="609600"/>
                  </a:moveTo>
                  <a:lnTo>
                    <a:pt x="290487" y="595249"/>
                  </a:lnTo>
                  <a:lnTo>
                    <a:pt x="233426" y="566674"/>
                  </a:lnTo>
                  <a:lnTo>
                    <a:pt x="233426" y="595249"/>
                  </a:lnTo>
                  <a:lnTo>
                    <a:pt x="6477" y="595249"/>
                  </a:lnTo>
                  <a:lnTo>
                    <a:pt x="0" y="601726"/>
                  </a:lnTo>
                  <a:lnTo>
                    <a:pt x="0" y="3200400"/>
                  </a:lnTo>
                  <a:lnTo>
                    <a:pt x="28575" y="3200400"/>
                  </a:lnTo>
                  <a:lnTo>
                    <a:pt x="28575" y="623824"/>
                  </a:lnTo>
                  <a:lnTo>
                    <a:pt x="233426" y="623824"/>
                  </a:lnTo>
                  <a:lnTo>
                    <a:pt x="233426" y="652399"/>
                  </a:lnTo>
                  <a:lnTo>
                    <a:pt x="290652" y="623824"/>
                  </a:lnTo>
                  <a:lnTo>
                    <a:pt x="319151" y="609600"/>
                  </a:lnTo>
                  <a:close/>
                </a:path>
                <a:path w="2605404" h="3200400">
                  <a:moveTo>
                    <a:pt x="2605151" y="85852"/>
                  </a:moveTo>
                  <a:lnTo>
                    <a:pt x="2599144" y="52463"/>
                  </a:lnTo>
                  <a:lnTo>
                    <a:pt x="2582811" y="25171"/>
                  </a:lnTo>
                  <a:lnTo>
                    <a:pt x="2558580" y="6756"/>
                  </a:lnTo>
                  <a:lnTo>
                    <a:pt x="2528951" y="0"/>
                  </a:lnTo>
                  <a:lnTo>
                    <a:pt x="2499309" y="6756"/>
                  </a:lnTo>
                  <a:lnTo>
                    <a:pt x="2475077" y="25171"/>
                  </a:lnTo>
                  <a:lnTo>
                    <a:pt x="2458745" y="52463"/>
                  </a:lnTo>
                  <a:lnTo>
                    <a:pt x="2452751" y="85852"/>
                  </a:lnTo>
                  <a:lnTo>
                    <a:pt x="2452751" y="447548"/>
                  </a:lnTo>
                  <a:lnTo>
                    <a:pt x="2458745" y="480949"/>
                  </a:lnTo>
                  <a:lnTo>
                    <a:pt x="2475077" y="508241"/>
                  </a:lnTo>
                  <a:lnTo>
                    <a:pt x="2499309" y="526656"/>
                  </a:lnTo>
                  <a:lnTo>
                    <a:pt x="2528951" y="533400"/>
                  </a:lnTo>
                  <a:lnTo>
                    <a:pt x="2558580" y="526656"/>
                  </a:lnTo>
                  <a:lnTo>
                    <a:pt x="2582811" y="508241"/>
                  </a:lnTo>
                  <a:lnTo>
                    <a:pt x="2599144" y="480949"/>
                  </a:lnTo>
                  <a:lnTo>
                    <a:pt x="2605151" y="447548"/>
                  </a:lnTo>
                  <a:lnTo>
                    <a:pt x="2605151" y="85852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object 87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object 88"/>
            <p:cNvSpPr/>
            <p:nvPr/>
          </p:nvSpPr>
          <p:spPr>
            <a:xfrm>
              <a:off x="2134440" y="1405800"/>
              <a:ext cx="5257440" cy="576360"/>
            </a:xfrm>
            <a:custGeom>
              <a:avLst/>
              <a:gdLst>
                <a:gd name="textAreaLeft" fmla="*/ 0 w 5257440"/>
                <a:gd name="textAreaRight" fmla="*/ 5257800 w 525744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257800" h="576580">
                  <a:moveTo>
                    <a:pt x="3962400" y="42799"/>
                  </a:moveTo>
                  <a:lnTo>
                    <a:pt x="3876675" y="0"/>
                  </a:lnTo>
                  <a:lnTo>
                    <a:pt x="38766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3876675" y="57150"/>
                  </a:lnTo>
                  <a:lnTo>
                    <a:pt x="3876675" y="85725"/>
                  </a:lnTo>
                  <a:lnTo>
                    <a:pt x="3933736" y="57150"/>
                  </a:lnTo>
                  <a:lnTo>
                    <a:pt x="3962400" y="42799"/>
                  </a:lnTo>
                  <a:close/>
                </a:path>
                <a:path w="5257800" h="576580">
                  <a:moveTo>
                    <a:pt x="5257800" y="423799"/>
                  </a:moveTo>
                  <a:lnTo>
                    <a:pt x="5250027" y="375627"/>
                  </a:lnTo>
                  <a:lnTo>
                    <a:pt x="5228399" y="333781"/>
                  </a:lnTo>
                  <a:lnTo>
                    <a:pt x="5195417" y="300799"/>
                  </a:lnTo>
                  <a:lnTo>
                    <a:pt x="5153571" y="279171"/>
                  </a:lnTo>
                  <a:lnTo>
                    <a:pt x="5105400" y="271399"/>
                  </a:lnTo>
                  <a:lnTo>
                    <a:pt x="4953000" y="271399"/>
                  </a:lnTo>
                  <a:lnTo>
                    <a:pt x="4953000" y="576199"/>
                  </a:lnTo>
                  <a:lnTo>
                    <a:pt x="5105400" y="576199"/>
                  </a:lnTo>
                  <a:lnTo>
                    <a:pt x="5153571" y="568439"/>
                  </a:lnTo>
                  <a:lnTo>
                    <a:pt x="5195417" y="546811"/>
                  </a:lnTo>
                  <a:lnTo>
                    <a:pt x="5228399" y="513829"/>
                  </a:lnTo>
                  <a:lnTo>
                    <a:pt x="5250027" y="471982"/>
                  </a:lnTo>
                  <a:lnTo>
                    <a:pt x="5257800" y="423799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object 89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object 90"/>
            <p:cNvSpPr/>
            <p:nvPr/>
          </p:nvSpPr>
          <p:spPr>
            <a:xfrm>
              <a:off x="6400800" y="1558080"/>
              <a:ext cx="1333080" cy="1572480"/>
            </a:xfrm>
            <a:custGeom>
              <a:avLst/>
              <a:gdLst>
                <a:gd name="textAreaLeft" fmla="*/ 0 w 1333080"/>
                <a:gd name="textAreaRight" fmla="*/ 1333440 w 133308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33350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33350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  <a:path w="1333500" h="1572895">
                  <a:moveTo>
                    <a:pt x="1333500" y="194437"/>
                  </a:moveTo>
                  <a:lnTo>
                    <a:pt x="1327150" y="181737"/>
                  </a:lnTo>
                  <a:lnTo>
                    <a:pt x="1295400" y="118237"/>
                  </a:lnTo>
                  <a:lnTo>
                    <a:pt x="1257300" y="194437"/>
                  </a:lnTo>
                  <a:lnTo>
                    <a:pt x="1289050" y="194437"/>
                  </a:lnTo>
                  <a:lnTo>
                    <a:pt x="1289050" y="264287"/>
                  </a:lnTo>
                  <a:lnTo>
                    <a:pt x="990600" y="264287"/>
                  </a:lnTo>
                  <a:lnTo>
                    <a:pt x="990600" y="276987"/>
                  </a:lnTo>
                  <a:lnTo>
                    <a:pt x="1298956" y="276987"/>
                  </a:lnTo>
                  <a:lnTo>
                    <a:pt x="1301750" y="274193"/>
                  </a:lnTo>
                  <a:lnTo>
                    <a:pt x="1301750" y="270637"/>
                  </a:lnTo>
                  <a:lnTo>
                    <a:pt x="1301750" y="264287"/>
                  </a:lnTo>
                  <a:lnTo>
                    <a:pt x="1301750" y="194437"/>
                  </a:lnTo>
                  <a:lnTo>
                    <a:pt x="1333500" y="194437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object 91"/>
            <p:cNvSpPr/>
            <p:nvPr/>
          </p:nvSpPr>
          <p:spPr>
            <a:xfrm>
              <a:off x="6781680" y="171576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726" y="0"/>
                  </a:moveTo>
                  <a:lnTo>
                    <a:pt x="228568" y="31689"/>
                  </a:lnTo>
                  <a:lnTo>
                    <a:pt x="241300" y="31750"/>
                  </a:lnTo>
                  <a:lnTo>
                    <a:pt x="241300" y="44450"/>
                  </a:lnTo>
                  <a:lnTo>
                    <a:pt x="228504" y="44450"/>
                  </a:lnTo>
                  <a:lnTo>
                    <a:pt x="228346" y="76200"/>
                  </a:lnTo>
                  <a:lnTo>
                    <a:pt x="292701" y="44450"/>
                  </a:lnTo>
                  <a:lnTo>
                    <a:pt x="241300" y="44450"/>
                  </a:lnTo>
                  <a:lnTo>
                    <a:pt x="292824" y="44389"/>
                  </a:lnTo>
                  <a:lnTo>
                    <a:pt x="304800" y="38481"/>
                  </a:lnTo>
                  <a:lnTo>
                    <a:pt x="228726" y="0"/>
                  </a:lnTo>
                  <a:close/>
                </a:path>
                <a:path w="304800" h="76200">
                  <a:moveTo>
                    <a:pt x="228568" y="31689"/>
                  </a:moveTo>
                  <a:lnTo>
                    <a:pt x="228505" y="44389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28568" y="31689"/>
                  </a:lnTo>
                  <a:close/>
                </a:path>
                <a:path w="304800" h="76200">
                  <a:moveTo>
                    <a:pt x="0" y="30607"/>
                  </a:moveTo>
                  <a:lnTo>
                    <a:pt x="0" y="43307"/>
                  </a:lnTo>
                  <a:lnTo>
                    <a:pt x="228505" y="44389"/>
                  </a:lnTo>
                  <a:lnTo>
                    <a:pt x="228568" y="31689"/>
                  </a:lnTo>
                  <a:lnTo>
                    <a:pt x="0" y="30607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object 92"/>
            <p:cNvSpPr/>
            <p:nvPr/>
          </p:nvSpPr>
          <p:spPr>
            <a:xfrm>
              <a:off x="2729520" y="2424960"/>
              <a:ext cx="5971680" cy="666360"/>
            </a:xfrm>
            <a:custGeom>
              <a:avLst/>
              <a:gdLst>
                <a:gd name="textAreaLeft" fmla="*/ 0 w 5971680"/>
                <a:gd name="textAreaRight" fmla="*/ 5972040 w 5971680"/>
                <a:gd name="textAreaTop" fmla="*/ 0 h 666360"/>
                <a:gd name="textAreaBottom" fmla="*/ 666720 h 666360"/>
              </a:gdLst>
              <a:ahLst/>
              <a:cxnLst/>
              <a:rect l="textAreaLeft" t="textAreaTop" r="textAreaRight" b="textAreaBottom"/>
              <a:pathLst>
                <a:path w="5972175" h="666750">
                  <a:moveTo>
                    <a:pt x="233425" y="581025"/>
                  </a:moveTo>
                  <a:lnTo>
                    <a:pt x="233425" y="666750"/>
                  </a:lnTo>
                  <a:lnTo>
                    <a:pt x="290660" y="638175"/>
                  </a:lnTo>
                  <a:lnTo>
                    <a:pt x="247650" y="638175"/>
                  </a:lnTo>
                  <a:lnTo>
                    <a:pt x="247650" y="609600"/>
                  </a:lnTo>
                  <a:lnTo>
                    <a:pt x="290491" y="609600"/>
                  </a:lnTo>
                  <a:lnTo>
                    <a:pt x="233425" y="581025"/>
                  </a:lnTo>
                  <a:close/>
                </a:path>
                <a:path w="5972175" h="666750">
                  <a:moveTo>
                    <a:pt x="5965824" y="0"/>
                  </a:moveTo>
                  <a:lnTo>
                    <a:pt x="6476" y="0"/>
                  </a:lnTo>
                  <a:lnTo>
                    <a:pt x="0" y="6476"/>
                  </a:lnTo>
                  <a:lnTo>
                    <a:pt x="0" y="631825"/>
                  </a:lnTo>
                  <a:lnTo>
                    <a:pt x="6476" y="638175"/>
                  </a:lnTo>
                  <a:lnTo>
                    <a:pt x="233425" y="638175"/>
                  </a:lnTo>
                  <a:lnTo>
                    <a:pt x="233425" y="623951"/>
                  </a:lnTo>
                  <a:lnTo>
                    <a:pt x="28575" y="623951"/>
                  </a:lnTo>
                  <a:lnTo>
                    <a:pt x="14350" y="609600"/>
                  </a:lnTo>
                  <a:lnTo>
                    <a:pt x="28575" y="609600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0"/>
                  </a:lnTo>
                  <a:lnTo>
                    <a:pt x="5972174" y="14350"/>
                  </a:lnTo>
                  <a:lnTo>
                    <a:pt x="5972174" y="6476"/>
                  </a:lnTo>
                  <a:lnTo>
                    <a:pt x="5965824" y="0"/>
                  </a:lnTo>
                  <a:close/>
                </a:path>
                <a:path w="5972175" h="666750">
                  <a:moveTo>
                    <a:pt x="290491" y="609600"/>
                  </a:moveTo>
                  <a:lnTo>
                    <a:pt x="247650" y="609600"/>
                  </a:lnTo>
                  <a:lnTo>
                    <a:pt x="247650" y="638175"/>
                  </a:lnTo>
                  <a:lnTo>
                    <a:pt x="290660" y="638175"/>
                  </a:lnTo>
                  <a:lnTo>
                    <a:pt x="319150" y="623951"/>
                  </a:lnTo>
                  <a:lnTo>
                    <a:pt x="290491" y="609600"/>
                  </a:lnTo>
                  <a:close/>
                </a:path>
                <a:path w="5972175" h="666750">
                  <a:moveTo>
                    <a:pt x="28575" y="609600"/>
                  </a:moveTo>
                  <a:lnTo>
                    <a:pt x="14350" y="609600"/>
                  </a:lnTo>
                  <a:lnTo>
                    <a:pt x="28575" y="623951"/>
                  </a:lnTo>
                  <a:lnTo>
                    <a:pt x="28575" y="609600"/>
                  </a:lnTo>
                  <a:close/>
                </a:path>
                <a:path w="5972175" h="666750">
                  <a:moveTo>
                    <a:pt x="233425" y="609600"/>
                  </a:moveTo>
                  <a:lnTo>
                    <a:pt x="28575" y="609600"/>
                  </a:lnTo>
                  <a:lnTo>
                    <a:pt x="28575" y="623951"/>
                  </a:lnTo>
                  <a:lnTo>
                    <a:pt x="233425" y="623951"/>
                  </a:lnTo>
                  <a:lnTo>
                    <a:pt x="233425" y="609600"/>
                  </a:lnTo>
                  <a:close/>
                </a:path>
                <a:path w="5972175" h="666750">
                  <a:moveTo>
                    <a:pt x="5943599" y="381000"/>
                  </a:moveTo>
                  <a:lnTo>
                    <a:pt x="5653150" y="381000"/>
                  </a:lnTo>
                  <a:lnTo>
                    <a:pt x="5653150" y="409575"/>
                  </a:lnTo>
                  <a:lnTo>
                    <a:pt x="5965824" y="409575"/>
                  </a:lnTo>
                  <a:lnTo>
                    <a:pt x="5972174" y="403225"/>
                  </a:lnTo>
                  <a:lnTo>
                    <a:pt x="5972174" y="395350"/>
                  </a:lnTo>
                  <a:lnTo>
                    <a:pt x="5943599" y="395350"/>
                  </a:lnTo>
                  <a:lnTo>
                    <a:pt x="5943599" y="381000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5943599" y="395350"/>
                  </a:lnTo>
                  <a:lnTo>
                    <a:pt x="5957950" y="381000"/>
                  </a:lnTo>
                  <a:lnTo>
                    <a:pt x="5972174" y="381000"/>
                  </a:lnTo>
                  <a:lnTo>
                    <a:pt x="5972174" y="28575"/>
                  </a:lnTo>
                  <a:lnTo>
                    <a:pt x="5957950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381000"/>
                  </a:moveTo>
                  <a:lnTo>
                    <a:pt x="5957950" y="381000"/>
                  </a:lnTo>
                  <a:lnTo>
                    <a:pt x="5943599" y="395350"/>
                  </a:lnTo>
                  <a:lnTo>
                    <a:pt x="5972174" y="395350"/>
                  </a:lnTo>
                  <a:lnTo>
                    <a:pt x="5972174" y="381000"/>
                  </a:lnTo>
                  <a:close/>
                </a:path>
                <a:path w="5972175" h="666750">
                  <a:moveTo>
                    <a:pt x="28575" y="14350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5943599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14350"/>
                  </a:moveTo>
                  <a:lnTo>
                    <a:pt x="5943599" y="14350"/>
                  </a:lnTo>
                  <a:lnTo>
                    <a:pt x="5957950" y="28575"/>
                  </a:lnTo>
                  <a:lnTo>
                    <a:pt x="5972174" y="28575"/>
                  </a:lnTo>
                  <a:lnTo>
                    <a:pt x="5972174" y="143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8" name="object 93"/>
          <p:cNvSpPr/>
          <p:nvPr/>
        </p:nvSpPr>
        <p:spPr>
          <a:xfrm>
            <a:off x="6251760" y="2939040"/>
            <a:ext cx="1267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z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object 94"/>
          <p:cNvSpPr/>
          <p:nvPr/>
        </p:nvSpPr>
        <p:spPr>
          <a:xfrm>
            <a:off x="291240" y="1053360"/>
            <a:ext cx="7800480" cy="2342880"/>
          </a:xfrm>
          <a:custGeom>
            <a:avLst/>
            <a:gdLst>
              <a:gd name="textAreaLeft" fmla="*/ 0 w 7800480"/>
              <a:gd name="textAreaRight" fmla="*/ 7800840 w 7800480"/>
              <a:gd name="textAreaTop" fmla="*/ 0 h 2342880"/>
              <a:gd name="textAreaBottom" fmla="*/ 2343240 h 2342880"/>
            </a:gdLst>
            <a:ahLst/>
            <a:cxnLst/>
            <a:rect l="textAreaLeft" t="textAreaTop" r="textAreaRight" b="textAreaBottom"/>
            <a:pathLst>
              <a:path w="7800975" h="2343150">
                <a:moveTo>
                  <a:pt x="7329487" y="166751"/>
                </a:moveTo>
                <a:lnTo>
                  <a:pt x="7300823" y="152400"/>
                </a:lnTo>
                <a:lnTo>
                  <a:pt x="7243762" y="123825"/>
                </a:lnTo>
                <a:lnTo>
                  <a:pt x="7243762" y="152400"/>
                </a:lnTo>
                <a:lnTo>
                  <a:pt x="1835213" y="152400"/>
                </a:lnTo>
                <a:lnTo>
                  <a:pt x="1828736" y="158877"/>
                </a:lnTo>
                <a:lnTo>
                  <a:pt x="1828736" y="1219200"/>
                </a:lnTo>
                <a:lnTo>
                  <a:pt x="1538287" y="1219200"/>
                </a:lnTo>
                <a:lnTo>
                  <a:pt x="1538287" y="1247775"/>
                </a:lnTo>
                <a:lnTo>
                  <a:pt x="1850961" y="1247775"/>
                </a:lnTo>
                <a:lnTo>
                  <a:pt x="1857311" y="1241425"/>
                </a:lnTo>
                <a:lnTo>
                  <a:pt x="1857311" y="1233551"/>
                </a:lnTo>
                <a:lnTo>
                  <a:pt x="1857311" y="1219200"/>
                </a:lnTo>
                <a:lnTo>
                  <a:pt x="1857311" y="180975"/>
                </a:lnTo>
                <a:lnTo>
                  <a:pt x="7243762" y="180975"/>
                </a:lnTo>
                <a:lnTo>
                  <a:pt x="7243762" y="209550"/>
                </a:lnTo>
                <a:lnTo>
                  <a:pt x="7300989" y="180975"/>
                </a:lnTo>
                <a:lnTo>
                  <a:pt x="7329487" y="166751"/>
                </a:lnTo>
                <a:close/>
              </a:path>
              <a:path w="7800975" h="2343150">
                <a:moveTo>
                  <a:pt x="7800911" y="6477"/>
                </a:moveTo>
                <a:lnTo>
                  <a:pt x="7794561" y="0"/>
                </a:lnTo>
                <a:lnTo>
                  <a:pt x="6400" y="0"/>
                </a:lnTo>
                <a:lnTo>
                  <a:pt x="0" y="6477"/>
                </a:lnTo>
                <a:lnTo>
                  <a:pt x="0" y="2308225"/>
                </a:lnTo>
                <a:lnTo>
                  <a:pt x="6400" y="2314575"/>
                </a:lnTo>
                <a:lnTo>
                  <a:pt x="233362" y="2314575"/>
                </a:lnTo>
                <a:lnTo>
                  <a:pt x="233362" y="2343150"/>
                </a:lnTo>
                <a:lnTo>
                  <a:pt x="290588" y="2314575"/>
                </a:lnTo>
                <a:lnTo>
                  <a:pt x="319087" y="2300351"/>
                </a:lnTo>
                <a:lnTo>
                  <a:pt x="290423" y="2286000"/>
                </a:lnTo>
                <a:lnTo>
                  <a:pt x="233362" y="2257425"/>
                </a:lnTo>
                <a:lnTo>
                  <a:pt x="233362" y="2286000"/>
                </a:lnTo>
                <a:lnTo>
                  <a:pt x="28575" y="2286000"/>
                </a:lnTo>
                <a:lnTo>
                  <a:pt x="28575" y="28575"/>
                </a:lnTo>
                <a:lnTo>
                  <a:pt x="7772336" y="28575"/>
                </a:lnTo>
                <a:lnTo>
                  <a:pt x="7772336" y="304800"/>
                </a:lnTo>
                <a:lnTo>
                  <a:pt x="7481887" y="304800"/>
                </a:lnTo>
                <a:lnTo>
                  <a:pt x="7481887" y="333375"/>
                </a:lnTo>
                <a:lnTo>
                  <a:pt x="7794561" y="333375"/>
                </a:lnTo>
                <a:lnTo>
                  <a:pt x="7800911" y="327025"/>
                </a:lnTo>
                <a:lnTo>
                  <a:pt x="7800911" y="319151"/>
                </a:lnTo>
                <a:lnTo>
                  <a:pt x="7800911" y="304800"/>
                </a:lnTo>
                <a:lnTo>
                  <a:pt x="7800911" y="28575"/>
                </a:lnTo>
                <a:lnTo>
                  <a:pt x="7800911" y="14351"/>
                </a:lnTo>
                <a:lnTo>
                  <a:pt x="7800911" y="647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2"/>
          <p:cNvSpPr>
            <a:spLocks noGrp="1"/>
          </p:cNvSpPr>
          <p:nvPr>
            <p:ph type="sldNum" idx="32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E91F75C7-E681-4A6C-9E6F-887C4FA0FCB0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872" name="object 3"/>
            <p:cNvPicPr/>
            <p:nvPr/>
          </p:nvPicPr>
          <p:blipFill>
            <a:blip r:embed="rId1"/>
            <a:stretch/>
          </p:blipFill>
          <p:spPr>
            <a:xfrm>
              <a:off x="2752200" y="131040"/>
              <a:ext cx="36313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73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8098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Sixth</a:t>
            </a:r>
            <a:r>
              <a:rPr lang="en-US" sz="2800" b="1" u="none" spc="-113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Instruction: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j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75" name="object 6"/>
          <p:cNvSpPr/>
          <p:nvPr/>
        </p:nvSpPr>
        <p:spPr>
          <a:xfrm>
            <a:off x="841680" y="5428800"/>
            <a:ext cx="609876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3080" rIns="0" bIns="0" anchor="t">
            <a:spAutoFit/>
          </a:bodyPr>
          <a:p>
            <a:pPr marL="241200" indent="-22860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shifter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left</a:t>
            </a:r>
            <a:r>
              <a:rPr lang="en-US" sz="2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shift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26-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bit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immediate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2412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additional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mux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jump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6" name="object 7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877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object 9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9" name="object 10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0" name="object 11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881" name="object 12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2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object 14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4" name="object 15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5" name="object 16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886" name="object 17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7" name="object 18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object 19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object 21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91" name="object 22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2" name="object 23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object 25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object 26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6" name="object 27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7" name="object 28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object 29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object 30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00" name="object 31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1" name="object 32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2" name="object 33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object 34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object 35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object 36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object 37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7" name="object 38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object 39"/>
          <p:cNvSpPr/>
          <p:nvPr/>
        </p:nvSpPr>
        <p:spPr>
          <a:xfrm>
            <a:off x="4495680" y="449568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9" name="object 40"/>
          <p:cNvPicPr/>
          <p:nvPr/>
        </p:nvPicPr>
        <p:blipFill>
          <a:blip r:embed="rId6"/>
          <a:stretch/>
        </p:blipFill>
        <p:spPr>
          <a:xfrm>
            <a:off x="1900440" y="4992480"/>
            <a:ext cx="788400" cy="45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0" name="object 41"/>
          <p:cNvSpPr/>
          <p:nvPr/>
        </p:nvSpPr>
        <p:spPr>
          <a:xfrm>
            <a:off x="1829520" y="5029920"/>
            <a:ext cx="914040" cy="3045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spAutoFit/>
          </a:bodyPr>
          <a:p>
            <a:pPr marL="198000">
              <a:lnSpc>
                <a:spcPct val="100000"/>
              </a:lnSpc>
              <a:spcBef>
                <a:spcPts val="201"/>
              </a:spcBef>
            </a:pP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Op(6)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1" name="object 42"/>
          <p:cNvGrpSpPr/>
          <p:nvPr/>
        </p:nvGrpSpPr>
        <p:grpSpPr>
          <a:xfrm>
            <a:off x="1071360" y="4992480"/>
            <a:ext cx="719640" cy="454680"/>
            <a:chOff x="1071360" y="4992480"/>
            <a:chExt cx="719640" cy="454680"/>
          </a:xfrm>
        </p:grpSpPr>
        <p:pic>
          <p:nvPicPr>
            <p:cNvPr id="912" name="object 43"/>
            <p:cNvPicPr/>
            <p:nvPr/>
          </p:nvPicPr>
          <p:blipFill>
            <a:blip r:embed="rId7"/>
            <a:stretch/>
          </p:blipFill>
          <p:spPr>
            <a:xfrm>
              <a:off x="1101600" y="5110920"/>
              <a:ext cx="100080" cy="168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3" name="object 44"/>
            <p:cNvPicPr/>
            <p:nvPr/>
          </p:nvPicPr>
          <p:blipFill>
            <a:blip r:embed="rId8"/>
            <a:stretch/>
          </p:blipFill>
          <p:spPr>
            <a:xfrm>
              <a:off x="1071360" y="4992480"/>
              <a:ext cx="338760" cy="45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4" name="object 45"/>
            <p:cNvPicPr/>
            <p:nvPr/>
          </p:nvPicPr>
          <p:blipFill>
            <a:blip r:embed="rId9"/>
            <a:stretch/>
          </p:blipFill>
          <p:spPr>
            <a:xfrm>
              <a:off x="1138320" y="4992480"/>
              <a:ext cx="65268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15" name="object 46"/>
          <p:cNvSpPr/>
          <p:nvPr/>
        </p:nvSpPr>
        <p:spPr>
          <a:xfrm>
            <a:off x="1083960" y="5043600"/>
            <a:ext cx="5756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J-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6" name="object 47"/>
          <p:cNvGrpSpPr/>
          <p:nvPr/>
        </p:nvGrpSpPr>
        <p:grpSpPr>
          <a:xfrm>
            <a:off x="2743920" y="4714560"/>
            <a:ext cx="3962160" cy="732600"/>
            <a:chOff x="2743920" y="4714560"/>
            <a:chExt cx="3962160" cy="732600"/>
          </a:xfrm>
        </p:grpSpPr>
        <p:sp>
          <p:nvSpPr>
            <p:cNvPr id="917" name="object 48"/>
            <p:cNvSpPr/>
            <p:nvPr/>
          </p:nvSpPr>
          <p:spPr>
            <a:xfrm>
              <a:off x="4648320" y="4714560"/>
              <a:ext cx="840240" cy="320400"/>
            </a:xfrm>
            <a:custGeom>
              <a:avLst/>
              <a:gdLst>
                <a:gd name="textAreaLeft" fmla="*/ 0 w 840240"/>
                <a:gd name="textAreaRight" fmla="*/ 840600 w 84024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840739" h="320675">
                  <a:moveTo>
                    <a:pt x="73732" y="29848"/>
                  </a:moveTo>
                  <a:lnTo>
                    <a:pt x="69396" y="41779"/>
                  </a:lnTo>
                  <a:lnTo>
                    <a:pt x="836040" y="320547"/>
                  </a:lnTo>
                  <a:lnTo>
                    <a:pt x="840359" y="308609"/>
                  </a:lnTo>
                  <a:lnTo>
                    <a:pt x="73732" y="29848"/>
                  </a:lnTo>
                  <a:close/>
                </a:path>
                <a:path w="840739" h="320675">
                  <a:moveTo>
                    <a:pt x="84582" y="0"/>
                  </a:moveTo>
                  <a:lnTo>
                    <a:pt x="0" y="9778"/>
                  </a:lnTo>
                  <a:lnTo>
                    <a:pt x="58547" y="71627"/>
                  </a:lnTo>
                  <a:lnTo>
                    <a:pt x="69396" y="41779"/>
                  </a:lnTo>
                  <a:lnTo>
                    <a:pt x="57530" y="37464"/>
                  </a:lnTo>
                  <a:lnTo>
                    <a:pt x="61849" y="25526"/>
                  </a:lnTo>
                  <a:lnTo>
                    <a:pt x="75303" y="25526"/>
                  </a:lnTo>
                  <a:lnTo>
                    <a:pt x="84582" y="0"/>
                  </a:lnTo>
                  <a:close/>
                </a:path>
                <a:path w="840739" h="320675">
                  <a:moveTo>
                    <a:pt x="61849" y="25526"/>
                  </a:moveTo>
                  <a:lnTo>
                    <a:pt x="57530" y="37464"/>
                  </a:lnTo>
                  <a:lnTo>
                    <a:pt x="69396" y="41779"/>
                  </a:lnTo>
                  <a:lnTo>
                    <a:pt x="73732" y="29848"/>
                  </a:lnTo>
                  <a:lnTo>
                    <a:pt x="61849" y="25526"/>
                  </a:lnTo>
                  <a:close/>
                </a:path>
                <a:path w="840739" h="320675">
                  <a:moveTo>
                    <a:pt x="75303" y="25526"/>
                  </a:moveTo>
                  <a:lnTo>
                    <a:pt x="61849" y="25526"/>
                  </a:lnTo>
                  <a:lnTo>
                    <a:pt x="73732" y="29848"/>
                  </a:lnTo>
                  <a:lnTo>
                    <a:pt x="75303" y="255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8" name="object 49"/>
            <p:cNvSpPr/>
            <p:nvPr/>
          </p:nvSpPr>
          <p:spPr>
            <a:xfrm>
              <a:off x="2743920" y="5029920"/>
              <a:ext cx="3962160" cy="30456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962400" h="304800">
                  <a:moveTo>
                    <a:pt x="39623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962399" y="304800"/>
                  </a:lnTo>
                  <a:lnTo>
                    <a:pt x="3962399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19" name="object 50"/>
            <p:cNvPicPr/>
            <p:nvPr/>
          </p:nvPicPr>
          <p:blipFill>
            <a:blip r:embed="rId10"/>
            <a:stretch/>
          </p:blipFill>
          <p:spPr>
            <a:xfrm>
              <a:off x="4107240" y="4992480"/>
              <a:ext cx="1251720" cy="454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20" name="object 51"/>
          <p:cNvSpPr/>
          <p:nvPr/>
        </p:nvSpPr>
        <p:spPr>
          <a:xfrm>
            <a:off x="2743920" y="5029920"/>
            <a:ext cx="3962160" cy="3045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spAutoFit/>
          </a:bodyPr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lang="en-US" sz="16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Immed(26)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object 52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2" name="object 53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923" name="object 54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" name="object 55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" name="object 56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6" name="object 57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7" name="object 58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object 59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object 60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30" name="object 61"/>
            <p:cNvPicPr/>
            <p:nvPr/>
          </p:nvPicPr>
          <p:blipFill>
            <a:blip r:embed="rId11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1" name="object 62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object 63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3" name="object 64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34" name="object 65"/>
          <p:cNvGrpSpPr/>
          <p:nvPr/>
        </p:nvGrpSpPr>
        <p:grpSpPr>
          <a:xfrm>
            <a:off x="1205640" y="1981800"/>
            <a:ext cx="7176600" cy="2071440"/>
            <a:chOff x="1205640" y="1981800"/>
            <a:chExt cx="7176600" cy="2071440"/>
          </a:xfrm>
        </p:grpSpPr>
        <p:sp>
          <p:nvSpPr>
            <p:cNvPr id="935" name="object 66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object 67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object 68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object 69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9" name="object 70"/>
            <p:cNvSpPr/>
            <p:nvPr/>
          </p:nvSpPr>
          <p:spPr>
            <a:xfrm>
              <a:off x="4863240" y="3615480"/>
              <a:ext cx="2147760" cy="437760"/>
            </a:xfrm>
            <a:custGeom>
              <a:avLst/>
              <a:gdLst>
                <a:gd name="textAreaLeft" fmla="*/ 0 w 2147760"/>
                <a:gd name="textAreaRight" fmla="*/ 2148120 w 214776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21482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851024" y="438150"/>
                  </a:lnTo>
                  <a:lnTo>
                    <a:pt x="1857374" y="431800"/>
                  </a:lnTo>
                  <a:lnTo>
                    <a:pt x="18573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21482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2148204" h="438150">
                  <a:moveTo>
                    <a:pt x="18287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828799" y="423925"/>
                  </a:lnTo>
                  <a:lnTo>
                    <a:pt x="1828799" y="409575"/>
                  </a:lnTo>
                  <a:close/>
                </a:path>
                <a:path w="2148204" h="438150">
                  <a:moveTo>
                    <a:pt x="2062225" y="28575"/>
                  </a:moveTo>
                  <a:lnTo>
                    <a:pt x="1835277" y="28575"/>
                  </a:lnTo>
                  <a:lnTo>
                    <a:pt x="1828799" y="35051"/>
                  </a:lnTo>
                  <a:lnTo>
                    <a:pt x="1828799" y="423925"/>
                  </a:lnTo>
                  <a:lnTo>
                    <a:pt x="1843150" y="409575"/>
                  </a:lnTo>
                  <a:lnTo>
                    <a:pt x="1857374" y="409575"/>
                  </a:lnTo>
                  <a:lnTo>
                    <a:pt x="1857374" y="57150"/>
                  </a:lnTo>
                  <a:lnTo>
                    <a:pt x="1843150" y="57150"/>
                  </a:lnTo>
                  <a:lnTo>
                    <a:pt x="1857374" y="42925"/>
                  </a:lnTo>
                  <a:lnTo>
                    <a:pt x="2062225" y="42925"/>
                  </a:lnTo>
                  <a:lnTo>
                    <a:pt x="2062225" y="28575"/>
                  </a:lnTo>
                  <a:close/>
                </a:path>
                <a:path w="2148204" h="438150">
                  <a:moveTo>
                    <a:pt x="1857374" y="409575"/>
                  </a:moveTo>
                  <a:lnTo>
                    <a:pt x="1843150" y="409575"/>
                  </a:lnTo>
                  <a:lnTo>
                    <a:pt x="1828799" y="423925"/>
                  </a:lnTo>
                  <a:lnTo>
                    <a:pt x="1857374" y="423925"/>
                  </a:lnTo>
                  <a:lnTo>
                    <a:pt x="1857374" y="409575"/>
                  </a:lnTo>
                  <a:close/>
                </a:path>
                <a:path w="2148204" h="438150">
                  <a:moveTo>
                    <a:pt x="2062225" y="0"/>
                  </a:moveTo>
                  <a:lnTo>
                    <a:pt x="2062225" y="85725"/>
                  </a:lnTo>
                  <a:lnTo>
                    <a:pt x="2119460" y="57150"/>
                  </a:lnTo>
                  <a:lnTo>
                    <a:pt x="2076449" y="57150"/>
                  </a:lnTo>
                  <a:lnTo>
                    <a:pt x="2076449" y="28575"/>
                  </a:lnTo>
                  <a:lnTo>
                    <a:pt x="2119291" y="28575"/>
                  </a:lnTo>
                  <a:lnTo>
                    <a:pt x="2062225" y="0"/>
                  </a:lnTo>
                  <a:close/>
                </a:path>
                <a:path w="2148204" h="438150">
                  <a:moveTo>
                    <a:pt x="1857374" y="42925"/>
                  </a:moveTo>
                  <a:lnTo>
                    <a:pt x="1843150" y="57150"/>
                  </a:lnTo>
                  <a:lnTo>
                    <a:pt x="1857374" y="57150"/>
                  </a:lnTo>
                  <a:lnTo>
                    <a:pt x="1857374" y="42925"/>
                  </a:lnTo>
                  <a:close/>
                </a:path>
                <a:path w="2148204" h="438150">
                  <a:moveTo>
                    <a:pt x="2062225" y="42925"/>
                  </a:moveTo>
                  <a:lnTo>
                    <a:pt x="1857374" y="42925"/>
                  </a:lnTo>
                  <a:lnTo>
                    <a:pt x="1857374" y="57150"/>
                  </a:lnTo>
                  <a:lnTo>
                    <a:pt x="2062225" y="57150"/>
                  </a:lnTo>
                  <a:lnTo>
                    <a:pt x="2062225" y="42925"/>
                  </a:lnTo>
                  <a:close/>
                </a:path>
                <a:path w="2148204" h="438150">
                  <a:moveTo>
                    <a:pt x="2119291" y="28575"/>
                  </a:moveTo>
                  <a:lnTo>
                    <a:pt x="2076449" y="28575"/>
                  </a:lnTo>
                  <a:lnTo>
                    <a:pt x="2076449" y="57150"/>
                  </a:lnTo>
                  <a:lnTo>
                    <a:pt x="2119460" y="57150"/>
                  </a:lnTo>
                  <a:lnTo>
                    <a:pt x="2147950" y="42925"/>
                  </a:lnTo>
                  <a:lnTo>
                    <a:pt x="21192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object 71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object 72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object 73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3" name="object 74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4" name="object 75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945" name="object 76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6" name="object 77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7" name="object 78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8" name="object 79"/>
          <p:cNvGrpSpPr/>
          <p:nvPr/>
        </p:nvGrpSpPr>
        <p:grpSpPr>
          <a:xfrm>
            <a:off x="5792040" y="1296000"/>
            <a:ext cx="609120" cy="609120"/>
            <a:chOff x="5792040" y="1296000"/>
            <a:chExt cx="609120" cy="609120"/>
          </a:xfrm>
        </p:grpSpPr>
        <p:sp>
          <p:nvSpPr>
            <p:cNvPr id="949" name="object 80"/>
            <p:cNvSpPr/>
            <p:nvPr/>
          </p:nvSpPr>
          <p:spPr>
            <a:xfrm>
              <a:off x="5792040" y="171036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0" name="object 81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1" name="object 82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2" name="object 83"/>
          <p:cNvSpPr/>
          <p:nvPr/>
        </p:nvSpPr>
        <p:spPr>
          <a:xfrm>
            <a:off x="6175800" y="1461240"/>
            <a:ext cx="1436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3" name="object 84"/>
          <p:cNvGrpSpPr/>
          <p:nvPr/>
        </p:nvGrpSpPr>
        <p:grpSpPr>
          <a:xfrm>
            <a:off x="291240" y="1053360"/>
            <a:ext cx="8410680" cy="3290760"/>
            <a:chOff x="291240" y="1053360"/>
            <a:chExt cx="8410680" cy="3290760"/>
          </a:xfrm>
        </p:grpSpPr>
        <p:sp>
          <p:nvSpPr>
            <p:cNvPr id="954" name="object 85"/>
            <p:cNvSpPr/>
            <p:nvPr/>
          </p:nvSpPr>
          <p:spPr>
            <a:xfrm>
              <a:off x="5168160" y="1710360"/>
              <a:ext cx="318960" cy="263376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2633760"/>
                <a:gd name="textAreaBottom" fmla="*/ 2634120 h 2633760"/>
              </a:gdLst>
              <a:ahLst/>
              <a:cxnLst/>
              <a:rect l="textAreaLeft" t="textAreaTop" r="textAreaRight" b="textAreaBottom"/>
              <a:pathLst>
                <a:path w="319404" h="2633979">
                  <a:moveTo>
                    <a:pt x="233425" y="28575"/>
                  </a:moveTo>
                  <a:lnTo>
                    <a:pt x="6476" y="28575"/>
                  </a:lnTo>
                  <a:lnTo>
                    <a:pt x="0" y="35051"/>
                  </a:lnTo>
                  <a:lnTo>
                    <a:pt x="0" y="2633726"/>
                  </a:lnTo>
                  <a:lnTo>
                    <a:pt x="28575" y="2633726"/>
                  </a:lnTo>
                  <a:lnTo>
                    <a:pt x="28575" y="57150"/>
                  </a:lnTo>
                  <a:lnTo>
                    <a:pt x="14350" y="57150"/>
                  </a:lnTo>
                  <a:lnTo>
                    <a:pt x="28575" y="42925"/>
                  </a:lnTo>
                  <a:lnTo>
                    <a:pt x="233425" y="42925"/>
                  </a:lnTo>
                  <a:lnTo>
                    <a:pt x="233425" y="28575"/>
                  </a:lnTo>
                  <a:close/>
                </a:path>
                <a:path w="319404" h="2633979">
                  <a:moveTo>
                    <a:pt x="233425" y="0"/>
                  </a:moveTo>
                  <a:lnTo>
                    <a:pt x="233425" y="85725"/>
                  </a:lnTo>
                  <a:lnTo>
                    <a:pt x="290660" y="57150"/>
                  </a:lnTo>
                  <a:lnTo>
                    <a:pt x="247650" y="57150"/>
                  </a:lnTo>
                  <a:lnTo>
                    <a:pt x="247650" y="28575"/>
                  </a:lnTo>
                  <a:lnTo>
                    <a:pt x="290491" y="28575"/>
                  </a:lnTo>
                  <a:lnTo>
                    <a:pt x="233425" y="0"/>
                  </a:lnTo>
                  <a:close/>
                </a:path>
                <a:path w="319404" h="2633979">
                  <a:moveTo>
                    <a:pt x="28575" y="42925"/>
                  </a:moveTo>
                  <a:lnTo>
                    <a:pt x="14350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4" h="2633979">
                  <a:moveTo>
                    <a:pt x="233425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425" y="57150"/>
                  </a:lnTo>
                  <a:lnTo>
                    <a:pt x="233425" y="42925"/>
                  </a:lnTo>
                  <a:close/>
                </a:path>
                <a:path w="319404" h="2633979">
                  <a:moveTo>
                    <a:pt x="290491" y="28575"/>
                  </a:moveTo>
                  <a:lnTo>
                    <a:pt x="247650" y="28575"/>
                  </a:lnTo>
                  <a:lnTo>
                    <a:pt x="247650" y="57150"/>
                  </a:lnTo>
                  <a:lnTo>
                    <a:pt x="290660" y="57150"/>
                  </a:lnTo>
                  <a:lnTo>
                    <a:pt x="319150" y="42925"/>
                  </a:lnTo>
                  <a:lnTo>
                    <a:pt x="2904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5" name="object 86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6" name="object 87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object 88"/>
            <p:cNvSpPr/>
            <p:nvPr/>
          </p:nvSpPr>
          <p:spPr>
            <a:xfrm>
              <a:off x="2134440" y="1405800"/>
              <a:ext cx="3962160" cy="8532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962400" h="85725">
                  <a:moveTo>
                    <a:pt x="3876675" y="57149"/>
                  </a:moveTo>
                  <a:lnTo>
                    <a:pt x="3876675" y="85725"/>
                  </a:lnTo>
                  <a:lnTo>
                    <a:pt x="3933740" y="57150"/>
                  </a:lnTo>
                  <a:lnTo>
                    <a:pt x="3876675" y="57149"/>
                  </a:lnTo>
                  <a:close/>
                </a:path>
                <a:path w="3962400" h="85725">
                  <a:moveTo>
                    <a:pt x="3876675" y="28574"/>
                  </a:moveTo>
                  <a:lnTo>
                    <a:pt x="3876675" y="57149"/>
                  </a:lnTo>
                  <a:lnTo>
                    <a:pt x="3891026" y="57150"/>
                  </a:lnTo>
                  <a:lnTo>
                    <a:pt x="3891026" y="28575"/>
                  </a:lnTo>
                  <a:lnTo>
                    <a:pt x="3876675" y="28574"/>
                  </a:lnTo>
                  <a:close/>
                </a:path>
                <a:path w="3962400" h="85725">
                  <a:moveTo>
                    <a:pt x="3876675" y="0"/>
                  </a:moveTo>
                  <a:lnTo>
                    <a:pt x="3876675" y="28574"/>
                  </a:lnTo>
                  <a:lnTo>
                    <a:pt x="3891026" y="28575"/>
                  </a:lnTo>
                  <a:lnTo>
                    <a:pt x="3891026" y="57150"/>
                  </a:lnTo>
                  <a:lnTo>
                    <a:pt x="3933741" y="57149"/>
                  </a:lnTo>
                  <a:lnTo>
                    <a:pt x="3962400" y="42799"/>
                  </a:lnTo>
                  <a:lnTo>
                    <a:pt x="3876675" y="0"/>
                  </a:lnTo>
                  <a:close/>
                </a:path>
                <a:path w="3962400" h="85725">
                  <a:moveTo>
                    <a:pt x="0" y="28448"/>
                  </a:moveTo>
                  <a:lnTo>
                    <a:pt x="0" y="57023"/>
                  </a:lnTo>
                  <a:lnTo>
                    <a:pt x="3876675" y="57149"/>
                  </a:lnTo>
                  <a:lnTo>
                    <a:pt x="3876675" y="28574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object 89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9" name="object 90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object 91"/>
            <p:cNvSpPr/>
            <p:nvPr/>
          </p:nvSpPr>
          <p:spPr>
            <a:xfrm>
              <a:off x="6400800" y="1558080"/>
              <a:ext cx="1333080" cy="1572480"/>
            </a:xfrm>
            <a:custGeom>
              <a:avLst/>
              <a:gdLst>
                <a:gd name="textAreaLeft" fmla="*/ 0 w 1333080"/>
                <a:gd name="textAreaRight" fmla="*/ 1333440 w 133308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33350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33350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  <a:path w="1333500" h="1572895">
                  <a:moveTo>
                    <a:pt x="1333500" y="194437"/>
                  </a:moveTo>
                  <a:lnTo>
                    <a:pt x="1327150" y="181737"/>
                  </a:lnTo>
                  <a:lnTo>
                    <a:pt x="1295400" y="118237"/>
                  </a:lnTo>
                  <a:lnTo>
                    <a:pt x="1257300" y="194437"/>
                  </a:lnTo>
                  <a:lnTo>
                    <a:pt x="1289050" y="194437"/>
                  </a:lnTo>
                  <a:lnTo>
                    <a:pt x="1289050" y="264287"/>
                  </a:lnTo>
                  <a:lnTo>
                    <a:pt x="990600" y="264287"/>
                  </a:lnTo>
                  <a:lnTo>
                    <a:pt x="990600" y="276987"/>
                  </a:lnTo>
                  <a:lnTo>
                    <a:pt x="1298956" y="276987"/>
                  </a:lnTo>
                  <a:lnTo>
                    <a:pt x="1301750" y="274193"/>
                  </a:lnTo>
                  <a:lnTo>
                    <a:pt x="1301750" y="270637"/>
                  </a:lnTo>
                  <a:lnTo>
                    <a:pt x="1301750" y="264287"/>
                  </a:lnTo>
                  <a:lnTo>
                    <a:pt x="1301750" y="194437"/>
                  </a:lnTo>
                  <a:lnTo>
                    <a:pt x="1333500" y="19443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object 92"/>
            <p:cNvSpPr/>
            <p:nvPr/>
          </p:nvSpPr>
          <p:spPr>
            <a:xfrm>
              <a:off x="6781680" y="171468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2" name="object 93"/>
            <p:cNvSpPr/>
            <p:nvPr/>
          </p:nvSpPr>
          <p:spPr>
            <a:xfrm>
              <a:off x="1829520" y="1177200"/>
              <a:ext cx="6872400" cy="1914120"/>
            </a:xfrm>
            <a:custGeom>
              <a:avLst/>
              <a:gdLst>
                <a:gd name="textAreaLeft" fmla="*/ 0 w 6872400"/>
                <a:gd name="textAreaRight" fmla="*/ 6872760 w 6872400"/>
                <a:gd name="textAreaTop" fmla="*/ 0 h 1914120"/>
                <a:gd name="textAreaBottom" fmla="*/ 1914480 h 1914120"/>
              </a:gdLst>
              <a:ahLst/>
              <a:cxnLst/>
              <a:rect l="textAreaLeft" t="textAreaTop" r="textAreaRight" b="textAreaBottom"/>
              <a:pathLst>
                <a:path w="6872605" h="1914525">
                  <a:moveTo>
                    <a:pt x="5791200" y="42926"/>
                  </a:moveTo>
                  <a:lnTo>
                    <a:pt x="5762536" y="28575"/>
                  </a:lnTo>
                  <a:lnTo>
                    <a:pt x="5705475" y="0"/>
                  </a:lnTo>
                  <a:lnTo>
                    <a:pt x="57054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1095375"/>
                  </a:lnTo>
                  <a:lnTo>
                    <a:pt x="0" y="1095375"/>
                  </a:lnTo>
                  <a:lnTo>
                    <a:pt x="0" y="1123950"/>
                  </a:lnTo>
                  <a:lnTo>
                    <a:pt x="312674" y="1123950"/>
                  </a:lnTo>
                  <a:lnTo>
                    <a:pt x="319024" y="1117600"/>
                  </a:lnTo>
                  <a:lnTo>
                    <a:pt x="319024" y="1109726"/>
                  </a:lnTo>
                  <a:lnTo>
                    <a:pt x="319024" y="1095375"/>
                  </a:lnTo>
                  <a:lnTo>
                    <a:pt x="319024" y="57150"/>
                  </a:lnTo>
                  <a:lnTo>
                    <a:pt x="5705475" y="57150"/>
                  </a:lnTo>
                  <a:lnTo>
                    <a:pt x="5705475" y="85725"/>
                  </a:lnTo>
                  <a:lnTo>
                    <a:pt x="5762701" y="57150"/>
                  </a:lnTo>
                  <a:lnTo>
                    <a:pt x="5791200" y="42926"/>
                  </a:lnTo>
                  <a:close/>
                </a:path>
                <a:path w="6872605" h="1914525">
                  <a:moveTo>
                    <a:pt x="6872224" y="1254252"/>
                  </a:moveTo>
                  <a:lnTo>
                    <a:pt x="6865874" y="1247775"/>
                  </a:lnTo>
                  <a:lnTo>
                    <a:pt x="906526" y="1247775"/>
                  </a:lnTo>
                  <a:lnTo>
                    <a:pt x="900049" y="1254252"/>
                  </a:lnTo>
                  <a:lnTo>
                    <a:pt x="900049" y="1879600"/>
                  </a:lnTo>
                  <a:lnTo>
                    <a:pt x="906526" y="1885950"/>
                  </a:lnTo>
                  <a:lnTo>
                    <a:pt x="1133475" y="1885950"/>
                  </a:lnTo>
                  <a:lnTo>
                    <a:pt x="1133475" y="1914525"/>
                  </a:lnTo>
                  <a:lnTo>
                    <a:pt x="1190701" y="1885950"/>
                  </a:lnTo>
                  <a:lnTo>
                    <a:pt x="1219200" y="1871726"/>
                  </a:lnTo>
                  <a:lnTo>
                    <a:pt x="1190536" y="1857375"/>
                  </a:lnTo>
                  <a:lnTo>
                    <a:pt x="1133475" y="1828800"/>
                  </a:lnTo>
                  <a:lnTo>
                    <a:pt x="1133475" y="1857375"/>
                  </a:lnTo>
                  <a:lnTo>
                    <a:pt x="928624" y="1857375"/>
                  </a:lnTo>
                  <a:lnTo>
                    <a:pt x="928624" y="1276350"/>
                  </a:lnTo>
                  <a:lnTo>
                    <a:pt x="6843649" y="1276350"/>
                  </a:lnTo>
                  <a:lnTo>
                    <a:pt x="6843649" y="1628775"/>
                  </a:lnTo>
                  <a:lnTo>
                    <a:pt x="6553200" y="1628775"/>
                  </a:lnTo>
                  <a:lnTo>
                    <a:pt x="6553200" y="1657350"/>
                  </a:lnTo>
                  <a:lnTo>
                    <a:pt x="6865874" y="1657350"/>
                  </a:lnTo>
                  <a:lnTo>
                    <a:pt x="6872224" y="1651000"/>
                  </a:lnTo>
                  <a:lnTo>
                    <a:pt x="6872224" y="1643126"/>
                  </a:lnTo>
                  <a:lnTo>
                    <a:pt x="6872224" y="1628775"/>
                  </a:lnTo>
                  <a:lnTo>
                    <a:pt x="6872224" y="1276350"/>
                  </a:lnTo>
                  <a:lnTo>
                    <a:pt x="6872224" y="1262126"/>
                  </a:lnTo>
                  <a:lnTo>
                    <a:pt x="6872224" y="1254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object 94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object 95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object 96"/>
            <p:cNvSpPr/>
            <p:nvPr/>
          </p:nvSpPr>
          <p:spPr>
            <a:xfrm>
              <a:off x="291240" y="1053360"/>
              <a:ext cx="8410320" cy="2342880"/>
            </a:xfrm>
            <a:custGeom>
              <a:avLst/>
              <a:gdLst>
                <a:gd name="textAreaLeft" fmla="*/ 0 w 8410320"/>
                <a:gd name="textAreaRight" fmla="*/ 8410680 w 841032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8410575" h="2343150">
                  <a:moveTo>
                    <a:pt x="7939087" y="166751"/>
                  </a:moveTo>
                  <a:lnTo>
                    <a:pt x="7853362" y="123952"/>
                  </a:lnTo>
                  <a:lnTo>
                    <a:pt x="7853362" y="152527"/>
                  </a:lnTo>
                  <a:lnTo>
                    <a:pt x="7481887" y="152400"/>
                  </a:lnTo>
                  <a:lnTo>
                    <a:pt x="7481887" y="180975"/>
                  </a:lnTo>
                  <a:lnTo>
                    <a:pt x="7853362" y="181102"/>
                  </a:lnTo>
                  <a:lnTo>
                    <a:pt x="7853362" y="209677"/>
                  </a:lnTo>
                  <a:lnTo>
                    <a:pt x="7910423" y="181102"/>
                  </a:lnTo>
                  <a:lnTo>
                    <a:pt x="7939087" y="166751"/>
                  </a:lnTo>
                  <a:close/>
                </a:path>
                <a:path w="8410575" h="2343150">
                  <a:moveTo>
                    <a:pt x="8410511" y="6477"/>
                  </a:moveTo>
                  <a:lnTo>
                    <a:pt x="84041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2308225"/>
                  </a:lnTo>
                  <a:lnTo>
                    <a:pt x="6400" y="2314575"/>
                  </a:lnTo>
                  <a:lnTo>
                    <a:pt x="233362" y="2314575"/>
                  </a:lnTo>
                  <a:lnTo>
                    <a:pt x="233362" y="2343150"/>
                  </a:lnTo>
                  <a:lnTo>
                    <a:pt x="290588" y="2314575"/>
                  </a:lnTo>
                  <a:lnTo>
                    <a:pt x="319087" y="2300351"/>
                  </a:lnTo>
                  <a:lnTo>
                    <a:pt x="290423" y="2286000"/>
                  </a:lnTo>
                  <a:lnTo>
                    <a:pt x="233362" y="2257425"/>
                  </a:lnTo>
                  <a:lnTo>
                    <a:pt x="233362" y="2286000"/>
                  </a:lnTo>
                  <a:lnTo>
                    <a:pt x="28575" y="2286000"/>
                  </a:lnTo>
                  <a:lnTo>
                    <a:pt x="28575" y="28575"/>
                  </a:lnTo>
                  <a:lnTo>
                    <a:pt x="8381936" y="28575"/>
                  </a:lnTo>
                  <a:lnTo>
                    <a:pt x="8381936" y="304800"/>
                  </a:lnTo>
                  <a:lnTo>
                    <a:pt x="8091487" y="304800"/>
                  </a:lnTo>
                  <a:lnTo>
                    <a:pt x="8091487" y="333375"/>
                  </a:lnTo>
                  <a:lnTo>
                    <a:pt x="8404161" y="333375"/>
                  </a:lnTo>
                  <a:lnTo>
                    <a:pt x="8410511" y="327025"/>
                  </a:lnTo>
                  <a:lnTo>
                    <a:pt x="8410511" y="319151"/>
                  </a:lnTo>
                  <a:lnTo>
                    <a:pt x="8410511" y="304800"/>
                  </a:lnTo>
                  <a:lnTo>
                    <a:pt x="8410511" y="28575"/>
                  </a:lnTo>
                  <a:lnTo>
                    <a:pt x="8410511" y="14351"/>
                  </a:lnTo>
                  <a:lnTo>
                    <a:pt x="8410511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object 97"/>
            <p:cNvSpPr/>
            <p:nvPr/>
          </p:nvSpPr>
          <p:spPr>
            <a:xfrm>
              <a:off x="6020640" y="1558080"/>
              <a:ext cx="2209320" cy="590040"/>
            </a:xfrm>
            <a:custGeom>
              <a:avLst/>
              <a:gdLst>
                <a:gd name="textAreaLeft" fmla="*/ 0 w 2209320"/>
                <a:gd name="textAreaRight" fmla="*/ 2209680 w 22093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2209800" h="590550">
                  <a:moveTo>
                    <a:pt x="1979930" y="561975"/>
                  </a:moveTo>
                  <a:lnTo>
                    <a:pt x="0" y="561975"/>
                  </a:lnTo>
                  <a:lnTo>
                    <a:pt x="0" y="590550"/>
                  </a:lnTo>
                  <a:lnTo>
                    <a:pt x="2002155" y="590550"/>
                  </a:lnTo>
                  <a:lnTo>
                    <a:pt x="2008505" y="584200"/>
                  </a:lnTo>
                  <a:lnTo>
                    <a:pt x="2008505" y="576326"/>
                  </a:lnTo>
                  <a:lnTo>
                    <a:pt x="1979930" y="576326"/>
                  </a:lnTo>
                  <a:lnTo>
                    <a:pt x="1979930" y="561975"/>
                  </a:lnTo>
                  <a:close/>
                </a:path>
                <a:path w="2209800" h="590550">
                  <a:moveTo>
                    <a:pt x="2124074" y="28575"/>
                  </a:moveTo>
                  <a:lnTo>
                    <a:pt x="1986280" y="28575"/>
                  </a:lnTo>
                  <a:lnTo>
                    <a:pt x="1979930" y="35051"/>
                  </a:lnTo>
                  <a:lnTo>
                    <a:pt x="1979930" y="576326"/>
                  </a:lnTo>
                  <a:lnTo>
                    <a:pt x="1994154" y="561975"/>
                  </a:lnTo>
                  <a:lnTo>
                    <a:pt x="2008505" y="561975"/>
                  </a:lnTo>
                  <a:lnTo>
                    <a:pt x="2008505" y="57150"/>
                  </a:lnTo>
                  <a:lnTo>
                    <a:pt x="1994154" y="57150"/>
                  </a:lnTo>
                  <a:lnTo>
                    <a:pt x="2008505" y="42925"/>
                  </a:lnTo>
                  <a:lnTo>
                    <a:pt x="2124074" y="42925"/>
                  </a:lnTo>
                  <a:lnTo>
                    <a:pt x="2124074" y="28575"/>
                  </a:lnTo>
                  <a:close/>
                </a:path>
                <a:path w="2209800" h="590550">
                  <a:moveTo>
                    <a:pt x="2008505" y="561975"/>
                  </a:moveTo>
                  <a:lnTo>
                    <a:pt x="1994154" y="561975"/>
                  </a:lnTo>
                  <a:lnTo>
                    <a:pt x="1979930" y="576326"/>
                  </a:lnTo>
                  <a:lnTo>
                    <a:pt x="2008505" y="576326"/>
                  </a:lnTo>
                  <a:lnTo>
                    <a:pt x="2008505" y="561975"/>
                  </a:lnTo>
                  <a:close/>
                </a:path>
                <a:path w="2209800" h="590550">
                  <a:moveTo>
                    <a:pt x="2124074" y="0"/>
                  </a:moveTo>
                  <a:lnTo>
                    <a:pt x="2124074" y="85725"/>
                  </a:lnTo>
                  <a:lnTo>
                    <a:pt x="2181309" y="57150"/>
                  </a:lnTo>
                  <a:lnTo>
                    <a:pt x="2138298" y="57150"/>
                  </a:lnTo>
                  <a:lnTo>
                    <a:pt x="2138298" y="28575"/>
                  </a:lnTo>
                  <a:lnTo>
                    <a:pt x="2181140" y="28575"/>
                  </a:lnTo>
                  <a:lnTo>
                    <a:pt x="2124074" y="0"/>
                  </a:lnTo>
                  <a:close/>
                </a:path>
                <a:path w="2209800" h="590550">
                  <a:moveTo>
                    <a:pt x="2008505" y="42925"/>
                  </a:moveTo>
                  <a:lnTo>
                    <a:pt x="1994154" y="57150"/>
                  </a:lnTo>
                  <a:lnTo>
                    <a:pt x="2008505" y="57150"/>
                  </a:lnTo>
                  <a:lnTo>
                    <a:pt x="2008505" y="42925"/>
                  </a:lnTo>
                  <a:close/>
                </a:path>
                <a:path w="2209800" h="590550">
                  <a:moveTo>
                    <a:pt x="2124074" y="42925"/>
                  </a:moveTo>
                  <a:lnTo>
                    <a:pt x="2008505" y="42925"/>
                  </a:lnTo>
                  <a:lnTo>
                    <a:pt x="2008505" y="57150"/>
                  </a:lnTo>
                  <a:lnTo>
                    <a:pt x="2124074" y="57150"/>
                  </a:lnTo>
                  <a:lnTo>
                    <a:pt x="2124074" y="42925"/>
                  </a:lnTo>
                  <a:close/>
                </a:path>
                <a:path w="2209800" h="590550">
                  <a:moveTo>
                    <a:pt x="2181140" y="28575"/>
                  </a:moveTo>
                  <a:lnTo>
                    <a:pt x="2138298" y="28575"/>
                  </a:lnTo>
                  <a:lnTo>
                    <a:pt x="2138298" y="57150"/>
                  </a:lnTo>
                  <a:lnTo>
                    <a:pt x="2181309" y="57150"/>
                  </a:lnTo>
                  <a:lnTo>
                    <a:pt x="2209799" y="42925"/>
                  </a:lnTo>
                  <a:lnTo>
                    <a:pt x="2181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object 98"/>
            <p:cNvSpPr/>
            <p:nvPr/>
          </p:nvSpPr>
          <p:spPr>
            <a:xfrm>
              <a:off x="8267760" y="1676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8" name="object 99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9" name="object 100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0" name="object 101"/>
          <p:cNvSpPr/>
          <p:nvPr/>
        </p:nvSpPr>
        <p:spPr>
          <a:xfrm>
            <a:off x="4586400" y="1902960"/>
            <a:ext cx="144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304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object 102"/>
          <p:cNvSpPr/>
          <p:nvPr/>
        </p:nvSpPr>
        <p:spPr>
          <a:xfrm>
            <a:off x="4594680" y="2519280"/>
            <a:ext cx="151920" cy="126000"/>
          </a:xfrm>
          <a:custGeom>
            <a:avLst/>
            <a:gdLst>
              <a:gd name="textAreaLeft" fmla="*/ 0 w 151920"/>
              <a:gd name="textAreaRight" fmla="*/ 152280 w 151920"/>
              <a:gd name="textAreaTop" fmla="*/ 0 h 126000"/>
              <a:gd name="textAreaBottom" fmla="*/ 126360 h 126000"/>
            </a:gdLst>
            <a:ahLst/>
            <a:cxnLst/>
            <a:rect l="textAreaLeft" t="textAreaTop" r="textAreaRight" b="textAreaBottom"/>
            <a:pathLst>
              <a:path w="152400" h="126364">
                <a:moveTo>
                  <a:pt x="152400" y="0"/>
                </a:moveTo>
                <a:lnTo>
                  <a:pt x="0" y="126237"/>
                </a:lnTo>
              </a:path>
            </a:pathLst>
          </a:cu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object 103"/>
          <p:cNvSpPr/>
          <p:nvPr/>
        </p:nvSpPr>
        <p:spPr>
          <a:xfrm>
            <a:off x="4676760" y="2556720"/>
            <a:ext cx="13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00" b="0" u="none" spc="-26" strike="noStrike">
                <a:solidFill>
                  <a:srgbClr val="FF0000"/>
                </a:solidFill>
                <a:effectLst/>
                <a:uFillTx/>
                <a:latin typeface="Arial"/>
              </a:rPr>
              <a:t>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object 104"/>
          <p:cNvSpPr/>
          <p:nvPr/>
        </p:nvSpPr>
        <p:spPr>
          <a:xfrm>
            <a:off x="4928760" y="2086200"/>
            <a:ext cx="101160" cy="96120"/>
          </a:xfrm>
          <a:custGeom>
            <a:avLst/>
            <a:gdLst>
              <a:gd name="textAreaLeft" fmla="*/ 0 w 101160"/>
              <a:gd name="textAreaRight" fmla="*/ 101520 w 101160"/>
              <a:gd name="textAreaTop" fmla="*/ 0 h 96120"/>
              <a:gd name="textAreaBottom" fmla="*/ 96480 h 96120"/>
            </a:gdLst>
            <a:ahLst/>
            <a:cxnLst/>
            <a:rect l="textAreaLeft" t="textAreaTop" r="textAreaRight" b="textAreaBottom"/>
            <a:pathLst>
              <a:path w="101600" h="96519">
                <a:moveTo>
                  <a:pt x="101219" y="0"/>
                </a:moveTo>
                <a:lnTo>
                  <a:pt x="0" y="96520"/>
                </a:lnTo>
              </a:path>
            </a:pathLst>
          </a:cu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object 105"/>
          <p:cNvSpPr/>
          <p:nvPr/>
        </p:nvSpPr>
        <p:spPr>
          <a:xfrm>
            <a:off x="4964760" y="2127240"/>
            <a:ext cx="13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00" b="0" u="none" spc="-26" strike="noStrike">
                <a:solidFill>
                  <a:srgbClr val="FF0000"/>
                </a:solidFill>
                <a:effectLst/>
                <a:uFillTx/>
                <a:latin typeface="Arial"/>
              </a:rPr>
              <a:t>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5" name="object 106"/>
          <p:cNvGrpSpPr/>
          <p:nvPr/>
        </p:nvGrpSpPr>
        <p:grpSpPr>
          <a:xfrm>
            <a:off x="4619880" y="1905840"/>
            <a:ext cx="1450800" cy="2438280"/>
            <a:chOff x="4619880" y="1905840"/>
            <a:chExt cx="1450800" cy="2438280"/>
          </a:xfrm>
        </p:grpSpPr>
        <p:sp>
          <p:nvSpPr>
            <p:cNvPr id="976" name="object 107"/>
            <p:cNvSpPr/>
            <p:nvPr/>
          </p:nvSpPr>
          <p:spPr>
            <a:xfrm>
              <a:off x="4619880" y="2363760"/>
              <a:ext cx="75960" cy="19803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80360"/>
                <a:gd name="textAreaBottom" fmla="*/ 1980720 h 1980360"/>
              </a:gdLst>
              <a:ahLst/>
              <a:cxnLst/>
              <a:rect l="textAreaLeft" t="textAreaTop" r="textAreaRight" b="textAreaBottom"/>
              <a:pathLst>
                <a:path w="76200" h="1980564">
                  <a:moveTo>
                    <a:pt x="31811" y="76158"/>
                  </a:moveTo>
                  <a:lnTo>
                    <a:pt x="21971" y="1980057"/>
                  </a:lnTo>
                  <a:lnTo>
                    <a:pt x="34671" y="1980183"/>
                  </a:lnTo>
                  <a:lnTo>
                    <a:pt x="44511" y="76242"/>
                  </a:lnTo>
                  <a:lnTo>
                    <a:pt x="31811" y="76158"/>
                  </a:lnTo>
                  <a:close/>
                </a:path>
                <a:path w="76200" h="1980564">
                  <a:moveTo>
                    <a:pt x="69809" y="63500"/>
                  </a:moveTo>
                  <a:lnTo>
                    <a:pt x="44576" y="63500"/>
                  </a:lnTo>
                  <a:lnTo>
                    <a:pt x="44511" y="76242"/>
                  </a:lnTo>
                  <a:lnTo>
                    <a:pt x="76200" y="76453"/>
                  </a:lnTo>
                  <a:lnTo>
                    <a:pt x="69809" y="63500"/>
                  </a:lnTo>
                  <a:close/>
                </a:path>
                <a:path w="76200" h="1980564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58"/>
                  </a:lnTo>
                  <a:lnTo>
                    <a:pt x="44511" y="76242"/>
                  </a:lnTo>
                  <a:lnTo>
                    <a:pt x="44576" y="63500"/>
                  </a:lnTo>
                  <a:close/>
                </a:path>
                <a:path w="76200" h="1980564">
                  <a:moveTo>
                    <a:pt x="38481" y="0"/>
                  </a:moveTo>
                  <a:lnTo>
                    <a:pt x="0" y="75946"/>
                  </a:lnTo>
                  <a:lnTo>
                    <a:pt x="31811" y="76158"/>
                  </a:lnTo>
                  <a:lnTo>
                    <a:pt x="31876" y="63500"/>
                  </a:lnTo>
                  <a:lnTo>
                    <a:pt x="69809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7" name="object 108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object 109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9" name="object 110"/>
          <p:cNvSpPr/>
          <p:nvPr/>
        </p:nvSpPr>
        <p:spPr>
          <a:xfrm>
            <a:off x="5802840" y="190152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object 111"/>
          <p:cNvSpPr/>
          <p:nvPr/>
        </p:nvSpPr>
        <p:spPr>
          <a:xfrm>
            <a:off x="4812120" y="2091600"/>
            <a:ext cx="954000" cy="85320"/>
          </a:xfrm>
          <a:custGeom>
            <a:avLst/>
            <a:gdLst>
              <a:gd name="textAreaLeft" fmla="*/ 0 w 954000"/>
              <a:gd name="textAreaRight" fmla="*/ 954360 w 9540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954404" h="85725">
                <a:moveTo>
                  <a:pt x="925745" y="28575"/>
                </a:moveTo>
                <a:lnTo>
                  <a:pt x="882777" y="28575"/>
                </a:lnTo>
                <a:lnTo>
                  <a:pt x="882777" y="57150"/>
                </a:lnTo>
                <a:lnTo>
                  <a:pt x="868510" y="57166"/>
                </a:lnTo>
                <a:lnTo>
                  <a:pt x="868553" y="85725"/>
                </a:lnTo>
                <a:lnTo>
                  <a:pt x="954278" y="42799"/>
                </a:lnTo>
                <a:lnTo>
                  <a:pt x="925745" y="28575"/>
                </a:lnTo>
                <a:close/>
              </a:path>
              <a:path w="954404" h="85725">
                <a:moveTo>
                  <a:pt x="868468" y="28591"/>
                </a:moveTo>
                <a:lnTo>
                  <a:pt x="0" y="29590"/>
                </a:lnTo>
                <a:lnTo>
                  <a:pt x="0" y="58165"/>
                </a:lnTo>
                <a:lnTo>
                  <a:pt x="868510" y="57166"/>
                </a:lnTo>
                <a:lnTo>
                  <a:pt x="868468" y="28591"/>
                </a:lnTo>
                <a:close/>
              </a:path>
              <a:path w="954404" h="85725">
                <a:moveTo>
                  <a:pt x="882777" y="28575"/>
                </a:moveTo>
                <a:lnTo>
                  <a:pt x="868468" y="28591"/>
                </a:lnTo>
                <a:lnTo>
                  <a:pt x="868510" y="57166"/>
                </a:lnTo>
                <a:lnTo>
                  <a:pt x="882777" y="57150"/>
                </a:lnTo>
                <a:lnTo>
                  <a:pt x="882777" y="28575"/>
                </a:lnTo>
                <a:close/>
              </a:path>
              <a:path w="954404" h="85725">
                <a:moveTo>
                  <a:pt x="868426" y="0"/>
                </a:moveTo>
                <a:lnTo>
                  <a:pt x="868468" y="28591"/>
                </a:lnTo>
                <a:lnTo>
                  <a:pt x="925745" y="28575"/>
                </a:lnTo>
                <a:lnTo>
                  <a:pt x="868426" y="0"/>
                </a:lnTo>
                <a:close/>
              </a:path>
            </a:pathLst>
          </a:custGeom>
          <a:solidFill>
            <a:srgbClr val="FF09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2"/>
          <p:cNvSpPr>
            <a:spLocks noGrp="1"/>
          </p:cNvSpPr>
          <p:nvPr>
            <p:ph type="sldNum" idx="33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82494BD7-50D2-49E6-AE94-E2B587C745D3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983" name="object 3"/>
            <p:cNvPicPr/>
            <p:nvPr/>
          </p:nvPicPr>
          <p:blipFill>
            <a:blip r:embed="rId1"/>
            <a:stretch/>
          </p:blipFill>
          <p:spPr>
            <a:xfrm>
              <a:off x="1458360" y="131040"/>
              <a:ext cx="62190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84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5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5152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Seventh,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Eight,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Ninth</a:t>
            </a:r>
            <a:r>
              <a:rPr lang="en-US" sz="2800" b="1" u="none" spc="-7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Instructions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6" name="PlaceHolder 2"/>
          <p:cNvSpPr>
            <a:spLocks noGrp="1"/>
          </p:cNvSpPr>
          <p:nvPr>
            <p:ph type="sldNum" idx="34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A39D072E-1B10-4A04-8895-F160D625D8B7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object 6"/>
          <p:cNvSpPr/>
          <p:nvPr/>
        </p:nvSpPr>
        <p:spPr>
          <a:xfrm>
            <a:off x="212760" y="1014840"/>
            <a:ext cx="8369640" cy="48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976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47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paths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would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all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>
              <a:lnSpc>
                <a:spcPct val="100000"/>
              </a:lnSpc>
              <a:spcBef>
                <a:spcPts val="320"/>
              </a:spcBef>
              <a:tabLst>
                <a:tab pos="2450520" algn="l"/>
              </a:tabLst>
            </a:pPr>
            <a:r>
              <a:rPr lang="en-US" sz="2000" b="1" u="none" strike="noStrike">
                <a:solidFill>
                  <a:srgbClr val="FF0909"/>
                </a:solidFill>
                <a:effectLst/>
                <a:uFillTx/>
                <a:latin typeface="Courier New"/>
              </a:rPr>
              <a:t>sll</a:t>
            </a:r>
            <a:r>
              <a:rPr lang="en-US" sz="2000" b="1" u="none" spc="-14" strike="noStrike">
                <a:solidFill>
                  <a:srgbClr val="FF0909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$1,$2,4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//</a:t>
            </a:r>
            <a:r>
              <a:rPr lang="en-US" sz="2000" b="1" u="none" spc="-31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shift</a:t>
            </a:r>
            <a:r>
              <a:rPr lang="en-US" sz="2000" b="1" u="none" spc="-20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left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logical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64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Like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arithmetic operation,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but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shifter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too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>
              <a:lnSpc>
                <a:spcPct val="100000"/>
              </a:lnSpc>
              <a:spcBef>
                <a:spcPts val="346"/>
              </a:spcBef>
              <a:tabLst>
                <a:tab pos="2602800" algn="l"/>
              </a:tabLst>
            </a:pPr>
            <a:r>
              <a:rPr lang="en-US" sz="2000" b="1" u="none" strike="noStrike">
                <a:solidFill>
                  <a:srgbClr val="FF0909"/>
                </a:solidFill>
                <a:effectLst/>
                <a:uFillTx/>
                <a:latin typeface="Courier New"/>
              </a:rPr>
              <a:t>slt</a:t>
            </a:r>
            <a:r>
              <a:rPr lang="en-US" sz="2000" b="1" u="none" spc="-14" strike="noStrike">
                <a:solidFill>
                  <a:srgbClr val="FF0909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$1,$2,$3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//</a:t>
            </a:r>
            <a:r>
              <a:rPr lang="en-US" sz="2000" b="1" u="none" spc="-31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set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less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than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(slt)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Like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subtract,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 the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condition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bits,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result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6280" lvl="2" indent="-172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5570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zero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extension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unit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condition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6280" lvl="2" indent="-172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5570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additional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mux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>
              <a:lnSpc>
                <a:spcPct val="100000"/>
              </a:lnSpc>
              <a:spcBef>
                <a:spcPts val="315"/>
              </a:spcBef>
              <a:tabLst>
                <a:tab pos="3822120" algn="l"/>
              </a:tabLst>
            </a:pPr>
            <a:r>
              <a:rPr lang="en-US" sz="2000" b="1" u="none" strike="noStrike">
                <a:solidFill>
                  <a:srgbClr val="FF0909"/>
                </a:solidFill>
                <a:effectLst/>
                <a:uFillTx/>
                <a:latin typeface="Courier New"/>
              </a:rPr>
              <a:t>jal</a:t>
            </a:r>
            <a:r>
              <a:rPr lang="en-US" sz="2000" b="1" u="none" spc="-14" strike="noStrike">
                <a:solidFill>
                  <a:srgbClr val="FF0909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absolute_target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//</a:t>
            </a:r>
            <a:r>
              <a:rPr lang="en-US" sz="2000" b="1" u="none" spc="-26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jump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and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20" strike="noStrike">
                <a:solidFill>
                  <a:srgbClr val="000000"/>
                </a:solidFill>
                <a:effectLst/>
                <a:uFillTx/>
                <a:latin typeface="Courier New"/>
              </a:rPr>
              <a:t>link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646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Like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jump,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also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 write PC+4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$ra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($31)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6280" lvl="2" indent="-172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5570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path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PC+4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mux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6280" lvl="2" indent="-1728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15570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able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specify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$31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implicit</a:t>
            </a:r>
            <a:r>
              <a:rPr lang="en-US" sz="20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destination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>
              <a:lnSpc>
                <a:spcPct val="100000"/>
              </a:lnSpc>
              <a:spcBef>
                <a:spcPts val="309"/>
              </a:spcBef>
              <a:tabLst>
                <a:tab pos="1841040" algn="l"/>
              </a:tabLst>
            </a:pPr>
            <a:r>
              <a:rPr lang="en-US" sz="2000" b="1" u="none" strike="noStrike">
                <a:solidFill>
                  <a:srgbClr val="FF0909"/>
                </a:solidFill>
                <a:effectLst/>
                <a:uFillTx/>
                <a:latin typeface="Courier New"/>
              </a:rPr>
              <a:t>jr</a:t>
            </a:r>
            <a:r>
              <a:rPr lang="en-US" sz="2000" b="1" u="none" spc="-11" strike="noStrike">
                <a:solidFill>
                  <a:srgbClr val="FF0909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26" strike="noStrike">
                <a:solidFill>
                  <a:srgbClr val="000000"/>
                </a:solidFill>
                <a:effectLst/>
                <a:uFillTx/>
                <a:latin typeface="Courier New"/>
              </a:rPr>
              <a:t>$31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//</a:t>
            </a:r>
            <a:r>
              <a:rPr lang="en-US" sz="2000" b="1" u="none" spc="-26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jump</a:t>
            </a:r>
            <a:r>
              <a:rPr lang="en-US" sz="2000" b="1" u="none" spc="-14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000" b="1" u="none" spc="-11" strike="noStrike">
                <a:solidFill>
                  <a:srgbClr val="000000"/>
                </a:solidFill>
                <a:effectLst/>
                <a:uFillTx/>
                <a:latin typeface="Courier New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64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Like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jump,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path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read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mux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object 2"/>
          <p:cNvSpPr/>
          <p:nvPr/>
        </p:nvSpPr>
        <p:spPr>
          <a:xfrm>
            <a:off x="8699040" y="6555600"/>
            <a:ext cx="13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8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24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9" name="object 3"/>
          <p:cNvGrpSpPr/>
          <p:nvPr/>
        </p:nvGrpSpPr>
        <p:grpSpPr>
          <a:xfrm>
            <a:off x="0" y="0"/>
            <a:ext cx="9143640" cy="1038960"/>
            <a:chOff x="0" y="0"/>
            <a:chExt cx="9143640" cy="1038960"/>
          </a:xfrm>
        </p:grpSpPr>
        <p:pic>
          <p:nvPicPr>
            <p:cNvPr id="990" name="object 4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1038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91" name="object 5"/>
            <p:cNvPicPr/>
            <p:nvPr/>
          </p:nvPicPr>
          <p:blipFill>
            <a:blip r:embed="rId2"/>
            <a:stretch/>
          </p:blipFill>
          <p:spPr>
            <a:xfrm>
              <a:off x="3198960" y="131040"/>
              <a:ext cx="273816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92" name="object 6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3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32562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Clock</a:t>
            </a:r>
            <a:r>
              <a:rPr lang="en-US" sz="2800" b="1" u="none" spc="-7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Timing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4" name="object 8"/>
          <p:cNvSpPr/>
          <p:nvPr/>
        </p:nvSpPr>
        <p:spPr>
          <a:xfrm>
            <a:off x="212760" y="989640"/>
            <a:ext cx="8525160" cy="54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496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Must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deliver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clock(s)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 avoid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races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Can’t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read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same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value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at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same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edge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Particularly a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problem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RegFile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591"/>
              </a:lnSpc>
              <a:spcBef>
                <a:spcPts val="90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May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create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multiple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 edges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(from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single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clock)</a:t>
            </a:r>
            <a:r>
              <a:rPr lang="en-US" sz="2400" b="0" u="none" spc="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by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using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buffers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(to delay clock) and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inverters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299160" algn="l"/>
                <a:tab pos="29988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000000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Homework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4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(the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Duke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250/16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CPU):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Keep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SIMPLE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ts val="2341"/>
              </a:lnSpc>
              <a:spcBef>
                <a:spcPts val="380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may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100" b="0" i="1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falling</a:t>
            </a:r>
            <a:r>
              <a:rPr lang="en-US" sz="2100" b="0" i="1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edge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everything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else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>
              <a:lnSpc>
                <a:spcPts val="2341"/>
              </a:lnSpc>
              <a:tabLst>
                <a:tab pos="698400" algn="l"/>
              </a:tabLst>
            </a:pPr>
            <a:r>
              <a:rPr lang="en-US" sz="2100" b="0" i="1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rising</a:t>
            </a:r>
            <a:r>
              <a:rPr lang="en-US" sz="2100" b="0" i="1" u="none" spc="-10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edge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Changing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edges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way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will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separate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PC++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logic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87000"/>
              </a:lnSpc>
              <a:spcBef>
                <a:spcPts val="706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Otherwise,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if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changes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100" b="0" i="1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while</a:t>
            </a:r>
            <a:r>
              <a:rPr lang="en-US" sz="2100" b="0" i="1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operation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occurring,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bits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will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change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before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answer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computed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-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&gt; </a:t>
            </a:r>
            <a:r>
              <a:rPr lang="en-US" sz="2100" b="0" i="1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non-</a:t>
            </a:r>
            <a:r>
              <a:rPr lang="en-US" sz="2100" b="0" i="1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deterministic</a:t>
            </a:r>
            <a:r>
              <a:rPr lang="en-US" sz="2100" b="0" i="1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100" b="0" i="1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behavior</a:t>
            </a:r>
            <a:r>
              <a:rPr lang="en-US" sz="2100" b="0" i="1" u="none" spc="-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Wingdings"/>
              </a:rPr>
              <a:t>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96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Note: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cheap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way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make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something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trigger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other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object 9"/>
          <p:cNvSpPr/>
          <p:nvPr/>
        </p:nvSpPr>
        <p:spPr>
          <a:xfrm>
            <a:off x="1355760" y="6428160"/>
            <a:ext cx="64634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edge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way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component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997" name="object 3"/>
            <p:cNvPicPr/>
            <p:nvPr/>
          </p:nvPicPr>
          <p:blipFill>
            <a:blip r:embed="rId1"/>
            <a:stretch/>
          </p:blipFill>
          <p:spPr>
            <a:xfrm>
              <a:off x="1932480" y="131040"/>
              <a:ext cx="52711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98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9893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This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Unit: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Processor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Design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0" name="object 6"/>
          <p:cNvSpPr/>
          <p:nvPr/>
        </p:nvSpPr>
        <p:spPr>
          <a:xfrm>
            <a:off x="3737520" y="989280"/>
            <a:ext cx="479448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components</a:t>
            </a:r>
            <a:r>
              <a:rPr lang="en-US" sz="24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timing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Memories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(RAMs)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Clocking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strategies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Mapping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5"/>
              </a:spcBef>
              <a:buClr>
                <a:srgbClr val="2D04C7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pc="-11" strike="noStrike">
                <a:solidFill>
                  <a:srgbClr val="2D04C7"/>
                </a:solidFill>
                <a:effectLst/>
                <a:uFillTx/>
                <a:latin typeface="Tahoma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object 7"/>
          <p:cNvSpPr/>
          <p:nvPr/>
        </p:nvSpPr>
        <p:spPr>
          <a:xfrm>
            <a:off x="381600" y="1143720"/>
            <a:ext cx="2437920" cy="1142640"/>
          </a:xfrm>
          <a:custGeom>
            <a:avLst/>
            <a:gdLst>
              <a:gd name="textAreaLeft" fmla="*/ 0 w 2437920"/>
              <a:gd name="textAreaRight" fmla="*/ 2438280 w 2437920"/>
              <a:gd name="textAreaTop" fmla="*/ 0 h 1142640"/>
              <a:gd name="textAreaBottom" fmla="*/ 1143000 h 1142640"/>
            </a:gdLst>
            <a:ahLst/>
            <a:cxnLst/>
            <a:rect l="textAreaLeft" t="textAreaTop" r="textAreaRight" b="textAreaBottom"/>
            <a:pathLst>
              <a:path w="2438400" h="1143000">
                <a:moveTo>
                  <a:pt x="0" y="1143000"/>
                </a:moveTo>
                <a:lnTo>
                  <a:pt x="2438400" y="1143000"/>
                </a:lnTo>
                <a:lnTo>
                  <a:pt x="24384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object 8"/>
          <p:cNvSpPr/>
          <p:nvPr/>
        </p:nvSpPr>
        <p:spPr>
          <a:xfrm>
            <a:off x="459720" y="1171800"/>
            <a:ext cx="11250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3" name="object 9"/>
          <p:cNvGrpSpPr/>
          <p:nvPr/>
        </p:nvGrpSpPr>
        <p:grpSpPr>
          <a:xfrm>
            <a:off x="1372320" y="1448640"/>
            <a:ext cx="1980720" cy="837720"/>
            <a:chOff x="1372320" y="1448640"/>
            <a:chExt cx="1980720" cy="837720"/>
          </a:xfrm>
        </p:grpSpPr>
        <p:sp>
          <p:nvSpPr>
            <p:cNvPr id="1004" name="object 10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1981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81200" y="8382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object 11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0" y="838200"/>
                  </a:moveTo>
                  <a:lnTo>
                    <a:pt x="1981200" y="838200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6" name="object 12"/>
          <p:cNvSpPr/>
          <p:nvPr/>
        </p:nvSpPr>
        <p:spPr>
          <a:xfrm>
            <a:off x="1545840" y="1552680"/>
            <a:ext cx="316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7" name="object 13"/>
          <p:cNvGrpSpPr/>
          <p:nvPr/>
        </p:nvGrpSpPr>
        <p:grpSpPr>
          <a:xfrm>
            <a:off x="2058120" y="1829520"/>
            <a:ext cx="1371240" cy="456840"/>
            <a:chOff x="2058120" y="1829520"/>
            <a:chExt cx="1371240" cy="456840"/>
          </a:xfrm>
        </p:grpSpPr>
        <p:sp>
          <p:nvSpPr>
            <p:cNvPr id="1008" name="object 14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object 15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0" name="object 16"/>
          <p:cNvSpPr/>
          <p:nvPr/>
        </p:nvSpPr>
        <p:spPr>
          <a:xfrm>
            <a:off x="2340720" y="1933920"/>
            <a:ext cx="931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Firmware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1" name="object 17"/>
          <p:cNvGrpSpPr/>
          <p:nvPr/>
        </p:nvGrpSpPr>
        <p:grpSpPr>
          <a:xfrm>
            <a:off x="534240" y="1829520"/>
            <a:ext cx="1371240" cy="456840"/>
            <a:chOff x="534240" y="1829520"/>
            <a:chExt cx="1371240" cy="456840"/>
          </a:xfrm>
        </p:grpSpPr>
        <p:sp>
          <p:nvSpPr>
            <p:cNvPr id="1012" name="object 18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" name="object 19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4" name="object 20"/>
          <p:cNvSpPr/>
          <p:nvPr/>
        </p:nvSpPr>
        <p:spPr>
          <a:xfrm>
            <a:off x="845280" y="1933920"/>
            <a:ext cx="903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Compiler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5" name="object 21"/>
          <p:cNvGrpSpPr/>
          <p:nvPr/>
        </p:nvGrpSpPr>
        <p:grpSpPr>
          <a:xfrm>
            <a:off x="457920" y="2439000"/>
            <a:ext cx="1371240" cy="914040"/>
            <a:chOff x="457920" y="2439000"/>
            <a:chExt cx="1371240" cy="914040"/>
          </a:xfrm>
        </p:grpSpPr>
        <p:sp>
          <p:nvSpPr>
            <p:cNvPr id="1016" name="object 22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7" name="object 23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8" name="object 24"/>
          <p:cNvSpPr/>
          <p:nvPr/>
        </p:nvSpPr>
        <p:spPr>
          <a:xfrm>
            <a:off x="472320" y="2453400"/>
            <a:ext cx="1342800" cy="442800"/>
          </a:xfrm>
          <a:prstGeom prst="rect">
            <a:avLst/>
          </a:prstGeom>
          <a:solidFill>
            <a:srgbClr val="52F4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algn="ctr">
              <a:lnSpc>
                <a:spcPct val="100000"/>
              </a:lnSpc>
              <a:spcBef>
                <a:spcPts val="921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CPU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9" name="object 25"/>
          <p:cNvGrpSpPr/>
          <p:nvPr/>
        </p:nvGrpSpPr>
        <p:grpSpPr>
          <a:xfrm>
            <a:off x="1829520" y="2439000"/>
            <a:ext cx="1371240" cy="914040"/>
            <a:chOff x="1829520" y="2439000"/>
            <a:chExt cx="1371240" cy="914040"/>
          </a:xfrm>
        </p:grpSpPr>
        <p:sp>
          <p:nvSpPr>
            <p:cNvPr id="1020" name="object 26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object 27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2" name="object 28"/>
          <p:cNvSpPr/>
          <p:nvPr/>
        </p:nvSpPr>
        <p:spPr>
          <a:xfrm>
            <a:off x="2367000" y="2558160"/>
            <a:ext cx="295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I/O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3" name="object 29"/>
          <p:cNvGrpSpPr/>
          <p:nvPr/>
        </p:nvGrpSpPr>
        <p:grpSpPr>
          <a:xfrm>
            <a:off x="1220040" y="2896200"/>
            <a:ext cx="1371240" cy="456840"/>
            <a:chOff x="1220040" y="2896200"/>
            <a:chExt cx="1371240" cy="456840"/>
          </a:xfrm>
        </p:grpSpPr>
        <p:sp>
          <p:nvSpPr>
            <p:cNvPr id="1024" name="object 30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object 31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6" name="object 32"/>
          <p:cNvSpPr/>
          <p:nvPr/>
        </p:nvSpPr>
        <p:spPr>
          <a:xfrm>
            <a:off x="1636560" y="3000960"/>
            <a:ext cx="802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object 33"/>
          <p:cNvSpPr/>
          <p:nvPr/>
        </p:nvSpPr>
        <p:spPr>
          <a:xfrm>
            <a:off x="457920" y="33534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69156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Digital</a:t>
            </a:r>
            <a:r>
              <a:rPr lang="en-US" sz="1600" b="1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Circuits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object 34"/>
          <p:cNvSpPr/>
          <p:nvPr/>
        </p:nvSpPr>
        <p:spPr>
          <a:xfrm>
            <a:off x="457920" y="38106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44964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Gates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&amp;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Transistors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9" name="object 35"/>
          <p:cNvGrpSpPr/>
          <p:nvPr/>
        </p:nvGrpSpPr>
        <p:grpSpPr>
          <a:xfrm>
            <a:off x="228600" y="2362320"/>
            <a:ext cx="3276360" cy="838440"/>
            <a:chOff x="228600" y="2362320"/>
            <a:chExt cx="3276360" cy="838440"/>
          </a:xfrm>
        </p:grpSpPr>
        <p:sp>
          <p:nvSpPr>
            <p:cNvPr id="1030" name="object 36"/>
            <p:cNvSpPr/>
            <p:nvPr/>
          </p:nvSpPr>
          <p:spPr>
            <a:xfrm>
              <a:off x="228600" y="2362320"/>
              <a:ext cx="3276360" cy="360"/>
            </a:xfrm>
            <a:custGeom>
              <a:avLst/>
              <a:gdLst>
                <a:gd name="textAreaLeft" fmla="*/ 0 w 3276360"/>
                <a:gd name="textAreaRight" fmla="*/ 3276720 w 3276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76600" h="0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object 37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object 38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3" name="PlaceHolder 2"/>
          <p:cNvSpPr>
            <a:spLocks noGrp="1"/>
          </p:cNvSpPr>
          <p:nvPr>
            <p:ph type="sldNum" idx="35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22FFF8A3-0F00-43F2-BDF6-5C5A53EAD803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035" name="object 3"/>
            <p:cNvPicPr/>
            <p:nvPr/>
          </p:nvPicPr>
          <p:blipFill>
            <a:blip r:embed="rId1"/>
            <a:stretch/>
          </p:blipFill>
          <p:spPr>
            <a:xfrm>
              <a:off x="2894040" y="131040"/>
              <a:ext cx="334944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36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9516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What</a:t>
            </a:r>
            <a:r>
              <a:rPr lang="en-US" sz="28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Is</a:t>
            </a:r>
            <a:r>
              <a:rPr lang="en-US" sz="2800" b="1" u="none" spc="-4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Control?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038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1039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0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1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2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1043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44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5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6" name="object 14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7" name="object 15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1048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49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53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54" name="object 22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7" name="object 25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object 26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object 27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object 28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1" name="object 29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62" name="object 30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63" name="object 31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object 32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object 33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object 34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" name="object 35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" name="object 36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9" name="object 37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object 38"/>
          <p:cNvSpPr/>
          <p:nvPr/>
        </p:nvSpPr>
        <p:spPr>
          <a:xfrm>
            <a:off x="4495680" y="449568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object 39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2" name="object 40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1073" name="object 41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object 42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object 43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object 44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7" name="object 45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8" name="object 46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9" name="object 47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80" name="object 48"/>
            <p:cNvPicPr/>
            <p:nvPr/>
          </p:nvPicPr>
          <p:blipFill>
            <a:blip r:embed="rId6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81" name="object 49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2" name="object 50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3" name="object 51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4" name="object 52"/>
          <p:cNvGrpSpPr/>
          <p:nvPr/>
        </p:nvGrpSpPr>
        <p:grpSpPr>
          <a:xfrm>
            <a:off x="1205640" y="1981800"/>
            <a:ext cx="7176600" cy="2071440"/>
            <a:chOff x="1205640" y="1981800"/>
            <a:chExt cx="7176600" cy="2071440"/>
          </a:xfrm>
        </p:grpSpPr>
        <p:sp>
          <p:nvSpPr>
            <p:cNvPr id="1085" name="object 53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object 54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object 55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object 56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object 57"/>
            <p:cNvSpPr/>
            <p:nvPr/>
          </p:nvSpPr>
          <p:spPr>
            <a:xfrm>
              <a:off x="4863240" y="3615480"/>
              <a:ext cx="2147760" cy="437760"/>
            </a:xfrm>
            <a:custGeom>
              <a:avLst/>
              <a:gdLst>
                <a:gd name="textAreaLeft" fmla="*/ 0 w 2147760"/>
                <a:gd name="textAreaRight" fmla="*/ 2148120 w 214776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21482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851024" y="438150"/>
                  </a:lnTo>
                  <a:lnTo>
                    <a:pt x="1857374" y="431800"/>
                  </a:lnTo>
                  <a:lnTo>
                    <a:pt x="18573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21482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2148204" h="438150">
                  <a:moveTo>
                    <a:pt x="18287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828799" y="423925"/>
                  </a:lnTo>
                  <a:lnTo>
                    <a:pt x="1828799" y="409575"/>
                  </a:lnTo>
                  <a:close/>
                </a:path>
                <a:path w="2148204" h="438150">
                  <a:moveTo>
                    <a:pt x="2062225" y="28575"/>
                  </a:moveTo>
                  <a:lnTo>
                    <a:pt x="1835277" y="28575"/>
                  </a:lnTo>
                  <a:lnTo>
                    <a:pt x="1828799" y="35051"/>
                  </a:lnTo>
                  <a:lnTo>
                    <a:pt x="1828799" y="423925"/>
                  </a:lnTo>
                  <a:lnTo>
                    <a:pt x="1843150" y="409575"/>
                  </a:lnTo>
                  <a:lnTo>
                    <a:pt x="1857374" y="409575"/>
                  </a:lnTo>
                  <a:lnTo>
                    <a:pt x="1857374" y="57150"/>
                  </a:lnTo>
                  <a:lnTo>
                    <a:pt x="1843150" y="57150"/>
                  </a:lnTo>
                  <a:lnTo>
                    <a:pt x="1857374" y="42925"/>
                  </a:lnTo>
                  <a:lnTo>
                    <a:pt x="2062225" y="42925"/>
                  </a:lnTo>
                  <a:lnTo>
                    <a:pt x="2062225" y="28575"/>
                  </a:lnTo>
                  <a:close/>
                </a:path>
                <a:path w="2148204" h="438150">
                  <a:moveTo>
                    <a:pt x="1857374" y="409575"/>
                  </a:moveTo>
                  <a:lnTo>
                    <a:pt x="1843150" y="409575"/>
                  </a:lnTo>
                  <a:lnTo>
                    <a:pt x="1828799" y="423925"/>
                  </a:lnTo>
                  <a:lnTo>
                    <a:pt x="1857374" y="423925"/>
                  </a:lnTo>
                  <a:lnTo>
                    <a:pt x="1857374" y="409575"/>
                  </a:lnTo>
                  <a:close/>
                </a:path>
                <a:path w="2148204" h="438150">
                  <a:moveTo>
                    <a:pt x="2062225" y="0"/>
                  </a:moveTo>
                  <a:lnTo>
                    <a:pt x="2062225" y="85725"/>
                  </a:lnTo>
                  <a:lnTo>
                    <a:pt x="2119460" y="57150"/>
                  </a:lnTo>
                  <a:lnTo>
                    <a:pt x="2076449" y="57150"/>
                  </a:lnTo>
                  <a:lnTo>
                    <a:pt x="2076449" y="28575"/>
                  </a:lnTo>
                  <a:lnTo>
                    <a:pt x="2119291" y="28575"/>
                  </a:lnTo>
                  <a:lnTo>
                    <a:pt x="2062225" y="0"/>
                  </a:lnTo>
                  <a:close/>
                </a:path>
                <a:path w="2148204" h="438150">
                  <a:moveTo>
                    <a:pt x="1857374" y="42925"/>
                  </a:moveTo>
                  <a:lnTo>
                    <a:pt x="1843150" y="57150"/>
                  </a:lnTo>
                  <a:lnTo>
                    <a:pt x="1857374" y="57150"/>
                  </a:lnTo>
                  <a:lnTo>
                    <a:pt x="1857374" y="42925"/>
                  </a:lnTo>
                  <a:close/>
                </a:path>
                <a:path w="2148204" h="438150">
                  <a:moveTo>
                    <a:pt x="2062225" y="42925"/>
                  </a:moveTo>
                  <a:lnTo>
                    <a:pt x="1857374" y="42925"/>
                  </a:lnTo>
                  <a:lnTo>
                    <a:pt x="1857374" y="57150"/>
                  </a:lnTo>
                  <a:lnTo>
                    <a:pt x="2062225" y="57150"/>
                  </a:lnTo>
                  <a:lnTo>
                    <a:pt x="2062225" y="42925"/>
                  </a:lnTo>
                  <a:close/>
                </a:path>
                <a:path w="2148204" h="438150">
                  <a:moveTo>
                    <a:pt x="2119291" y="28575"/>
                  </a:moveTo>
                  <a:lnTo>
                    <a:pt x="2076449" y="28575"/>
                  </a:lnTo>
                  <a:lnTo>
                    <a:pt x="2076449" y="57150"/>
                  </a:lnTo>
                  <a:lnTo>
                    <a:pt x="2119460" y="57150"/>
                  </a:lnTo>
                  <a:lnTo>
                    <a:pt x="2147950" y="42925"/>
                  </a:lnTo>
                  <a:lnTo>
                    <a:pt x="21192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object 58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object 59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" name="object 60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3" name="object 61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94" name="object 62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1095" name="object 63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object 64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7" name="object 65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98" name="object 66"/>
          <p:cNvGrpSpPr/>
          <p:nvPr/>
        </p:nvGrpSpPr>
        <p:grpSpPr>
          <a:xfrm>
            <a:off x="291240" y="1053360"/>
            <a:ext cx="8410680" cy="3290760"/>
            <a:chOff x="291240" y="1053360"/>
            <a:chExt cx="8410680" cy="3290760"/>
          </a:xfrm>
        </p:grpSpPr>
        <p:sp>
          <p:nvSpPr>
            <p:cNvPr id="1099" name="object 67"/>
            <p:cNvSpPr/>
            <p:nvPr/>
          </p:nvSpPr>
          <p:spPr>
            <a:xfrm>
              <a:off x="5792040" y="171036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object 68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object 69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" name="object 70"/>
            <p:cNvSpPr/>
            <p:nvPr/>
          </p:nvSpPr>
          <p:spPr>
            <a:xfrm>
              <a:off x="5168160" y="1710360"/>
              <a:ext cx="318960" cy="263376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2633760"/>
                <a:gd name="textAreaBottom" fmla="*/ 2634120 h 2633760"/>
              </a:gdLst>
              <a:ahLst/>
              <a:cxnLst/>
              <a:rect l="textAreaLeft" t="textAreaTop" r="textAreaRight" b="textAreaBottom"/>
              <a:pathLst>
                <a:path w="319404" h="2633979">
                  <a:moveTo>
                    <a:pt x="233425" y="28575"/>
                  </a:moveTo>
                  <a:lnTo>
                    <a:pt x="6476" y="28575"/>
                  </a:lnTo>
                  <a:lnTo>
                    <a:pt x="0" y="35051"/>
                  </a:lnTo>
                  <a:lnTo>
                    <a:pt x="0" y="2633726"/>
                  </a:lnTo>
                  <a:lnTo>
                    <a:pt x="28575" y="2633726"/>
                  </a:lnTo>
                  <a:lnTo>
                    <a:pt x="28575" y="57150"/>
                  </a:lnTo>
                  <a:lnTo>
                    <a:pt x="14350" y="57150"/>
                  </a:lnTo>
                  <a:lnTo>
                    <a:pt x="28575" y="42925"/>
                  </a:lnTo>
                  <a:lnTo>
                    <a:pt x="233425" y="42925"/>
                  </a:lnTo>
                  <a:lnTo>
                    <a:pt x="233425" y="28575"/>
                  </a:lnTo>
                  <a:close/>
                </a:path>
                <a:path w="319404" h="2633979">
                  <a:moveTo>
                    <a:pt x="233425" y="0"/>
                  </a:moveTo>
                  <a:lnTo>
                    <a:pt x="233425" y="85725"/>
                  </a:lnTo>
                  <a:lnTo>
                    <a:pt x="290660" y="57150"/>
                  </a:lnTo>
                  <a:lnTo>
                    <a:pt x="247650" y="57150"/>
                  </a:lnTo>
                  <a:lnTo>
                    <a:pt x="247650" y="28575"/>
                  </a:lnTo>
                  <a:lnTo>
                    <a:pt x="290491" y="28575"/>
                  </a:lnTo>
                  <a:lnTo>
                    <a:pt x="233425" y="0"/>
                  </a:lnTo>
                  <a:close/>
                </a:path>
                <a:path w="319404" h="2633979">
                  <a:moveTo>
                    <a:pt x="28575" y="42925"/>
                  </a:moveTo>
                  <a:lnTo>
                    <a:pt x="14350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4" h="2633979">
                  <a:moveTo>
                    <a:pt x="233425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425" y="57150"/>
                  </a:lnTo>
                  <a:lnTo>
                    <a:pt x="233425" y="42925"/>
                  </a:lnTo>
                  <a:close/>
                </a:path>
                <a:path w="319404" h="2633979">
                  <a:moveTo>
                    <a:pt x="290491" y="28575"/>
                  </a:moveTo>
                  <a:lnTo>
                    <a:pt x="247650" y="28575"/>
                  </a:lnTo>
                  <a:lnTo>
                    <a:pt x="247650" y="57150"/>
                  </a:lnTo>
                  <a:lnTo>
                    <a:pt x="290660" y="57150"/>
                  </a:lnTo>
                  <a:lnTo>
                    <a:pt x="319150" y="42925"/>
                  </a:lnTo>
                  <a:lnTo>
                    <a:pt x="2904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3" name="object 71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" name="object 72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" name="object 73"/>
            <p:cNvSpPr/>
            <p:nvPr/>
          </p:nvSpPr>
          <p:spPr>
            <a:xfrm>
              <a:off x="2134440" y="1405800"/>
              <a:ext cx="3962160" cy="8532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962400" h="85725">
                  <a:moveTo>
                    <a:pt x="3876675" y="57149"/>
                  </a:moveTo>
                  <a:lnTo>
                    <a:pt x="3876675" y="85725"/>
                  </a:lnTo>
                  <a:lnTo>
                    <a:pt x="3933740" y="57150"/>
                  </a:lnTo>
                  <a:lnTo>
                    <a:pt x="3876675" y="57149"/>
                  </a:lnTo>
                  <a:close/>
                </a:path>
                <a:path w="3962400" h="85725">
                  <a:moveTo>
                    <a:pt x="3876675" y="28574"/>
                  </a:moveTo>
                  <a:lnTo>
                    <a:pt x="3876675" y="57149"/>
                  </a:lnTo>
                  <a:lnTo>
                    <a:pt x="3891026" y="57150"/>
                  </a:lnTo>
                  <a:lnTo>
                    <a:pt x="3891026" y="28575"/>
                  </a:lnTo>
                  <a:lnTo>
                    <a:pt x="3876675" y="28574"/>
                  </a:lnTo>
                  <a:close/>
                </a:path>
                <a:path w="3962400" h="85725">
                  <a:moveTo>
                    <a:pt x="3876675" y="0"/>
                  </a:moveTo>
                  <a:lnTo>
                    <a:pt x="3876675" y="28574"/>
                  </a:lnTo>
                  <a:lnTo>
                    <a:pt x="3891026" y="28575"/>
                  </a:lnTo>
                  <a:lnTo>
                    <a:pt x="3891026" y="57150"/>
                  </a:lnTo>
                  <a:lnTo>
                    <a:pt x="3933741" y="57149"/>
                  </a:lnTo>
                  <a:lnTo>
                    <a:pt x="3962400" y="42799"/>
                  </a:lnTo>
                  <a:lnTo>
                    <a:pt x="3876675" y="0"/>
                  </a:lnTo>
                  <a:close/>
                </a:path>
                <a:path w="3962400" h="85725">
                  <a:moveTo>
                    <a:pt x="0" y="28448"/>
                  </a:moveTo>
                  <a:lnTo>
                    <a:pt x="0" y="57023"/>
                  </a:lnTo>
                  <a:lnTo>
                    <a:pt x="3876675" y="57149"/>
                  </a:lnTo>
                  <a:lnTo>
                    <a:pt x="3876675" y="28574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object 74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object 75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object 76"/>
            <p:cNvSpPr/>
            <p:nvPr/>
          </p:nvSpPr>
          <p:spPr>
            <a:xfrm>
              <a:off x="6400800" y="1558080"/>
              <a:ext cx="1333080" cy="1572480"/>
            </a:xfrm>
            <a:custGeom>
              <a:avLst/>
              <a:gdLst>
                <a:gd name="textAreaLeft" fmla="*/ 0 w 1333080"/>
                <a:gd name="textAreaRight" fmla="*/ 1333440 w 133308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33350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33350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  <a:path w="1333500" h="1572895">
                  <a:moveTo>
                    <a:pt x="1333500" y="194437"/>
                  </a:moveTo>
                  <a:lnTo>
                    <a:pt x="1327150" y="181737"/>
                  </a:lnTo>
                  <a:lnTo>
                    <a:pt x="1295400" y="118237"/>
                  </a:lnTo>
                  <a:lnTo>
                    <a:pt x="1257300" y="194437"/>
                  </a:lnTo>
                  <a:lnTo>
                    <a:pt x="1289050" y="194437"/>
                  </a:lnTo>
                  <a:lnTo>
                    <a:pt x="1289050" y="264287"/>
                  </a:lnTo>
                  <a:lnTo>
                    <a:pt x="990600" y="264287"/>
                  </a:lnTo>
                  <a:lnTo>
                    <a:pt x="990600" y="276987"/>
                  </a:lnTo>
                  <a:lnTo>
                    <a:pt x="1298956" y="276987"/>
                  </a:lnTo>
                  <a:lnTo>
                    <a:pt x="1301750" y="274193"/>
                  </a:lnTo>
                  <a:lnTo>
                    <a:pt x="1301750" y="270637"/>
                  </a:lnTo>
                  <a:lnTo>
                    <a:pt x="1301750" y="264287"/>
                  </a:lnTo>
                  <a:lnTo>
                    <a:pt x="1301750" y="194437"/>
                  </a:lnTo>
                  <a:lnTo>
                    <a:pt x="1333500" y="19443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9" name="object 77"/>
            <p:cNvSpPr/>
            <p:nvPr/>
          </p:nvSpPr>
          <p:spPr>
            <a:xfrm>
              <a:off x="6781680" y="171468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object 78"/>
            <p:cNvSpPr/>
            <p:nvPr/>
          </p:nvSpPr>
          <p:spPr>
            <a:xfrm>
              <a:off x="1829520" y="1177200"/>
              <a:ext cx="6872400" cy="1914120"/>
            </a:xfrm>
            <a:custGeom>
              <a:avLst/>
              <a:gdLst>
                <a:gd name="textAreaLeft" fmla="*/ 0 w 6872400"/>
                <a:gd name="textAreaRight" fmla="*/ 6872760 w 6872400"/>
                <a:gd name="textAreaTop" fmla="*/ 0 h 1914120"/>
                <a:gd name="textAreaBottom" fmla="*/ 1914480 h 1914120"/>
              </a:gdLst>
              <a:ahLst/>
              <a:cxnLst/>
              <a:rect l="textAreaLeft" t="textAreaTop" r="textAreaRight" b="textAreaBottom"/>
              <a:pathLst>
                <a:path w="6872605" h="1914525">
                  <a:moveTo>
                    <a:pt x="5791200" y="42926"/>
                  </a:moveTo>
                  <a:lnTo>
                    <a:pt x="5762536" y="28575"/>
                  </a:lnTo>
                  <a:lnTo>
                    <a:pt x="5705475" y="0"/>
                  </a:lnTo>
                  <a:lnTo>
                    <a:pt x="57054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1095375"/>
                  </a:lnTo>
                  <a:lnTo>
                    <a:pt x="0" y="1095375"/>
                  </a:lnTo>
                  <a:lnTo>
                    <a:pt x="0" y="1123950"/>
                  </a:lnTo>
                  <a:lnTo>
                    <a:pt x="312674" y="1123950"/>
                  </a:lnTo>
                  <a:lnTo>
                    <a:pt x="319024" y="1117600"/>
                  </a:lnTo>
                  <a:lnTo>
                    <a:pt x="319024" y="1109726"/>
                  </a:lnTo>
                  <a:lnTo>
                    <a:pt x="319024" y="1095375"/>
                  </a:lnTo>
                  <a:lnTo>
                    <a:pt x="319024" y="57150"/>
                  </a:lnTo>
                  <a:lnTo>
                    <a:pt x="5705475" y="57150"/>
                  </a:lnTo>
                  <a:lnTo>
                    <a:pt x="5705475" y="85725"/>
                  </a:lnTo>
                  <a:lnTo>
                    <a:pt x="5762701" y="57150"/>
                  </a:lnTo>
                  <a:lnTo>
                    <a:pt x="5791200" y="42926"/>
                  </a:lnTo>
                  <a:close/>
                </a:path>
                <a:path w="6872605" h="1914525">
                  <a:moveTo>
                    <a:pt x="6872224" y="1254252"/>
                  </a:moveTo>
                  <a:lnTo>
                    <a:pt x="6865874" y="1247775"/>
                  </a:lnTo>
                  <a:lnTo>
                    <a:pt x="906526" y="1247775"/>
                  </a:lnTo>
                  <a:lnTo>
                    <a:pt x="900049" y="1254252"/>
                  </a:lnTo>
                  <a:lnTo>
                    <a:pt x="900049" y="1879600"/>
                  </a:lnTo>
                  <a:lnTo>
                    <a:pt x="906526" y="1885950"/>
                  </a:lnTo>
                  <a:lnTo>
                    <a:pt x="1133475" y="1885950"/>
                  </a:lnTo>
                  <a:lnTo>
                    <a:pt x="1133475" y="1914525"/>
                  </a:lnTo>
                  <a:lnTo>
                    <a:pt x="1190701" y="1885950"/>
                  </a:lnTo>
                  <a:lnTo>
                    <a:pt x="1219200" y="1871726"/>
                  </a:lnTo>
                  <a:lnTo>
                    <a:pt x="1190536" y="1857375"/>
                  </a:lnTo>
                  <a:lnTo>
                    <a:pt x="1133475" y="1828800"/>
                  </a:lnTo>
                  <a:lnTo>
                    <a:pt x="1133475" y="1857375"/>
                  </a:lnTo>
                  <a:lnTo>
                    <a:pt x="928624" y="1857375"/>
                  </a:lnTo>
                  <a:lnTo>
                    <a:pt x="928624" y="1276350"/>
                  </a:lnTo>
                  <a:lnTo>
                    <a:pt x="6843649" y="1276350"/>
                  </a:lnTo>
                  <a:lnTo>
                    <a:pt x="6843649" y="1628775"/>
                  </a:lnTo>
                  <a:lnTo>
                    <a:pt x="6553200" y="1628775"/>
                  </a:lnTo>
                  <a:lnTo>
                    <a:pt x="6553200" y="1657350"/>
                  </a:lnTo>
                  <a:lnTo>
                    <a:pt x="6865874" y="1657350"/>
                  </a:lnTo>
                  <a:lnTo>
                    <a:pt x="6872224" y="1651000"/>
                  </a:lnTo>
                  <a:lnTo>
                    <a:pt x="6872224" y="1643126"/>
                  </a:lnTo>
                  <a:lnTo>
                    <a:pt x="6872224" y="1628775"/>
                  </a:lnTo>
                  <a:lnTo>
                    <a:pt x="6872224" y="1276350"/>
                  </a:lnTo>
                  <a:lnTo>
                    <a:pt x="6872224" y="1262126"/>
                  </a:lnTo>
                  <a:lnTo>
                    <a:pt x="6872224" y="1254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object 79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object 80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object 81"/>
            <p:cNvSpPr/>
            <p:nvPr/>
          </p:nvSpPr>
          <p:spPr>
            <a:xfrm>
              <a:off x="291240" y="1053360"/>
              <a:ext cx="8410320" cy="2342880"/>
            </a:xfrm>
            <a:custGeom>
              <a:avLst/>
              <a:gdLst>
                <a:gd name="textAreaLeft" fmla="*/ 0 w 8410320"/>
                <a:gd name="textAreaRight" fmla="*/ 8410680 w 841032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8410575" h="2343150">
                  <a:moveTo>
                    <a:pt x="7939087" y="166751"/>
                  </a:moveTo>
                  <a:lnTo>
                    <a:pt x="7853362" y="123952"/>
                  </a:lnTo>
                  <a:lnTo>
                    <a:pt x="7853362" y="152527"/>
                  </a:lnTo>
                  <a:lnTo>
                    <a:pt x="7481887" y="152400"/>
                  </a:lnTo>
                  <a:lnTo>
                    <a:pt x="7481887" y="180975"/>
                  </a:lnTo>
                  <a:lnTo>
                    <a:pt x="7853362" y="181102"/>
                  </a:lnTo>
                  <a:lnTo>
                    <a:pt x="7853362" y="209677"/>
                  </a:lnTo>
                  <a:lnTo>
                    <a:pt x="7910423" y="181102"/>
                  </a:lnTo>
                  <a:lnTo>
                    <a:pt x="7939087" y="166751"/>
                  </a:lnTo>
                  <a:close/>
                </a:path>
                <a:path w="8410575" h="2343150">
                  <a:moveTo>
                    <a:pt x="8410511" y="6477"/>
                  </a:moveTo>
                  <a:lnTo>
                    <a:pt x="84041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2308225"/>
                  </a:lnTo>
                  <a:lnTo>
                    <a:pt x="6400" y="2314575"/>
                  </a:lnTo>
                  <a:lnTo>
                    <a:pt x="233362" y="2314575"/>
                  </a:lnTo>
                  <a:lnTo>
                    <a:pt x="233362" y="2343150"/>
                  </a:lnTo>
                  <a:lnTo>
                    <a:pt x="290588" y="2314575"/>
                  </a:lnTo>
                  <a:lnTo>
                    <a:pt x="319087" y="2300351"/>
                  </a:lnTo>
                  <a:lnTo>
                    <a:pt x="290423" y="2286000"/>
                  </a:lnTo>
                  <a:lnTo>
                    <a:pt x="233362" y="2257425"/>
                  </a:lnTo>
                  <a:lnTo>
                    <a:pt x="233362" y="2286000"/>
                  </a:lnTo>
                  <a:lnTo>
                    <a:pt x="28575" y="2286000"/>
                  </a:lnTo>
                  <a:lnTo>
                    <a:pt x="28575" y="28575"/>
                  </a:lnTo>
                  <a:lnTo>
                    <a:pt x="8381936" y="28575"/>
                  </a:lnTo>
                  <a:lnTo>
                    <a:pt x="8381936" y="304800"/>
                  </a:lnTo>
                  <a:lnTo>
                    <a:pt x="8091487" y="304800"/>
                  </a:lnTo>
                  <a:lnTo>
                    <a:pt x="8091487" y="333375"/>
                  </a:lnTo>
                  <a:lnTo>
                    <a:pt x="8404161" y="333375"/>
                  </a:lnTo>
                  <a:lnTo>
                    <a:pt x="8410511" y="327025"/>
                  </a:lnTo>
                  <a:lnTo>
                    <a:pt x="8410511" y="319151"/>
                  </a:lnTo>
                  <a:lnTo>
                    <a:pt x="8410511" y="304800"/>
                  </a:lnTo>
                  <a:lnTo>
                    <a:pt x="8410511" y="28575"/>
                  </a:lnTo>
                  <a:lnTo>
                    <a:pt x="8410511" y="14351"/>
                  </a:lnTo>
                  <a:lnTo>
                    <a:pt x="8410511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object 82"/>
            <p:cNvSpPr/>
            <p:nvPr/>
          </p:nvSpPr>
          <p:spPr>
            <a:xfrm>
              <a:off x="8267760" y="1676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5" name="object 83"/>
          <p:cNvSpPr/>
          <p:nvPr/>
        </p:nvSpPr>
        <p:spPr>
          <a:xfrm>
            <a:off x="2898720" y="4141080"/>
            <a:ext cx="5360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Rwe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object 84"/>
          <p:cNvSpPr/>
          <p:nvPr/>
        </p:nvSpPr>
        <p:spPr>
          <a:xfrm>
            <a:off x="6804360" y="4217400"/>
            <a:ext cx="7470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DMwe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object 85"/>
          <p:cNvSpPr/>
          <p:nvPr/>
        </p:nvSpPr>
        <p:spPr>
          <a:xfrm>
            <a:off x="8133480" y="1914480"/>
            <a:ext cx="3240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JP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object 86"/>
          <p:cNvSpPr/>
          <p:nvPr/>
        </p:nvSpPr>
        <p:spPr>
          <a:xfrm>
            <a:off x="5718600" y="4125240"/>
            <a:ext cx="803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object 87"/>
          <p:cNvSpPr/>
          <p:nvPr/>
        </p:nvSpPr>
        <p:spPr>
          <a:xfrm>
            <a:off x="6552000" y="1305360"/>
            <a:ext cx="37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BR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object 88"/>
          <p:cNvSpPr/>
          <p:nvPr/>
        </p:nvSpPr>
        <p:spPr>
          <a:xfrm>
            <a:off x="8004960" y="3362760"/>
            <a:ext cx="536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Rwd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object 89"/>
          <p:cNvSpPr/>
          <p:nvPr/>
        </p:nvSpPr>
        <p:spPr>
          <a:xfrm>
            <a:off x="384120" y="4622760"/>
            <a:ext cx="7754760" cy="15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4800" rIns="0" bIns="0" anchor="t">
            <a:spAutoFit/>
          </a:bodyPr>
          <a:p>
            <a:pPr marL="3537000">
              <a:lnSpc>
                <a:spcPct val="100000"/>
              </a:lnSpc>
              <a:spcBef>
                <a:spcPts val="510"/>
              </a:spcBef>
              <a:tabLst>
                <a:tab pos="4660920" algn="l"/>
              </a:tabLst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Rdst</a:t>
            </a:r>
            <a:r>
              <a:rPr lang="en-US" sz="2000" b="0" u="none" strike="noStrike">
                <a:solidFill>
                  <a:srgbClr val="C261E8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ALUinB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9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flow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4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through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MUX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selectors,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register/memory</a:t>
            </a:r>
            <a:r>
              <a:rPr lang="en-US" sz="20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enable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current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microprocessor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has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100s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2" name="object 90"/>
          <p:cNvGrpSpPr/>
          <p:nvPr/>
        </p:nvGrpSpPr>
        <p:grpSpPr>
          <a:xfrm>
            <a:off x="2877480" y="141840"/>
            <a:ext cx="5352480" cy="2222280"/>
            <a:chOff x="2877480" y="141840"/>
            <a:chExt cx="5352480" cy="2222280"/>
          </a:xfrm>
        </p:grpSpPr>
        <p:pic>
          <p:nvPicPr>
            <p:cNvPr id="1123" name="object 91"/>
            <p:cNvPicPr/>
            <p:nvPr/>
          </p:nvPicPr>
          <p:blipFill>
            <a:blip r:embed="rId7"/>
            <a:stretch/>
          </p:blipFill>
          <p:spPr>
            <a:xfrm>
              <a:off x="5963400" y="141840"/>
              <a:ext cx="310680" cy="595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24" name="object 92"/>
            <p:cNvSpPr/>
            <p:nvPr/>
          </p:nvSpPr>
          <p:spPr>
            <a:xfrm>
              <a:off x="6063840" y="276480"/>
              <a:ext cx="114120" cy="39960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114300" h="40005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400050"/>
                  </a:lnTo>
                  <a:lnTo>
                    <a:pt x="76200" y="400050"/>
                  </a:lnTo>
                  <a:lnTo>
                    <a:pt x="76200" y="95250"/>
                  </a:lnTo>
                  <a:close/>
                </a:path>
                <a:path w="114300" h="40005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40005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25" name="object 93"/>
            <p:cNvPicPr/>
            <p:nvPr/>
          </p:nvPicPr>
          <p:blipFill>
            <a:blip r:embed="rId8"/>
            <a:stretch/>
          </p:blipFill>
          <p:spPr>
            <a:xfrm>
              <a:off x="2877480" y="141840"/>
              <a:ext cx="310680" cy="595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26" name="object 94"/>
            <p:cNvSpPr/>
            <p:nvPr/>
          </p:nvSpPr>
          <p:spPr>
            <a:xfrm>
              <a:off x="2977920" y="276480"/>
              <a:ext cx="114120" cy="39960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114300" h="40005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400050"/>
                  </a:lnTo>
                  <a:lnTo>
                    <a:pt x="76200" y="400050"/>
                  </a:lnTo>
                  <a:lnTo>
                    <a:pt x="76200" y="95250"/>
                  </a:lnTo>
                  <a:close/>
                </a:path>
                <a:path w="114300" h="40005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40005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object 95"/>
            <p:cNvSpPr/>
            <p:nvPr/>
          </p:nvSpPr>
          <p:spPr>
            <a:xfrm>
              <a:off x="6020640" y="1558080"/>
              <a:ext cx="2209320" cy="590040"/>
            </a:xfrm>
            <a:custGeom>
              <a:avLst/>
              <a:gdLst>
                <a:gd name="textAreaLeft" fmla="*/ 0 w 2209320"/>
                <a:gd name="textAreaRight" fmla="*/ 2209680 w 22093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2209800" h="590550">
                  <a:moveTo>
                    <a:pt x="1979930" y="561975"/>
                  </a:moveTo>
                  <a:lnTo>
                    <a:pt x="0" y="561975"/>
                  </a:lnTo>
                  <a:lnTo>
                    <a:pt x="0" y="590550"/>
                  </a:lnTo>
                  <a:lnTo>
                    <a:pt x="2002155" y="590550"/>
                  </a:lnTo>
                  <a:lnTo>
                    <a:pt x="2008505" y="584200"/>
                  </a:lnTo>
                  <a:lnTo>
                    <a:pt x="2008505" y="576326"/>
                  </a:lnTo>
                  <a:lnTo>
                    <a:pt x="1979930" y="576326"/>
                  </a:lnTo>
                  <a:lnTo>
                    <a:pt x="1979930" y="561975"/>
                  </a:lnTo>
                  <a:close/>
                </a:path>
                <a:path w="2209800" h="590550">
                  <a:moveTo>
                    <a:pt x="2124074" y="28575"/>
                  </a:moveTo>
                  <a:lnTo>
                    <a:pt x="1986280" y="28575"/>
                  </a:lnTo>
                  <a:lnTo>
                    <a:pt x="1979930" y="35051"/>
                  </a:lnTo>
                  <a:lnTo>
                    <a:pt x="1979930" y="576326"/>
                  </a:lnTo>
                  <a:lnTo>
                    <a:pt x="1994154" y="561975"/>
                  </a:lnTo>
                  <a:lnTo>
                    <a:pt x="2008505" y="561975"/>
                  </a:lnTo>
                  <a:lnTo>
                    <a:pt x="2008505" y="57150"/>
                  </a:lnTo>
                  <a:lnTo>
                    <a:pt x="1994154" y="57150"/>
                  </a:lnTo>
                  <a:lnTo>
                    <a:pt x="2008505" y="42925"/>
                  </a:lnTo>
                  <a:lnTo>
                    <a:pt x="2124074" y="42925"/>
                  </a:lnTo>
                  <a:lnTo>
                    <a:pt x="2124074" y="28575"/>
                  </a:lnTo>
                  <a:close/>
                </a:path>
                <a:path w="2209800" h="590550">
                  <a:moveTo>
                    <a:pt x="2008505" y="561975"/>
                  </a:moveTo>
                  <a:lnTo>
                    <a:pt x="1994154" y="561975"/>
                  </a:lnTo>
                  <a:lnTo>
                    <a:pt x="1979930" y="576326"/>
                  </a:lnTo>
                  <a:lnTo>
                    <a:pt x="2008505" y="576326"/>
                  </a:lnTo>
                  <a:lnTo>
                    <a:pt x="2008505" y="561975"/>
                  </a:lnTo>
                  <a:close/>
                </a:path>
                <a:path w="2209800" h="590550">
                  <a:moveTo>
                    <a:pt x="2124074" y="0"/>
                  </a:moveTo>
                  <a:lnTo>
                    <a:pt x="2124074" y="85725"/>
                  </a:lnTo>
                  <a:lnTo>
                    <a:pt x="2181309" y="57150"/>
                  </a:lnTo>
                  <a:lnTo>
                    <a:pt x="2138298" y="57150"/>
                  </a:lnTo>
                  <a:lnTo>
                    <a:pt x="2138298" y="28575"/>
                  </a:lnTo>
                  <a:lnTo>
                    <a:pt x="2181140" y="28575"/>
                  </a:lnTo>
                  <a:lnTo>
                    <a:pt x="2124074" y="0"/>
                  </a:lnTo>
                  <a:close/>
                </a:path>
                <a:path w="2209800" h="590550">
                  <a:moveTo>
                    <a:pt x="2008505" y="42925"/>
                  </a:moveTo>
                  <a:lnTo>
                    <a:pt x="1994154" y="57150"/>
                  </a:lnTo>
                  <a:lnTo>
                    <a:pt x="2008505" y="57150"/>
                  </a:lnTo>
                  <a:lnTo>
                    <a:pt x="2008505" y="42925"/>
                  </a:lnTo>
                  <a:close/>
                </a:path>
                <a:path w="2209800" h="590550">
                  <a:moveTo>
                    <a:pt x="2124074" y="42925"/>
                  </a:moveTo>
                  <a:lnTo>
                    <a:pt x="2008505" y="42925"/>
                  </a:lnTo>
                  <a:lnTo>
                    <a:pt x="2008505" y="57150"/>
                  </a:lnTo>
                  <a:lnTo>
                    <a:pt x="2124074" y="57150"/>
                  </a:lnTo>
                  <a:lnTo>
                    <a:pt x="2124074" y="42925"/>
                  </a:lnTo>
                  <a:close/>
                </a:path>
                <a:path w="2209800" h="590550">
                  <a:moveTo>
                    <a:pt x="2181140" y="28575"/>
                  </a:moveTo>
                  <a:lnTo>
                    <a:pt x="2138298" y="28575"/>
                  </a:lnTo>
                  <a:lnTo>
                    <a:pt x="2138298" y="57150"/>
                  </a:lnTo>
                  <a:lnTo>
                    <a:pt x="2181309" y="57150"/>
                  </a:lnTo>
                  <a:lnTo>
                    <a:pt x="2209799" y="42925"/>
                  </a:lnTo>
                  <a:lnTo>
                    <a:pt x="2181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object 96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object 97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0" name="object 98"/>
          <p:cNvSpPr/>
          <p:nvPr/>
        </p:nvSpPr>
        <p:spPr>
          <a:xfrm>
            <a:off x="4586400" y="1902960"/>
            <a:ext cx="144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304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1" name="object 99"/>
          <p:cNvGrpSpPr/>
          <p:nvPr/>
        </p:nvGrpSpPr>
        <p:grpSpPr>
          <a:xfrm>
            <a:off x="4619880" y="1905840"/>
            <a:ext cx="1450800" cy="2438280"/>
            <a:chOff x="4619880" y="1905840"/>
            <a:chExt cx="1450800" cy="2438280"/>
          </a:xfrm>
        </p:grpSpPr>
        <p:sp>
          <p:nvSpPr>
            <p:cNvPr id="1132" name="object 100"/>
            <p:cNvSpPr/>
            <p:nvPr/>
          </p:nvSpPr>
          <p:spPr>
            <a:xfrm>
              <a:off x="4619880" y="2363760"/>
              <a:ext cx="75960" cy="19803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80360"/>
                <a:gd name="textAreaBottom" fmla="*/ 1980720 h 1980360"/>
              </a:gdLst>
              <a:ahLst/>
              <a:cxnLst/>
              <a:rect l="textAreaLeft" t="textAreaTop" r="textAreaRight" b="textAreaBottom"/>
              <a:pathLst>
                <a:path w="76200" h="1980564">
                  <a:moveTo>
                    <a:pt x="31811" y="76158"/>
                  </a:moveTo>
                  <a:lnTo>
                    <a:pt x="21971" y="1980057"/>
                  </a:lnTo>
                  <a:lnTo>
                    <a:pt x="34671" y="1980183"/>
                  </a:lnTo>
                  <a:lnTo>
                    <a:pt x="44511" y="76242"/>
                  </a:lnTo>
                  <a:lnTo>
                    <a:pt x="31811" y="76158"/>
                  </a:lnTo>
                  <a:close/>
                </a:path>
                <a:path w="76200" h="1980564">
                  <a:moveTo>
                    <a:pt x="69809" y="63500"/>
                  </a:moveTo>
                  <a:lnTo>
                    <a:pt x="44576" y="63500"/>
                  </a:lnTo>
                  <a:lnTo>
                    <a:pt x="44511" y="76242"/>
                  </a:lnTo>
                  <a:lnTo>
                    <a:pt x="76200" y="76453"/>
                  </a:lnTo>
                  <a:lnTo>
                    <a:pt x="69809" y="63500"/>
                  </a:lnTo>
                  <a:close/>
                </a:path>
                <a:path w="76200" h="1980564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58"/>
                  </a:lnTo>
                  <a:lnTo>
                    <a:pt x="44511" y="76242"/>
                  </a:lnTo>
                  <a:lnTo>
                    <a:pt x="44576" y="63500"/>
                  </a:lnTo>
                  <a:close/>
                </a:path>
                <a:path w="76200" h="1980564">
                  <a:moveTo>
                    <a:pt x="38481" y="0"/>
                  </a:moveTo>
                  <a:lnTo>
                    <a:pt x="0" y="75946"/>
                  </a:lnTo>
                  <a:lnTo>
                    <a:pt x="31811" y="76158"/>
                  </a:lnTo>
                  <a:lnTo>
                    <a:pt x="31876" y="63500"/>
                  </a:lnTo>
                  <a:lnTo>
                    <a:pt x="69809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object 101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4" name="object 102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5" name="object 103"/>
          <p:cNvSpPr/>
          <p:nvPr/>
        </p:nvSpPr>
        <p:spPr>
          <a:xfrm>
            <a:off x="5802840" y="190152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object 104"/>
          <p:cNvSpPr/>
          <p:nvPr/>
        </p:nvSpPr>
        <p:spPr>
          <a:xfrm>
            <a:off x="4812120" y="2091600"/>
            <a:ext cx="954000" cy="85320"/>
          </a:xfrm>
          <a:custGeom>
            <a:avLst/>
            <a:gdLst>
              <a:gd name="textAreaLeft" fmla="*/ 0 w 954000"/>
              <a:gd name="textAreaRight" fmla="*/ 954360 w 9540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954404" h="85725">
                <a:moveTo>
                  <a:pt x="925745" y="28575"/>
                </a:moveTo>
                <a:lnTo>
                  <a:pt x="882777" y="28575"/>
                </a:lnTo>
                <a:lnTo>
                  <a:pt x="882777" y="57150"/>
                </a:lnTo>
                <a:lnTo>
                  <a:pt x="868510" y="57166"/>
                </a:lnTo>
                <a:lnTo>
                  <a:pt x="868553" y="85725"/>
                </a:lnTo>
                <a:lnTo>
                  <a:pt x="954278" y="42799"/>
                </a:lnTo>
                <a:lnTo>
                  <a:pt x="925745" y="28575"/>
                </a:lnTo>
                <a:close/>
              </a:path>
              <a:path w="954404" h="85725">
                <a:moveTo>
                  <a:pt x="868468" y="28591"/>
                </a:moveTo>
                <a:lnTo>
                  <a:pt x="0" y="29590"/>
                </a:lnTo>
                <a:lnTo>
                  <a:pt x="0" y="58165"/>
                </a:lnTo>
                <a:lnTo>
                  <a:pt x="868510" y="57166"/>
                </a:lnTo>
                <a:lnTo>
                  <a:pt x="868468" y="28591"/>
                </a:lnTo>
                <a:close/>
              </a:path>
              <a:path w="954404" h="85725">
                <a:moveTo>
                  <a:pt x="882777" y="28575"/>
                </a:moveTo>
                <a:lnTo>
                  <a:pt x="868468" y="28591"/>
                </a:lnTo>
                <a:lnTo>
                  <a:pt x="868510" y="57166"/>
                </a:lnTo>
                <a:lnTo>
                  <a:pt x="882777" y="57150"/>
                </a:lnTo>
                <a:lnTo>
                  <a:pt x="882777" y="28575"/>
                </a:lnTo>
                <a:close/>
              </a:path>
              <a:path w="954404" h="85725">
                <a:moveTo>
                  <a:pt x="868426" y="0"/>
                </a:moveTo>
                <a:lnTo>
                  <a:pt x="868468" y="28591"/>
                </a:lnTo>
                <a:lnTo>
                  <a:pt x="925745" y="28575"/>
                </a:lnTo>
                <a:lnTo>
                  <a:pt x="8684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PlaceHolder 2"/>
          <p:cNvSpPr>
            <a:spLocks noGrp="1"/>
          </p:cNvSpPr>
          <p:nvPr>
            <p:ph type="sldNum" idx="36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29A25EF1-F935-44F0-9DAB-D8A0C243509B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139" name="object 3"/>
            <p:cNvPicPr/>
            <p:nvPr/>
          </p:nvPicPr>
          <p:blipFill>
            <a:blip r:embed="rId1"/>
            <a:stretch/>
          </p:blipFill>
          <p:spPr>
            <a:xfrm>
              <a:off x="2189880" y="131040"/>
              <a:ext cx="475596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40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1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2467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Example: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add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142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1143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5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6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1147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48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0" name="object 14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51" name="object 15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1152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53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5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57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58" name="object 22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object 25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object 26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object 27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object 28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object 29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66" name="object 30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67" name="object 31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8" name="object 32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object 33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object 34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object 35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object 36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3" name="object 37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object 38"/>
          <p:cNvSpPr/>
          <p:nvPr/>
        </p:nvSpPr>
        <p:spPr>
          <a:xfrm>
            <a:off x="4495680" y="449568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object 39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6" name="object 40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1177" name="object 41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object 42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object 43"/>
            <p:cNvSpPr/>
            <p:nvPr/>
          </p:nvSpPr>
          <p:spPr>
            <a:xfrm>
              <a:off x="3809880" y="4419720"/>
              <a:ext cx="266400" cy="158400"/>
            </a:xfrm>
            <a:custGeom>
              <a:avLst/>
              <a:gdLst>
                <a:gd name="textAreaLeft" fmla="*/ 0 w 266400"/>
                <a:gd name="textAreaRight" fmla="*/ 266760 w 2664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266700" h="158750">
                  <a:moveTo>
                    <a:pt x="222250" y="146050"/>
                  </a:moveTo>
                  <a:lnTo>
                    <a:pt x="0" y="146050"/>
                  </a:lnTo>
                  <a:lnTo>
                    <a:pt x="0" y="158750"/>
                  </a:lnTo>
                  <a:lnTo>
                    <a:pt x="232155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22250" y="152400"/>
                  </a:lnTo>
                  <a:lnTo>
                    <a:pt x="222250" y="146050"/>
                  </a:lnTo>
                  <a:close/>
                </a:path>
                <a:path w="266700" h="158750">
                  <a:moveTo>
                    <a:pt x="234950" y="63500"/>
                  </a:moveTo>
                  <a:lnTo>
                    <a:pt x="222250" y="63500"/>
                  </a:lnTo>
                  <a:lnTo>
                    <a:pt x="222250" y="152400"/>
                  </a:lnTo>
                  <a:lnTo>
                    <a:pt x="228600" y="146050"/>
                  </a:lnTo>
                  <a:lnTo>
                    <a:pt x="234950" y="146050"/>
                  </a:lnTo>
                  <a:lnTo>
                    <a:pt x="234950" y="63500"/>
                  </a:lnTo>
                  <a:close/>
                </a:path>
                <a:path w="266700" h="158750">
                  <a:moveTo>
                    <a:pt x="234950" y="146050"/>
                  </a:moveTo>
                  <a:lnTo>
                    <a:pt x="228600" y="146050"/>
                  </a:lnTo>
                  <a:lnTo>
                    <a:pt x="222250" y="152400"/>
                  </a:lnTo>
                  <a:lnTo>
                    <a:pt x="234950" y="152400"/>
                  </a:lnTo>
                  <a:lnTo>
                    <a:pt x="234950" y="146050"/>
                  </a:lnTo>
                  <a:close/>
                </a:path>
                <a:path w="266700" h="158750">
                  <a:moveTo>
                    <a:pt x="228600" y="0"/>
                  </a:moveTo>
                  <a:lnTo>
                    <a:pt x="190500" y="76200"/>
                  </a:lnTo>
                  <a:lnTo>
                    <a:pt x="222250" y="76200"/>
                  </a:lnTo>
                  <a:lnTo>
                    <a:pt x="222250" y="63500"/>
                  </a:lnTo>
                  <a:lnTo>
                    <a:pt x="260350" y="63500"/>
                  </a:lnTo>
                  <a:lnTo>
                    <a:pt x="228600" y="0"/>
                  </a:lnTo>
                  <a:close/>
                </a:path>
                <a:path w="266700" h="158750">
                  <a:moveTo>
                    <a:pt x="260350" y="63500"/>
                  </a:moveTo>
                  <a:lnTo>
                    <a:pt x="234950" y="63500"/>
                  </a:lnTo>
                  <a:lnTo>
                    <a:pt x="234950" y="76200"/>
                  </a:lnTo>
                  <a:lnTo>
                    <a:pt x="266700" y="76200"/>
                  </a:lnTo>
                  <a:lnTo>
                    <a:pt x="2603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object 44"/>
            <p:cNvSpPr/>
            <p:nvPr/>
          </p:nvSpPr>
          <p:spPr>
            <a:xfrm>
              <a:off x="415296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object 45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object 46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object 47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object 48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85" name="object 49"/>
            <p:cNvPicPr/>
            <p:nvPr/>
          </p:nvPicPr>
          <p:blipFill>
            <a:blip r:embed="rId6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86" name="object 50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object 51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8" name="object 52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9" name="object 53"/>
          <p:cNvGrpSpPr/>
          <p:nvPr/>
        </p:nvGrpSpPr>
        <p:grpSpPr>
          <a:xfrm>
            <a:off x="1205640" y="1981800"/>
            <a:ext cx="7176600" cy="2071440"/>
            <a:chOff x="1205640" y="1981800"/>
            <a:chExt cx="7176600" cy="2071440"/>
          </a:xfrm>
        </p:grpSpPr>
        <p:sp>
          <p:nvSpPr>
            <p:cNvPr id="1190" name="object 54"/>
            <p:cNvSpPr/>
            <p:nvPr/>
          </p:nvSpPr>
          <p:spPr>
            <a:xfrm>
              <a:off x="792540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1" name="object 55"/>
            <p:cNvSpPr/>
            <p:nvPr/>
          </p:nvSpPr>
          <p:spPr>
            <a:xfrm>
              <a:off x="6401520" y="2515320"/>
              <a:ext cx="1980720" cy="85248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52480"/>
                <a:gd name="textAreaBottom" fmla="*/ 852840 h 852480"/>
              </a:gdLst>
              <a:ahLst/>
              <a:cxnLst/>
              <a:rect l="textAreaLeft" t="textAreaTop" r="textAreaRight" b="textAreaBottom"/>
              <a:pathLst>
                <a:path w="1981200" h="852804">
                  <a:moveTo>
                    <a:pt x="1828800" y="76200"/>
                  </a:moveTo>
                  <a:lnTo>
                    <a:pt x="1800136" y="61849"/>
                  </a:lnTo>
                  <a:lnTo>
                    <a:pt x="1743075" y="33274"/>
                  </a:lnTo>
                  <a:lnTo>
                    <a:pt x="1743075" y="61849"/>
                  </a:lnTo>
                  <a:lnTo>
                    <a:pt x="296926" y="61849"/>
                  </a:lnTo>
                  <a:lnTo>
                    <a:pt x="290449" y="68326"/>
                  </a:lnTo>
                  <a:lnTo>
                    <a:pt x="290449" y="823849"/>
                  </a:lnTo>
                  <a:lnTo>
                    <a:pt x="0" y="823849"/>
                  </a:lnTo>
                  <a:lnTo>
                    <a:pt x="0" y="852424"/>
                  </a:lnTo>
                  <a:lnTo>
                    <a:pt x="312674" y="852424"/>
                  </a:lnTo>
                  <a:lnTo>
                    <a:pt x="319024" y="846074"/>
                  </a:lnTo>
                  <a:lnTo>
                    <a:pt x="319024" y="838200"/>
                  </a:lnTo>
                  <a:lnTo>
                    <a:pt x="319024" y="823849"/>
                  </a:lnTo>
                  <a:lnTo>
                    <a:pt x="319024" y="90424"/>
                  </a:lnTo>
                  <a:lnTo>
                    <a:pt x="1743075" y="90424"/>
                  </a:lnTo>
                  <a:lnTo>
                    <a:pt x="1743075" y="118999"/>
                  </a:lnTo>
                  <a:lnTo>
                    <a:pt x="1800301" y="90424"/>
                  </a:lnTo>
                  <a:lnTo>
                    <a:pt x="1828800" y="76200"/>
                  </a:lnTo>
                  <a:close/>
                </a:path>
                <a:path w="1981200" h="852804">
                  <a:moveTo>
                    <a:pt x="1981200" y="98044"/>
                  </a:moveTo>
                  <a:lnTo>
                    <a:pt x="1975192" y="59905"/>
                  </a:lnTo>
                  <a:lnTo>
                    <a:pt x="1958860" y="28740"/>
                  </a:lnTo>
                  <a:lnTo>
                    <a:pt x="1934629" y="7721"/>
                  </a:lnTo>
                  <a:lnTo>
                    <a:pt x="1905000" y="0"/>
                  </a:lnTo>
                  <a:lnTo>
                    <a:pt x="1875358" y="7721"/>
                  </a:lnTo>
                  <a:lnTo>
                    <a:pt x="1851126" y="28740"/>
                  </a:lnTo>
                  <a:lnTo>
                    <a:pt x="1834794" y="59905"/>
                  </a:lnTo>
                  <a:lnTo>
                    <a:pt x="1828800" y="98044"/>
                  </a:lnTo>
                  <a:lnTo>
                    <a:pt x="1828800" y="511556"/>
                  </a:lnTo>
                  <a:lnTo>
                    <a:pt x="1834794" y="549706"/>
                  </a:lnTo>
                  <a:lnTo>
                    <a:pt x="1851126" y="580872"/>
                  </a:lnTo>
                  <a:lnTo>
                    <a:pt x="1875358" y="601891"/>
                  </a:lnTo>
                  <a:lnTo>
                    <a:pt x="1905000" y="609600"/>
                  </a:lnTo>
                  <a:lnTo>
                    <a:pt x="1934629" y="601891"/>
                  </a:lnTo>
                  <a:lnTo>
                    <a:pt x="1958860" y="580872"/>
                  </a:lnTo>
                  <a:lnTo>
                    <a:pt x="1975192" y="549706"/>
                  </a:lnTo>
                  <a:lnTo>
                    <a:pt x="1981200" y="511556"/>
                  </a:lnTo>
                  <a:lnTo>
                    <a:pt x="1981200" y="98044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object 56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object 57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object 58"/>
            <p:cNvSpPr/>
            <p:nvPr/>
          </p:nvSpPr>
          <p:spPr>
            <a:xfrm>
              <a:off x="4863240" y="3615480"/>
              <a:ext cx="2147760" cy="437760"/>
            </a:xfrm>
            <a:custGeom>
              <a:avLst/>
              <a:gdLst>
                <a:gd name="textAreaLeft" fmla="*/ 0 w 2147760"/>
                <a:gd name="textAreaRight" fmla="*/ 2148120 w 214776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21482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851024" y="438150"/>
                  </a:lnTo>
                  <a:lnTo>
                    <a:pt x="1857374" y="431800"/>
                  </a:lnTo>
                  <a:lnTo>
                    <a:pt x="18573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21482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2148204" h="438150">
                  <a:moveTo>
                    <a:pt x="18287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828799" y="423925"/>
                  </a:lnTo>
                  <a:lnTo>
                    <a:pt x="1828799" y="409575"/>
                  </a:lnTo>
                  <a:close/>
                </a:path>
                <a:path w="2148204" h="438150">
                  <a:moveTo>
                    <a:pt x="2062225" y="28575"/>
                  </a:moveTo>
                  <a:lnTo>
                    <a:pt x="1835277" y="28575"/>
                  </a:lnTo>
                  <a:lnTo>
                    <a:pt x="1828799" y="35051"/>
                  </a:lnTo>
                  <a:lnTo>
                    <a:pt x="1828799" y="423925"/>
                  </a:lnTo>
                  <a:lnTo>
                    <a:pt x="1843150" y="409575"/>
                  </a:lnTo>
                  <a:lnTo>
                    <a:pt x="1857374" y="409575"/>
                  </a:lnTo>
                  <a:lnTo>
                    <a:pt x="1857374" y="57150"/>
                  </a:lnTo>
                  <a:lnTo>
                    <a:pt x="1843150" y="57150"/>
                  </a:lnTo>
                  <a:lnTo>
                    <a:pt x="1857374" y="42925"/>
                  </a:lnTo>
                  <a:lnTo>
                    <a:pt x="2062225" y="42925"/>
                  </a:lnTo>
                  <a:lnTo>
                    <a:pt x="2062225" y="28575"/>
                  </a:lnTo>
                  <a:close/>
                </a:path>
                <a:path w="2148204" h="438150">
                  <a:moveTo>
                    <a:pt x="1857374" y="409575"/>
                  </a:moveTo>
                  <a:lnTo>
                    <a:pt x="1843150" y="409575"/>
                  </a:lnTo>
                  <a:lnTo>
                    <a:pt x="1828799" y="423925"/>
                  </a:lnTo>
                  <a:lnTo>
                    <a:pt x="1857374" y="423925"/>
                  </a:lnTo>
                  <a:lnTo>
                    <a:pt x="1857374" y="409575"/>
                  </a:lnTo>
                  <a:close/>
                </a:path>
                <a:path w="2148204" h="438150">
                  <a:moveTo>
                    <a:pt x="2062225" y="0"/>
                  </a:moveTo>
                  <a:lnTo>
                    <a:pt x="2062225" y="85725"/>
                  </a:lnTo>
                  <a:lnTo>
                    <a:pt x="2119460" y="57150"/>
                  </a:lnTo>
                  <a:lnTo>
                    <a:pt x="2076449" y="57150"/>
                  </a:lnTo>
                  <a:lnTo>
                    <a:pt x="2076449" y="28575"/>
                  </a:lnTo>
                  <a:lnTo>
                    <a:pt x="2119291" y="28575"/>
                  </a:lnTo>
                  <a:lnTo>
                    <a:pt x="2062225" y="0"/>
                  </a:lnTo>
                  <a:close/>
                </a:path>
                <a:path w="2148204" h="438150">
                  <a:moveTo>
                    <a:pt x="1857374" y="42925"/>
                  </a:moveTo>
                  <a:lnTo>
                    <a:pt x="1843150" y="57150"/>
                  </a:lnTo>
                  <a:lnTo>
                    <a:pt x="1857374" y="57150"/>
                  </a:lnTo>
                  <a:lnTo>
                    <a:pt x="1857374" y="42925"/>
                  </a:lnTo>
                  <a:close/>
                </a:path>
                <a:path w="2148204" h="438150">
                  <a:moveTo>
                    <a:pt x="2062225" y="42925"/>
                  </a:moveTo>
                  <a:lnTo>
                    <a:pt x="1857374" y="42925"/>
                  </a:lnTo>
                  <a:lnTo>
                    <a:pt x="1857374" y="57150"/>
                  </a:lnTo>
                  <a:lnTo>
                    <a:pt x="2062225" y="57150"/>
                  </a:lnTo>
                  <a:lnTo>
                    <a:pt x="2062225" y="42925"/>
                  </a:lnTo>
                  <a:close/>
                </a:path>
                <a:path w="2148204" h="438150">
                  <a:moveTo>
                    <a:pt x="2119291" y="28575"/>
                  </a:moveTo>
                  <a:lnTo>
                    <a:pt x="2076449" y="28575"/>
                  </a:lnTo>
                  <a:lnTo>
                    <a:pt x="2076449" y="57150"/>
                  </a:lnTo>
                  <a:lnTo>
                    <a:pt x="2119460" y="57150"/>
                  </a:lnTo>
                  <a:lnTo>
                    <a:pt x="2147950" y="42925"/>
                  </a:lnTo>
                  <a:lnTo>
                    <a:pt x="21192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object 59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object 60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object 61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8" name="object 62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9" name="object 63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1200" name="object 64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object 65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2" name="object 66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3" name="object 67"/>
          <p:cNvGrpSpPr/>
          <p:nvPr/>
        </p:nvGrpSpPr>
        <p:grpSpPr>
          <a:xfrm>
            <a:off x="291240" y="1053360"/>
            <a:ext cx="8410680" cy="3290760"/>
            <a:chOff x="291240" y="1053360"/>
            <a:chExt cx="8410680" cy="3290760"/>
          </a:xfrm>
        </p:grpSpPr>
        <p:sp>
          <p:nvSpPr>
            <p:cNvPr id="1204" name="object 68"/>
            <p:cNvSpPr/>
            <p:nvPr/>
          </p:nvSpPr>
          <p:spPr>
            <a:xfrm>
              <a:off x="5792040" y="171036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5" name="object 69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6" name="object 70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object 71"/>
            <p:cNvSpPr/>
            <p:nvPr/>
          </p:nvSpPr>
          <p:spPr>
            <a:xfrm>
              <a:off x="5168160" y="1710360"/>
              <a:ext cx="318960" cy="263376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2633760"/>
                <a:gd name="textAreaBottom" fmla="*/ 2634120 h 2633760"/>
              </a:gdLst>
              <a:ahLst/>
              <a:cxnLst/>
              <a:rect l="textAreaLeft" t="textAreaTop" r="textAreaRight" b="textAreaBottom"/>
              <a:pathLst>
                <a:path w="319404" h="2633979">
                  <a:moveTo>
                    <a:pt x="233425" y="28575"/>
                  </a:moveTo>
                  <a:lnTo>
                    <a:pt x="6476" y="28575"/>
                  </a:lnTo>
                  <a:lnTo>
                    <a:pt x="0" y="35051"/>
                  </a:lnTo>
                  <a:lnTo>
                    <a:pt x="0" y="2633726"/>
                  </a:lnTo>
                  <a:lnTo>
                    <a:pt x="28575" y="2633726"/>
                  </a:lnTo>
                  <a:lnTo>
                    <a:pt x="28575" y="57150"/>
                  </a:lnTo>
                  <a:lnTo>
                    <a:pt x="14350" y="57150"/>
                  </a:lnTo>
                  <a:lnTo>
                    <a:pt x="28575" y="42925"/>
                  </a:lnTo>
                  <a:lnTo>
                    <a:pt x="233425" y="42925"/>
                  </a:lnTo>
                  <a:lnTo>
                    <a:pt x="233425" y="28575"/>
                  </a:lnTo>
                  <a:close/>
                </a:path>
                <a:path w="319404" h="2633979">
                  <a:moveTo>
                    <a:pt x="233425" y="0"/>
                  </a:moveTo>
                  <a:lnTo>
                    <a:pt x="233425" y="85725"/>
                  </a:lnTo>
                  <a:lnTo>
                    <a:pt x="290660" y="57150"/>
                  </a:lnTo>
                  <a:lnTo>
                    <a:pt x="247650" y="57150"/>
                  </a:lnTo>
                  <a:lnTo>
                    <a:pt x="247650" y="28575"/>
                  </a:lnTo>
                  <a:lnTo>
                    <a:pt x="290491" y="28575"/>
                  </a:lnTo>
                  <a:lnTo>
                    <a:pt x="233425" y="0"/>
                  </a:lnTo>
                  <a:close/>
                </a:path>
                <a:path w="319404" h="2633979">
                  <a:moveTo>
                    <a:pt x="28575" y="42925"/>
                  </a:moveTo>
                  <a:lnTo>
                    <a:pt x="14350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4" h="2633979">
                  <a:moveTo>
                    <a:pt x="233425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425" y="57150"/>
                  </a:lnTo>
                  <a:lnTo>
                    <a:pt x="233425" y="42925"/>
                  </a:lnTo>
                  <a:close/>
                </a:path>
                <a:path w="319404" h="2633979">
                  <a:moveTo>
                    <a:pt x="290491" y="28575"/>
                  </a:moveTo>
                  <a:lnTo>
                    <a:pt x="247650" y="28575"/>
                  </a:lnTo>
                  <a:lnTo>
                    <a:pt x="247650" y="57150"/>
                  </a:lnTo>
                  <a:lnTo>
                    <a:pt x="290660" y="57150"/>
                  </a:lnTo>
                  <a:lnTo>
                    <a:pt x="319150" y="42925"/>
                  </a:lnTo>
                  <a:lnTo>
                    <a:pt x="2904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object 72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" name="object 73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" name="object 74"/>
            <p:cNvSpPr/>
            <p:nvPr/>
          </p:nvSpPr>
          <p:spPr>
            <a:xfrm>
              <a:off x="2134440" y="1405800"/>
              <a:ext cx="3962160" cy="8532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962400" h="85725">
                  <a:moveTo>
                    <a:pt x="3876675" y="57149"/>
                  </a:moveTo>
                  <a:lnTo>
                    <a:pt x="3876675" y="85725"/>
                  </a:lnTo>
                  <a:lnTo>
                    <a:pt x="3933740" y="57150"/>
                  </a:lnTo>
                  <a:lnTo>
                    <a:pt x="3876675" y="57149"/>
                  </a:lnTo>
                  <a:close/>
                </a:path>
                <a:path w="3962400" h="85725">
                  <a:moveTo>
                    <a:pt x="3876675" y="28574"/>
                  </a:moveTo>
                  <a:lnTo>
                    <a:pt x="3876675" y="57149"/>
                  </a:lnTo>
                  <a:lnTo>
                    <a:pt x="3891026" y="57150"/>
                  </a:lnTo>
                  <a:lnTo>
                    <a:pt x="3891026" y="28575"/>
                  </a:lnTo>
                  <a:lnTo>
                    <a:pt x="3876675" y="28574"/>
                  </a:lnTo>
                  <a:close/>
                </a:path>
                <a:path w="3962400" h="85725">
                  <a:moveTo>
                    <a:pt x="3876675" y="0"/>
                  </a:moveTo>
                  <a:lnTo>
                    <a:pt x="3876675" y="28574"/>
                  </a:lnTo>
                  <a:lnTo>
                    <a:pt x="3891026" y="28575"/>
                  </a:lnTo>
                  <a:lnTo>
                    <a:pt x="3891026" y="57150"/>
                  </a:lnTo>
                  <a:lnTo>
                    <a:pt x="3933741" y="57149"/>
                  </a:lnTo>
                  <a:lnTo>
                    <a:pt x="3962400" y="42799"/>
                  </a:lnTo>
                  <a:lnTo>
                    <a:pt x="3876675" y="0"/>
                  </a:lnTo>
                  <a:close/>
                </a:path>
                <a:path w="3962400" h="85725">
                  <a:moveTo>
                    <a:pt x="0" y="28448"/>
                  </a:moveTo>
                  <a:lnTo>
                    <a:pt x="0" y="57023"/>
                  </a:lnTo>
                  <a:lnTo>
                    <a:pt x="3876675" y="57149"/>
                  </a:lnTo>
                  <a:lnTo>
                    <a:pt x="3876675" y="28574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object 75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object 76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" name="object 77"/>
            <p:cNvSpPr/>
            <p:nvPr/>
          </p:nvSpPr>
          <p:spPr>
            <a:xfrm>
              <a:off x="6400800" y="1558080"/>
              <a:ext cx="1220040" cy="1572480"/>
            </a:xfrm>
            <a:custGeom>
              <a:avLst/>
              <a:gdLst>
                <a:gd name="textAreaLeft" fmla="*/ 0 w 1220040"/>
                <a:gd name="textAreaRight" fmla="*/ 1220400 w 122004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22047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22047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object 78"/>
            <p:cNvSpPr/>
            <p:nvPr/>
          </p:nvSpPr>
          <p:spPr>
            <a:xfrm>
              <a:off x="7391520" y="1676520"/>
              <a:ext cx="342720" cy="15840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342900" h="158750">
                  <a:moveTo>
                    <a:pt x="298450" y="146050"/>
                  </a:moveTo>
                  <a:lnTo>
                    <a:pt x="0" y="146050"/>
                  </a:lnTo>
                  <a:lnTo>
                    <a:pt x="0" y="158750"/>
                  </a:lnTo>
                  <a:lnTo>
                    <a:pt x="308355" y="158750"/>
                  </a:lnTo>
                  <a:lnTo>
                    <a:pt x="311150" y="155955"/>
                  </a:lnTo>
                  <a:lnTo>
                    <a:pt x="311150" y="152400"/>
                  </a:lnTo>
                  <a:lnTo>
                    <a:pt x="298450" y="152400"/>
                  </a:lnTo>
                  <a:lnTo>
                    <a:pt x="298450" y="146050"/>
                  </a:lnTo>
                  <a:close/>
                </a:path>
                <a:path w="342900" h="158750">
                  <a:moveTo>
                    <a:pt x="311150" y="63500"/>
                  </a:moveTo>
                  <a:lnTo>
                    <a:pt x="298450" y="63500"/>
                  </a:lnTo>
                  <a:lnTo>
                    <a:pt x="298450" y="152400"/>
                  </a:lnTo>
                  <a:lnTo>
                    <a:pt x="304800" y="146050"/>
                  </a:lnTo>
                  <a:lnTo>
                    <a:pt x="311150" y="146050"/>
                  </a:lnTo>
                  <a:lnTo>
                    <a:pt x="311150" y="63500"/>
                  </a:lnTo>
                  <a:close/>
                </a:path>
                <a:path w="342900" h="158750">
                  <a:moveTo>
                    <a:pt x="311150" y="146050"/>
                  </a:moveTo>
                  <a:lnTo>
                    <a:pt x="304800" y="146050"/>
                  </a:lnTo>
                  <a:lnTo>
                    <a:pt x="298450" y="152400"/>
                  </a:lnTo>
                  <a:lnTo>
                    <a:pt x="311150" y="152400"/>
                  </a:lnTo>
                  <a:lnTo>
                    <a:pt x="311150" y="146050"/>
                  </a:lnTo>
                  <a:close/>
                </a:path>
                <a:path w="342900" h="158750">
                  <a:moveTo>
                    <a:pt x="304800" y="0"/>
                  </a:moveTo>
                  <a:lnTo>
                    <a:pt x="266700" y="76200"/>
                  </a:lnTo>
                  <a:lnTo>
                    <a:pt x="298450" y="76200"/>
                  </a:lnTo>
                  <a:lnTo>
                    <a:pt x="298450" y="63500"/>
                  </a:lnTo>
                  <a:lnTo>
                    <a:pt x="336550" y="63500"/>
                  </a:lnTo>
                  <a:lnTo>
                    <a:pt x="304800" y="0"/>
                  </a:lnTo>
                  <a:close/>
                </a:path>
                <a:path w="342900" h="158750">
                  <a:moveTo>
                    <a:pt x="336550" y="63500"/>
                  </a:moveTo>
                  <a:lnTo>
                    <a:pt x="311150" y="63500"/>
                  </a:lnTo>
                  <a:lnTo>
                    <a:pt x="311150" y="76200"/>
                  </a:lnTo>
                  <a:lnTo>
                    <a:pt x="342900" y="76200"/>
                  </a:lnTo>
                  <a:lnTo>
                    <a:pt x="3365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object 79"/>
            <p:cNvSpPr/>
            <p:nvPr/>
          </p:nvSpPr>
          <p:spPr>
            <a:xfrm>
              <a:off x="6781680" y="171468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6" name="object 80"/>
            <p:cNvSpPr/>
            <p:nvPr/>
          </p:nvSpPr>
          <p:spPr>
            <a:xfrm>
              <a:off x="1829520" y="1143720"/>
              <a:ext cx="6872400" cy="1947960"/>
            </a:xfrm>
            <a:custGeom>
              <a:avLst/>
              <a:gdLst>
                <a:gd name="textAreaLeft" fmla="*/ 0 w 6872400"/>
                <a:gd name="textAreaRight" fmla="*/ 6872760 w 6872400"/>
                <a:gd name="textAreaTop" fmla="*/ 0 h 1947960"/>
                <a:gd name="textAreaBottom" fmla="*/ 1948320 h 1947960"/>
              </a:gdLst>
              <a:ahLst/>
              <a:cxnLst/>
              <a:rect l="textAreaLeft" t="textAreaTop" r="textAreaRight" b="textAreaBottom"/>
              <a:pathLst>
                <a:path w="6872605" h="1948180">
                  <a:moveTo>
                    <a:pt x="5791200" y="76200"/>
                  </a:moveTo>
                  <a:lnTo>
                    <a:pt x="5762536" y="61849"/>
                  </a:lnTo>
                  <a:lnTo>
                    <a:pt x="5705475" y="33274"/>
                  </a:lnTo>
                  <a:lnTo>
                    <a:pt x="5705475" y="61849"/>
                  </a:lnTo>
                  <a:lnTo>
                    <a:pt x="296926" y="61849"/>
                  </a:lnTo>
                  <a:lnTo>
                    <a:pt x="290449" y="68326"/>
                  </a:lnTo>
                  <a:lnTo>
                    <a:pt x="290449" y="1128649"/>
                  </a:lnTo>
                  <a:lnTo>
                    <a:pt x="0" y="1128649"/>
                  </a:lnTo>
                  <a:lnTo>
                    <a:pt x="0" y="1157224"/>
                  </a:lnTo>
                  <a:lnTo>
                    <a:pt x="312674" y="1157224"/>
                  </a:lnTo>
                  <a:lnTo>
                    <a:pt x="319024" y="1150874"/>
                  </a:lnTo>
                  <a:lnTo>
                    <a:pt x="319024" y="1143000"/>
                  </a:lnTo>
                  <a:lnTo>
                    <a:pt x="319024" y="1128649"/>
                  </a:lnTo>
                  <a:lnTo>
                    <a:pt x="319024" y="90424"/>
                  </a:lnTo>
                  <a:lnTo>
                    <a:pt x="5705475" y="90424"/>
                  </a:lnTo>
                  <a:lnTo>
                    <a:pt x="5705475" y="118999"/>
                  </a:lnTo>
                  <a:lnTo>
                    <a:pt x="5762701" y="90424"/>
                  </a:lnTo>
                  <a:lnTo>
                    <a:pt x="5791200" y="76200"/>
                  </a:lnTo>
                  <a:close/>
                </a:path>
                <a:path w="6872605" h="1948180">
                  <a:moveTo>
                    <a:pt x="6553200" y="85852"/>
                  </a:moveTo>
                  <a:lnTo>
                    <a:pt x="6547193" y="52463"/>
                  </a:lnTo>
                  <a:lnTo>
                    <a:pt x="6530861" y="25171"/>
                  </a:lnTo>
                  <a:lnTo>
                    <a:pt x="6506629" y="6756"/>
                  </a:lnTo>
                  <a:lnTo>
                    <a:pt x="6477000" y="0"/>
                  </a:lnTo>
                  <a:lnTo>
                    <a:pt x="6447358" y="6756"/>
                  </a:lnTo>
                  <a:lnTo>
                    <a:pt x="6423126" y="25171"/>
                  </a:lnTo>
                  <a:lnTo>
                    <a:pt x="6406794" y="52463"/>
                  </a:lnTo>
                  <a:lnTo>
                    <a:pt x="6400800" y="85852"/>
                  </a:lnTo>
                  <a:lnTo>
                    <a:pt x="6400800" y="447548"/>
                  </a:lnTo>
                  <a:lnTo>
                    <a:pt x="6406794" y="480949"/>
                  </a:lnTo>
                  <a:lnTo>
                    <a:pt x="6423126" y="508241"/>
                  </a:lnTo>
                  <a:lnTo>
                    <a:pt x="6447358" y="526656"/>
                  </a:lnTo>
                  <a:lnTo>
                    <a:pt x="6477000" y="533400"/>
                  </a:lnTo>
                  <a:lnTo>
                    <a:pt x="6506629" y="526656"/>
                  </a:lnTo>
                  <a:lnTo>
                    <a:pt x="6530861" y="508241"/>
                  </a:lnTo>
                  <a:lnTo>
                    <a:pt x="6547193" y="480949"/>
                  </a:lnTo>
                  <a:lnTo>
                    <a:pt x="6553200" y="447548"/>
                  </a:lnTo>
                  <a:lnTo>
                    <a:pt x="6553200" y="85852"/>
                  </a:lnTo>
                  <a:close/>
                </a:path>
                <a:path w="6872605" h="1948180">
                  <a:moveTo>
                    <a:pt x="6872224" y="1287526"/>
                  </a:moveTo>
                  <a:lnTo>
                    <a:pt x="6865874" y="1281049"/>
                  </a:lnTo>
                  <a:lnTo>
                    <a:pt x="906526" y="1281049"/>
                  </a:lnTo>
                  <a:lnTo>
                    <a:pt x="900049" y="1287526"/>
                  </a:lnTo>
                  <a:lnTo>
                    <a:pt x="900049" y="1912874"/>
                  </a:lnTo>
                  <a:lnTo>
                    <a:pt x="906526" y="1919224"/>
                  </a:lnTo>
                  <a:lnTo>
                    <a:pt x="1133475" y="1919224"/>
                  </a:lnTo>
                  <a:lnTo>
                    <a:pt x="1133475" y="1947799"/>
                  </a:lnTo>
                  <a:lnTo>
                    <a:pt x="1190701" y="1919224"/>
                  </a:lnTo>
                  <a:lnTo>
                    <a:pt x="1219200" y="1905000"/>
                  </a:lnTo>
                  <a:lnTo>
                    <a:pt x="1190536" y="1890649"/>
                  </a:lnTo>
                  <a:lnTo>
                    <a:pt x="1133475" y="1862074"/>
                  </a:lnTo>
                  <a:lnTo>
                    <a:pt x="1133475" y="1890649"/>
                  </a:lnTo>
                  <a:lnTo>
                    <a:pt x="928624" y="1890649"/>
                  </a:lnTo>
                  <a:lnTo>
                    <a:pt x="928624" y="1309624"/>
                  </a:lnTo>
                  <a:lnTo>
                    <a:pt x="6843649" y="1309624"/>
                  </a:lnTo>
                  <a:lnTo>
                    <a:pt x="6843649" y="1662049"/>
                  </a:lnTo>
                  <a:lnTo>
                    <a:pt x="6553200" y="1662049"/>
                  </a:lnTo>
                  <a:lnTo>
                    <a:pt x="6553200" y="1690624"/>
                  </a:lnTo>
                  <a:lnTo>
                    <a:pt x="6865874" y="1690624"/>
                  </a:lnTo>
                  <a:lnTo>
                    <a:pt x="6872224" y="1684274"/>
                  </a:lnTo>
                  <a:lnTo>
                    <a:pt x="6872224" y="1676400"/>
                  </a:lnTo>
                  <a:lnTo>
                    <a:pt x="6872224" y="1662049"/>
                  </a:lnTo>
                  <a:lnTo>
                    <a:pt x="6872224" y="1309624"/>
                  </a:lnTo>
                  <a:lnTo>
                    <a:pt x="6872224" y="1295400"/>
                  </a:lnTo>
                  <a:lnTo>
                    <a:pt x="6872224" y="1287526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7" name="object 81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8" name="object 82"/>
            <p:cNvSpPr/>
            <p:nvPr/>
          </p:nvSpPr>
          <p:spPr>
            <a:xfrm>
              <a:off x="291240" y="1053360"/>
              <a:ext cx="8410320" cy="2342880"/>
            </a:xfrm>
            <a:custGeom>
              <a:avLst/>
              <a:gdLst>
                <a:gd name="textAreaLeft" fmla="*/ 0 w 8410320"/>
                <a:gd name="textAreaRight" fmla="*/ 8410680 w 841032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8410575" h="2343150">
                  <a:moveTo>
                    <a:pt x="7939087" y="166751"/>
                  </a:moveTo>
                  <a:lnTo>
                    <a:pt x="7853362" y="123952"/>
                  </a:lnTo>
                  <a:lnTo>
                    <a:pt x="7853362" y="152527"/>
                  </a:lnTo>
                  <a:lnTo>
                    <a:pt x="7481887" y="152400"/>
                  </a:lnTo>
                  <a:lnTo>
                    <a:pt x="7481887" y="180975"/>
                  </a:lnTo>
                  <a:lnTo>
                    <a:pt x="7853362" y="181102"/>
                  </a:lnTo>
                  <a:lnTo>
                    <a:pt x="7853362" y="209677"/>
                  </a:lnTo>
                  <a:lnTo>
                    <a:pt x="7910423" y="181102"/>
                  </a:lnTo>
                  <a:lnTo>
                    <a:pt x="7939087" y="166751"/>
                  </a:lnTo>
                  <a:close/>
                </a:path>
                <a:path w="8410575" h="2343150">
                  <a:moveTo>
                    <a:pt x="8410511" y="6477"/>
                  </a:moveTo>
                  <a:lnTo>
                    <a:pt x="84041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2308225"/>
                  </a:lnTo>
                  <a:lnTo>
                    <a:pt x="6400" y="2314575"/>
                  </a:lnTo>
                  <a:lnTo>
                    <a:pt x="233362" y="2314575"/>
                  </a:lnTo>
                  <a:lnTo>
                    <a:pt x="233362" y="2343150"/>
                  </a:lnTo>
                  <a:lnTo>
                    <a:pt x="290588" y="2314575"/>
                  </a:lnTo>
                  <a:lnTo>
                    <a:pt x="319087" y="2300351"/>
                  </a:lnTo>
                  <a:lnTo>
                    <a:pt x="290423" y="2286000"/>
                  </a:lnTo>
                  <a:lnTo>
                    <a:pt x="233362" y="2257425"/>
                  </a:lnTo>
                  <a:lnTo>
                    <a:pt x="233362" y="2286000"/>
                  </a:lnTo>
                  <a:lnTo>
                    <a:pt x="28575" y="2286000"/>
                  </a:lnTo>
                  <a:lnTo>
                    <a:pt x="28575" y="28575"/>
                  </a:lnTo>
                  <a:lnTo>
                    <a:pt x="8381936" y="28575"/>
                  </a:lnTo>
                  <a:lnTo>
                    <a:pt x="8381936" y="304800"/>
                  </a:lnTo>
                  <a:lnTo>
                    <a:pt x="8091487" y="304800"/>
                  </a:lnTo>
                  <a:lnTo>
                    <a:pt x="8091487" y="333375"/>
                  </a:lnTo>
                  <a:lnTo>
                    <a:pt x="8404161" y="333375"/>
                  </a:lnTo>
                  <a:lnTo>
                    <a:pt x="8410511" y="327025"/>
                  </a:lnTo>
                  <a:lnTo>
                    <a:pt x="8410511" y="319151"/>
                  </a:lnTo>
                  <a:lnTo>
                    <a:pt x="8410511" y="304800"/>
                  </a:lnTo>
                  <a:lnTo>
                    <a:pt x="8410511" y="28575"/>
                  </a:lnTo>
                  <a:lnTo>
                    <a:pt x="8410511" y="14351"/>
                  </a:lnTo>
                  <a:lnTo>
                    <a:pt x="8410511" y="6477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object 83"/>
            <p:cNvSpPr/>
            <p:nvPr/>
          </p:nvSpPr>
          <p:spPr>
            <a:xfrm>
              <a:off x="8267760" y="1676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0" name="object 84"/>
          <p:cNvSpPr/>
          <p:nvPr/>
        </p:nvSpPr>
        <p:spPr>
          <a:xfrm>
            <a:off x="6552000" y="1305360"/>
            <a:ext cx="6696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BR=0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object 85"/>
          <p:cNvSpPr/>
          <p:nvPr/>
        </p:nvSpPr>
        <p:spPr>
          <a:xfrm>
            <a:off x="8133480" y="1914480"/>
            <a:ext cx="6130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JP=0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2" name="object 86"/>
          <p:cNvGrpSpPr/>
          <p:nvPr/>
        </p:nvGrpSpPr>
        <p:grpSpPr>
          <a:xfrm>
            <a:off x="7925400" y="3006000"/>
            <a:ext cx="418320" cy="422640"/>
            <a:chOff x="7925400" y="3006000"/>
            <a:chExt cx="418320" cy="422640"/>
          </a:xfrm>
        </p:grpSpPr>
        <p:sp>
          <p:nvSpPr>
            <p:cNvPr id="1223" name="object 87"/>
            <p:cNvSpPr/>
            <p:nvPr/>
          </p:nvSpPr>
          <p:spPr>
            <a:xfrm>
              <a:off x="792540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object 88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5" name="object 89"/>
          <p:cNvSpPr/>
          <p:nvPr/>
        </p:nvSpPr>
        <p:spPr>
          <a:xfrm>
            <a:off x="8004960" y="3362760"/>
            <a:ext cx="825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Rwd=0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object 90"/>
          <p:cNvSpPr/>
          <p:nvPr/>
        </p:nvSpPr>
        <p:spPr>
          <a:xfrm>
            <a:off x="5007240" y="4125240"/>
            <a:ext cx="286020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72396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ALUop=0</a:t>
            </a:r>
            <a:r>
              <a:rPr lang="en-US" sz="3000" b="0" u="none" spc="-14" strike="noStrike" baseline="-20000">
                <a:solidFill>
                  <a:srgbClr val="C261E8"/>
                </a:solidFill>
                <a:effectLst/>
                <a:uFillTx/>
                <a:latin typeface="Arial"/>
              </a:rPr>
              <a:t>DMwe=0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192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ALUinB=0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object 91"/>
          <p:cNvSpPr/>
          <p:nvPr/>
        </p:nvSpPr>
        <p:spPr>
          <a:xfrm>
            <a:off x="3908520" y="4674240"/>
            <a:ext cx="8402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Rdst=1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object 92"/>
          <p:cNvSpPr/>
          <p:nvPr/>
        </p:nvSpPr>
        <p:spPr>
          <a:xfrm>
            <a:off x="2730240" y="4201560"/>
            <a:ext cx="82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Rwe=1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object 93"/>
          <p:cNvSpPr/>
          <p:nvPr/>
        </p:nvSpPr>
        <p:spPr>
          <a:xfrm>
            <a:off x="384120" y="5196600"/>
            <a:ext cx="3872520" cy="13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04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536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Rwe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Enable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34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Rdst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18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Destination</a:t>
            </a:r>
            <a:r>
              <a:rPr lang="en-US" sz="18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chooser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31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ALUinB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</a:t>
            </a:r>
            <a:r>
              <a:rPr lang="en-US" sz="18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chooser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34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ALUop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</a:t>
            </a:r>
            <a:r>
              <a:rPr lang="en-US" sz="18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operation</a:t>
            </a:r>
            <a:r>
              <a:rPr lang="en-US" sz="1800" b="0" u="none" spc="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(multi-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bit)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object 94"/>
          <p:cNvSpPr/>
          <p:nvPr/>
        </p:nvSpPr>
        <p:spPr>
          <a:xfrm>
            <a:off x="4615560" y="5188680"/>
            <a:ext cx="3890160" cy="13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04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536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DMwe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18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Enable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34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Rwd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18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18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 Data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chooser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31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BR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Branch?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34"/>
              </a:spcBef>
              <a:buClr>
                <a:srgbClr val="C261E8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1800" b="1" u="none" strike="noStrike">
                <a:solidFill>
                  <a:srgbClr val="C261E8"/>
                </a:solidFill>
                <a:effectLst/>
                <a:uFillTx/>
                <a:latin typeface="Tahoma"/>
              </a:rPr>
              <a:t>JP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Jump?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1" name="object 95"/>
          <p:cNvGrpSpPr/>
          <p:nvPr/>
        </p:nvGrpSpPr>
        <p:grpSpPr>
          <a:xfrm>
            <a:off x="4507200" y="1558080"/>
            <a:ext cx="3722760" cy="806040"/>
            <a:chOff x="4507200" y="1558080"/>
            <a:chExt cx="3722760" cy="806040"/>
          </a:xfrm>
        </p:grpSpPr>
        <p:sp>
          <p:nvSpPr>
            <p:cNvPr id="1232" name="object 96"/>
            <p:cNvSpPr/>
            <p:nvPr/>
          </p:nvSpPr>
          <p:spPr>
            <a:xfrm>
              <a:off x="6020640" y="1558080"/>
              <a:ext cx="2209320" cy="590040"/>
            </a:xfrm>
            <a:custGeom>
              <a:avLst/>
              <a:gdLst>
                <a:gd name="textAreaLeft" fmla="*/ 0 w 2209320"/>
                <a:gd name="textAreaRight" fmla="*/ 2209680 w 22093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2209800" h="590550">
                  <a:moveTo>
                    <a:pt x="1979930" y="561975"/>
                  </a:moveTo>
                  <a:lnTo>
                    <a:pt x="0" y="561975"/>
                  </a:lnTo>
                  <a:lnTo>
                    <a:pt x="0" y="590550"/>
                  </a:lnTo>
                  <a:lnTo>
                    <a:pt x="2002155" y="590550"/>
                  </a:lnTo>
                  <a:lnTo>
                    <a:pt x="2008505" y="584200"/>
                  </a:lnTo>
                  <a:lnTo>
                    <a:pt x="2008505" y="576326"/>
                  </a:lnTo>
                  <a:lnTo>
                    <a:pt x="1979930" y="576326"/>
                  </a:lnTo>
                  <a:lnTo>
                    <a:pt x="1979930" y="561975"/>
                  </a:lnTo>
                  <a:close/>
                </a:path>
                <a:path w="2209800" h="590550">
                  <a:moveTo>
                    <a:pt x="2124074" y="28575"/>
                  </a:moveTo>
                  <a:lnTo>
                    <a:pt x="1986280" y="28575"/>
                  </a:lnTo>
                  <a:lnTo>
                    <a:pt x="1979930" y="35051"/>
                  </a:lnTo>
                  <a:lnTo>
                    <a:pt x="1979930" y="576326"/>
                  </a:lnTo>
                  <a:lnTo>
                    <a:pt x="1994154" y="561975"/>
                  </a:lnTo>
                  <a:lnTo>
                    <a:pt x="2008505" y="561975"/>
                  </a:lnTo>
                  <a:lnTo>
                    <a:pt x="2008505" y="57150"/>
                  </a:lnTo>
                  <a:lnTo>
                    <a:pt x="1994154" y="57150"/>
                  </a:lnTo>
                  <a:lnTo>
                    <a:pt x="2008505" y="42925"/>
                  </a:lnTo>
                  <a:lnTo>
                    <a:pt x="2124074" y="42925"/>
                  </a:lnTo>
                  <a:lnTo>
                    <a:pt x="2124074" y="28575"/>
                  </a:lnTo>
                  <a:close/>
                </a:path>
                <a:path w="2209800" h="590550">
                  <a:moveTo>
                    <a:pt x="2008505" y="561975"/>
                  </a:moveTo>
                  <a:lnTo>
                    <a:pt x="1994154" y="561975"/>
                  </a:lnTo>
                  <a:lnTo>
                    <a:pt x="1979930" y="576326"/>
                  </a:lnTo>
                  <a:lnTo>
                    <a:pt x="2008505" y="576326"/>
                  </a:lnTo>
                  <a:lnTo>
                    <a:pt x="2008505" y="561975"/>
                  </a:lnTo>
                  <a:close/>
                </a:path>
                <a:path w="2209800" h="590550">
                  <a:moveTo>
                    <a:pt x="2124074" y="0"/>
                  </a:moveTo>
                  <a:lnTo>
                    <a:pt x="2124074" y="85725"/>
                  </a:lnTo>
                  <a:lnTo>
                    <a:pt x="2181309" y="57150"/>
                  </a:lnTo>
                  <a:lnTo>
                    <a:pt x="2138298" y="57150"/>
                  </a:lnTo>
                  <a:lnTo>
                    <a:pt x="2138298" y="28575"/>
                  </a:lnTo>
                  <a:lnTo>
                    <a:pt x="2181140" y="28575"/>
                  </a:lnTo>
                  <a:lnTo>
                    <a:pt x="2124074" y="0"/>
                  </a:lnTo>
                  <a:close/>
                </a:path>
                <a:path w="2209800" h="590550">
                  <a:moveTo>
                    <a:pt x="2008505" y="42925"/>
                  </a:moveTo>
                  <a:lnTo>
                    <a:pt x="1994154" y="57150"/>
                  </a:lnTo>
                  <a:lnTo>
                    <a:pt x="2008505" y="57150"/>
                  </a:lnTo>
                  <a:lnTo>
                    <a:pt x="2008505" y="42925"/>
                  </a:lnTo>
                  <a:close/>
                </a:path>
                <a:path w="2209800" h="590550">
                  <a:moveTo>
                    <a:pt x="2124074" y="42925"/>
                  </a:moveTo>
                  <a:lnTo>
                    <a:pt x="2008505" y="42925"/>
                  </a:lnTo>
                  <a:lnTo>
                    <a:pt x="2008505" y="57150"/>
                  </a:lnTo>
                  <a:lnTo>
                    <a:pt x="2124074" y="57150"/>
                  </a:lnTo>
                  <a:lnTo>
                    <a:pt x="2124074" y="42925"/>
                  </a:lnTo>
                  <a:close/>
                </a:path>
                <a:path w="2209800" h="590550">
                  <a:moveTo>
                    <a:pt x="2181140" y="28575"/>
                  </a:moveTo>
                  <a:lnTo>
                    <a:pt x="2138298" y="28575"/>
                  </a:lnTo>
                  <a:lnTo>
                    <a:pt x="2138298" y="57150"/>
                  </a:lnTo>
                  <a:lnTo>
                    <a:pt x="2181309" y="57150"/>
                  </a:lnTo>
                  <a:lnTo>
                    <a:pt x="2209799" y="42925"/>
                  </a:lnTo>
                  <a:lnTo>
                    <a:pt x="2181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3" name="object 97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4" name="object 98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35" name="object 99"/>
          <p:cNvSpPr/>
          <p:nvPr/>
        </p:nvSpPr>
        <p:spPr>
          <a:xfrm>
            <a:off x="4586400" y="1902960"/>
            <a:ext cx="144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304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6" name="object 100"/>
          <p:cNvGrpSpPr/>
          <p:nvPr/>
        </p:nvGrpSpPr>
        <p:grpSpPr>
          <a:xfrm>
            <a:off x="4619880" y="1905840"/>
            <a:ext cx="1450800" cy="2438280"/>
            <a:chOff x="4619880" y="1905840"/>
            <a:chExt cx="1450800" cy="2438280"/>
          </a:xfrm>
        </p:grpSpPr>
        <p:sp>
          <p:nvSpPr>
            <p:cNvPr id="1237" name="object 101"/>
            <p:cNvSpPr/>
            <p:nvPr/>
          </p:nvSpPr>
          <p:spPr>
            <a:xfrm>
              <a:off x="4619880" y="2363760"/>
              <a:ext cx="75960" cy="19803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80360"/>
                <a:gd name="textAreaBottom" fmla="*/ 1980720 h 1980360"/>
              </a:gdLst>
              <a:ahLst/>
              <a:cxnLst/>
              <a:rect l="textAreaLeft" t="textAreaTop" r="textAreaRight" b="textAreaBottom"/>
              <a:pathLst>
                <a:path w="76200" h="1980564">
                  <a:moveTo>
                    <a:pt x="31811" y="76158"/>
                  </a:moveTo>
                  <a:lnTo>
                    <a:pt x="21971" y="1980057"/>
                  </a:lnTo>
                  <a:lnTo>
                    <a:pt x="34671" y="1980183"/>
                  </a:lnTo>
                  <a:lnTo>
                    <a:pt x="44511" y="76242"/>
                  </a:lnTo>
                  <a:lnTo>
                    <a:pt x="31811" y="76158"/>
                  </a:lnTo>
                  <a:close/>
                </a:path>
                <a:path w="76200" h="1980564">
                  <a:moveTo>
                    <a:pt x="69809" y="63500"/>
                  </a:moveTo>
                  <a:lnTo>
                    <a:pt x="44576" y="63500"/>
                  </a:lnTo>
                  <a:lnTo>
                    <a:pt x="44511" y="76242"/>
                  </a:lnTo>
                  <a:lnTo>
                    <a:pt x="76200" y="76453"/>
                  </a:lnTo>
                  <a:lnTo>
                    <a:pt x="69809" y="63500"/>
                  </a:lnTo>
                  <a:close/>
                </a:path>
                <a:path w="76200" h="1980564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58"/>
                  </a:lnTo>
                  <a:lnTo>
                    <a:pt x="44511" y="76242"/>
                  </a:lnTo>
                  <a:lnTo>
                    <a:pt x="44576" y="63500"/>
                  </a:lnTo>
                  <a:close/>
                </a:path>
                <a:path w="76200" h="1980564">
                  <a:moveTo>
                    <a:pt x="38481" y="0"/>
                  </a:moveTo>
                  <a:lnTo>
                    <a:pt x="0" y="75946"/>
                  </a:lnTo>
                  <a:lnTo>
                    <a:pt x="31811" y="76158"/>
                  </a:lnTo>
                  <a:lnTo>
                    <a:pt x="31876" y="63500"/>
                  </a:lnTo>
                  <a:lnTo>
                    <a:pt x="69809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8" name="object 102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9" name="object 103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0" name="object 104"/>
          <p:cNvSpPr/>
          <p:nvPr/>
        </p:nvSpPr>
        <p:spPr>
          <a:xfrm>
            <a:off x="5802840" y="190152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object 105"/>
          <p:cNvSpPr/>
          <p:nvPr/>
        </p:nvSpPr>
        <p:spPr>
          <a:xfrm>
            <a:off x="4812120" y="2091600"/>
            <a:ext cx="954000" cy="85320"/>
          </a:xfrm>
          <a:custGeom>
            <a:avLst/>
            <a:gdLst>
              <a:gd name="textAreaLeft" fmla="*/ 0 w 954000"/>
              <a:gd name="textAreaRight" fmla="*/ 954360 w 9540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954404" h="85725">
                <a:moveTo>
                  <a:pt x="925745" y="28575"/>
                </a:moveTo>
                <a:lnTo>
                  <a:pt x="882777" y="28575"/>
                </a:lnTo>
                <a:lnTo>
                  <a:pt x="882777" y="57150"/>
                </a:lnTo>
                <a:lnTo>
                  <a:pt x="868510" y="57166"/>
                </a:lnTo>
                <a:lnTo>
                  <a:pt x="868553" y="85725"/>
                </a:lnTo>
                <a:lnTo>
                  <a:pt x="954278" y="42799"/>
                </a:lnTo>
                <a:lnTo>
                  <a:pt x="925745" y="28575"/>
                </a:lnTo>
                <a:close/>
              </a:path>
              <a:path w="954404" h="85725">
                <a:moveTo>
                  <a:pt x="868468" y="28591"/>
                </a:moveTo>
                <a:lnTo>
                  <a:pt x="0" y="29590"/>
                </a:lnTo>
                <a:lnTo>
                  <a:pt x="0" y="58165"/>
                </a:lnTo>
                <a:lnTo>
                  <a:pt x="868510" y="57166"/>
                </a:lnTo>
                <a:lnTo>
                  <a:pt x="868468" y="28591"/>
                </a:lnTo>
                <a:close/>
              </a:path>
              <a:path w="954404" h="85725">
                <a:moveTo>
                  <a:pt x="882777" y="28575"/>
                </a:moveTo>
                <a:lnTo>
                  <a:pt x="868468" y="28591"/>
                </a:lnTo>
                <a:lnTo>
                  <a:pt x="868510" y="57166"/>
                </a:lnTo>
                <a:lnTo>
                  <a:pt x="882777" y="57150"/>
                </a:lnTo>
                <a:lnTo>
                  <a:pt x="882777" y="28575"/>
                </a:lnTo>
                <a:close/>
              </a:path>
              <a:path w="954404" h="85725">
                <a:moveTo>
                  <a:pt x="868426" y="0"/>
                </a:moveTo>
                <a:lnTo>
                  <a:pt x="868468" y="28591"/>
                </a:lnTo>
                <a:lnTo>
                  <a:pt x="925745" y="28575"/>
                </a:lnTo>
                <a:lnTo>
                  <a:pt x="8684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2" name="PlaceHolder 2"/>
          <p:cNvSpPr>
            <a:spLocks noGrp="1"/>
          </p:cNvSpPr>
          <p:nvPr>
            <p:ph type="sldNum" idx="37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CA2E6566-DAE1-443D-9D9F-F6D6178470DC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3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244" name="object 3"/>
            <p:cNvPicPr/>
            <p:nvPr/>
          </p:nvPicPr>
          <p:blipFill>
            <a:blip r:embed="rId1"/>
            <a:stretch/>
          </p:blipFill>
          <p:spPr>
            <a:xfrm>
              <a:off x="2269080" y="131040"/>
              <a:ext cx="45990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45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6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3259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Example: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sw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247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1248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9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0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1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1252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53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4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5" name="object 14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6" name="object 15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1257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58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9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0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62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63" name="object 22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4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5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object 25"/>
            <p:cNvSpPr/>
            <p:nvPr/>
          </p:nvSpPr>
          <p:spPr>
            <a:xfrm>
              <a:off x="4267800" y="2929680"/>
              <a:ext cx="1523520" cy="85320"/>
            </a:xfrm>
            <a:custGeom>
              <a:avLst/>
              <a:gdLst>
                <a:gd name="textAreaLeft" fmla="*/ 0 w 1523520"/>
                <a:gd name="textAreaRight" fmla="*/ 1523880 w 15235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1524000" h="85725">
                  <a:moveTo>
                    <a:pt x="1438275" y="57148"/>
                  </a:moveTo>
                  <a:lnTo>
                    <a:pt x="1438275" y="85725"/>
                  </a:lnTo>
                  <a:lnTo>
                    <a:pt x="1495340" y="57150"/>
                  </a:lnTo>
                  <a:lnTo>
                    <a:pt x="1438275" y="57148"/>
                  </a:lnTo>
                  <a:close/>
                </a:path>
                <a:path w="1524000" h="85725">
                  <a:moveTo>
                    <a:pt x="1438275" y="28573"/>
                  </a:moveTo>
                  <a:lnTo>
                    <a:pt x="1438275" y="57148"/>
                  </a:lnTo>
                  <a:lnTo>
                    <a:pt x="1452499" y="57150"/>
                  </a:lnTo>
                  <a:lnTo>
                    <a:pt x="1452499" y="28575"/>
                  </a:lnTo>
                  <a:lnTo>
                    <a:pt x="1438275" y="28573"/>
                  </a:lnTo>
                  <a:close/>
                </a:path>
                <a:path w="1524000" h="85725">
                  <a:moveTo>
                    <a:pt x="1438275" y="0"/>
                  </a:moveTo>
                  <a:lnTo>
                    <a:pt x="1438275" y="28573"/>
                  </a:lnTo>
                  <a:lnTo>
                    <a:pt x="1452499" y="28575"/>
                  </a:lnTo>
                  <a:lnTo>
                    <a:pt x="1452499" y="57150"/>
                  </a:lnTo>
                  <a:lnTo>
                    <a:pt x="1495342" y="57148"/>
                  </a:lnTo>
                  <a:lnTo>
                    <a:pt x="1524000" y="42799"/>
                  </a:lnTo>
                  <a:lnTo>
                    <a:pt x="1438275" y="0"/>
                  </a:lnTo>
                  <a:close/>
                </a:path>
                <a:path w="1524000" h="85725">
                  <a:moveTo>
                    <a:pt x="0" y="28448"/>
                  </a:moveTo>
                  <a:lnTo>
                    <a:pt x="0" y="57023"/>
                  </a:lnTo>
                  <a:lnTo>
                    <a:pt x="1438275" y="57148"/>
                  </a:lnTo>
                  <a:lnTo>
                    <a:pt x="1438275" y="28573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object 26"/>
            <p:cNvSpPr/>
            <p:nvPr/>
          </p:nvSpPr>
          <p:spPr>
            <a:xfrm>
              <a:off x="4267800" y="3691800"/>
              <a:ext cx="1142640" cy="8532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1143000" h="85725">
                  <a:moveTo>
                    <a:pt x="1057275" y="0"/>
                  </a:moveTo>
                  <a:lnTo>
                    <a:pt x="1057275" y="85725"/>
                  </a:lnTo>
                  <a:lnTo>
                    <a:pt x="1114509" y="57150"/>
                  </a:lnTo>
                  <a:lnTo>
                    <a:pt x="1071499" y="57150"/>
                  </a:lnTo>
                  <a:lnTo>
                    <a:pt x="1071499" y="28575"/>
                  </a:lnTo>
                  <a:lnTo>
                    <a:pt x="1114340" y="28575"/>
                  </a:lnTo>
                  <a:lnTo>
                    <a:pt x="1057275" y="0"/>
                  </a:lnTo>
                  <a:close/>
                </a:path>
                <a:path w="1143000" h="85725">
                  <a:moveTo>
                    <a:pt x="10572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57275" y="57150"/>
                  </a:lnTo>
                  <a:lnTo>
                    <a:pt x="1057275" y="28575"/>
                  </a:lnTo>
                  <a:close/>
                </a:path>
                <a:path w="1143000" h="85725">
                  <a:moveTo>
                    <a:pt x="1114340" y="28575"/>
                  </a:moveTo>
                  <a:lnTo>
                    <a:pt x="1071499" y="28575"/>
                  </a:lnTo>
                  <a:lnTo>
                    <a:pt x="1071499" y="57150"/>
                  </a:lnTo>
                  <a:lnTo>
                    <a:pt x="1114509" y="57150"/>
                  </a:lnTo>
                  <a:lnTo>
                    <a:pt x="1143000" y="42925"/>
                  </a:lnTo>
                  <a:lnTo>
                    <a:pt x="11143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8" name="object 27"/>
            <p:cNvSpPr/>
            <p:nvPr/>
          </p:nvSpPr>
          <p:spPr>
            <a:xfrm>
              <a:off x="3467160" y="3962520"/>
              <a:ext cx="380520" cy="7617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381000" h="76200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762000"/>
                  </a:lnTo>
                  <a:lnTo>
                    <a:pt x="44450" y="762000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381000" h="762000">
                  <a:moveTo>
                    <a:pt x="381000" y="76200"/>
                  </a:moveTo>
                  <a:lnTo>
                    <a:pt x="374650" y="63500"/>
                  </a:lnTo>
                  <a:lnTo>
                    <a:pt x="342900" y="0"/>
                  </a:lnTo>
                  <a:lnTo>
                    <a:pt x="304800" y="76200"/>
                  </a:lnTo>
                  <a:lnTo>
                    <a:pt x="336550" y="76200"/>
                  </a:lnTo>
                  <a:lnTo>
                    <a:pt x="336550" y="762000"/>
                  </a:lnTo>
                  <a:lnTo>
                    <a:pt x="349250" y="762000"/>
                  </a:lnTo>
                  <a:lnTo>
                    <a:pt x="349250" y="76200"/>
                  </a:lnTo>
                  <a:lnTo>
                    <a:pt x="381000" y="762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9" name="object 28"/>
            <p:cNvSpPr/>
            <p:nvPr/>
          </p:nvSpPr>
          <p:spPr>
            <a:xfrm>
              <a:off x="40766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0" name="object 29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1" name="object 30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object 31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object 32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74" name="object 33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75" name="object 34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object 35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object 36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object 37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object 38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object 39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1" name="object 40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object 41"/>
          <p:cNvSpPr/>
          <p:nvPr/>
        </p:nvSpPr>
        <p:spPr>
          <a:xfrm>
            <a:off x="4495680" y="449568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FF09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object 42"/>
          <p:cNvSpPr/>
          <p:nvPr/>
        </p:nvSpPr>
        <p:spPr>
          <a:xfrm>
            <a:off x="3062880" y="3027960"/>
            <a:ext cx="119016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5280">
              <a:lnSpc>
                <a:spcPct val="100000"/>
              </a:lnSpc>
              <a:spcBef>
                <a:spcPts val="490"/>
              </a:spcBef>
              <a:tabLst>
                <a:tab pos="99108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4" name="object 43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1285" name="object 44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6" name="object 45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7" name="object 46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8" name="object 47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9" name="object 48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object 49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object 50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92" name="object 51"/>
            <p:cNvPicPr/>
            <p:nvPr/>
          </p:nvPicPr>
          <p:blipFill>
            <a:blip r:embed="rId6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93" name="object 52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4" name="object 53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5" name="object 54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6" name="object 55"/>
          <p:cNvGrpSpPr/>
          <p:nvPr/>
        </p:nvGrpSpPr>
        <p:grpSpPr>
          <a:xfrm>
            <a:off x="1205640" y="1981800"/>
            <a:ext cx="7176600" cy="2071800"/>
            <a:chOff x="1205640" y="1981800"/>
            <a:chExt cx="7176600" cy="2071800"/>
          </a:xfrm>
        </p:grpSpPr>
        <p:sp>
          <p:nvSpPr>
            <p:cNvPr id="1297" name="object 56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8" name="object 57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object 58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object 59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object 60"/>
            <p:cNvSpPr/>
            <p:nvPr/>
          </p:nvSpPr>
          <p:spPr>
            <a:xfrm>
              <a:off x="1524600" y="1981800"/>
              <a:ext cx="5486040" cy="207180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2071800"/>
                <a:gd name="textAreaBottom" fmla="*/ 2072160 h 2071800"/>
              </a:gdLst>
              <a:ahLst/>
              <a:cxnLst/>
              <a:rect l="textAreaLeft" t="textAreaTop" r="textAreaRight" b="textAreaBottom"/>
              <a:pathLst>
                <a:path w="5486400" h="2072004">
                  <a:moveTo>
                    <a:pt x="304800" y="15240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close/>
                </a:path>
                <a:path w="5486400" h="2072004">
                  <a:moveTo>
                    <a:pt x="5486400" y="1676400"/>
                  </a:moveTo>
                  <a:lnTo>
                    <a:pt x="5457736" y="1662049"/>
                  </a:lnTo>
                  <a:lnTo>
                    <a:pt x="5400675" y="1633474"/>
                  </a:lnTo>
                  <a:lnTo>
                    <a:pt x="5400675" y="1662049"/>
                  </a:lnTo>
                  <a:lnTo>
                    <a:pt x="5173726" y="1662049"/>
                  </a:lnTo>
                  <a:lnTo>
                    <a:pt x="5167249" y="1668526"/>
                  </a:lnTo>
                  <a:lnTo>
                    <a:pt x="5167249" y="2043049"/>
                  </a:lnTo>
                  <a:lnTo>
                    <a:pt x="3367024" y="2043049"/>
                  </a:lnTo>
                  <a:lnTo>
                    <a:pt x="3367024" y="1752600"/>
                  </a:lnTo>
                  <a:lnTo>
                    <a:pt x="3338449" y="1752600"/>
                  </a:lnTo>
                  <a:lnTo>
                    <a:pt x="3338449" y="2065274"/>
                  </a:lnTo>
                  <a:lnTo>
                    <a:pt x="3344926" y="2071624"/>
                  </a:lnTo>
                  <a:lnTo>
                    <a:pt x="5189474" y="2071624"/>
                  </a:lnTo>
                  <a:lnTo>
                    <a:pt x="5195824" y="2065274"/>
                  </a:lnTo>
                  <a:lnTo>
                    <a:pt x="5195824" y="2057400"/>
                  </a:lnTo>
                  <a:lnTo>
                    <a:pt x="5195824" y="2043049"/>
                  </a:lnTo>
                  <a:lnTo>
                    <a:pt x="5195824" y="1690624"/>
                  </a:lnTo>
                  <a:lnTo>
                    <a:pt x="5400675" y="1690624"/>
                  </a:lnTo>
                  <a:lnTo>
                    <a:pt x="5400675" y="1719199"/>
                  </a:lnTo>
                  <a:lnTo>
                    <a:pt x="5457901" y="1690624"/>
                  </a:lnTo>
                  <a:lnTo>
                    <a:pt x="5486400" y="16764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object 61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object 62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4" name="object 63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5" name="object 64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1306" name="object 65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7" name="object 66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8" name="object 67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9" name="object 68"/>
          <p:cNvGrpSpPr/>
          <p:nvPr/>
        </p:nvGrpSpPr>
        <p:grpSpPr>
          <a:xfrm>
            <a:off x="291240" y="1053360"/>
            <a:ext cx="8410320" cy="3290760"/>
            <a:chOff x="291240" y="1053360"/>
            <a:chExt cx="8410320" cy="3290760"/>
          </a:xfrm>
        </p:grpSpPr>
        <p:sp>
          <p:nvSpPr>
            <p:cNvPr id="1310" name="object 69"/>
            <p:cNvSpPr/>
            <p:nvPr/>
          </p:nvSpPr>
          <p:spPr>
            <a:xfrm>
              <a:off x="5792040" y="171036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1" name="object 70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2" name="object 71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3" name="object 72"/>
            <p:cNvSpPr/>
            <p:nvPr/>
          </p:nvSpPr>
          <p:spPr>
            <a:xfrm>
              <a:off x="5168160" y="1710360"/>
              <a:ext cx="318960" cy="263376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2633760"/>
                <a:gd name="textAreaBottom" fmla="*/ 2634120 h 2633760"/>
              </a:gdLst>
              <a:ahLst/>
              <a:cxnLst/>
              <a:rect l="textAreaLeft" t="textAreaTop" r="textAreaRight" b="textAreaBottom"/>
              <a:pathLst>
                <a:path w="319404" h="2633979">
                  <a:moveTo>
                    <a:pt x="233425" y="28575"/>
                  </a:moveTo>
                  <a:lnTo>
                    <a:pt x="6476" y="28575"/>
                  </a:lnTo>
                  <a:lnTo>
                    <a:pt x="0" y="35051"/>
                  </a:lnTo>
                  <a:lnTo>
                    <a:pt x="0" y="2633726"/>
                  </a:lnTo>
                  <a:lnTo>
                    <a:pt x="28575" y="2633726"/>
                  </a:lnTo>
                  <a:lnTo>
                    <a:pt x="28575" y="57150"/>
                  </a:lnTo>
                  <a:lnTo>
                    <a:pt x="14350" y="57150"/>
                  </a:lnTo>
                  <a:lnTo>
                    <a:pt x="28575" y="42925"/>
                  </a:lnTo>
                  <a:lnTo>
                    <a:pt x="233425" y="42925"/>
                  </a:lnTo>
                  <a:lnTo>
                    <a:pt x="233425" y="28575"/>
                  </a:lnTo>
                  <a:close/>
                </a:path>
                <a:path w="319404" h="2633979">
                  <a:moveTo>
                    <a:pt x="233425" y="0"/>
                  </a:moveTo>
                  <a:lnTo>
                    <a:pt x="233425" y="85725"/>
                  </a:lnTo>
                  <a:lnTo>
                    <a:pt x="290660" y="57150"/>
                  </a:lnTo>
                  <a:lnTo>
                    <a:pt x="247650" y="57150"/>
                  </a:lnTo>
                  <a:lnTo>
                    <a:pt x="247650" y="28575"/>
                  </a:lnTo>
                  <a:lnTo>
                    <a:pt x="290491" y="28575"/>
                  </a:lnTo>
                  <a:lnTo>
                    <a:pt x="233425" y="0"/>
                  </a:lnTo>
                  <a:close/>
                </a:path>
                <a:path w="319404" h="2633979">
                  <a:moveTo>
                    <a:pt x="28575" y="42925"/>
                  </a:moveTo>
                  <a:lnTo>
                    <a:pt x="14350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4" h="2633979">
                  <a:moveTo>
                    <a:pt x="233425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425" y="57150"/>
                  </a:lnTo>
                  <a:lnTo>
                    <a:pt x="233425" y="42925"/>
                  </a:lnTo>
                  <a:close/>
                </a:path>
                <a:path w="319404" h="2633979">
                  <a:moveTo>
                    <a:pt x="290491" y="28575"/>
                  </a:moveTo>
                  <a:lnTo>
                    <a:pt x="247650" y="28575"/>
                  </a:lnTo>
                  <a:lnTo>
                    <a:pt x="247650" y="57150"/>
                  </a:lnTo>
                  <a:lnTo>
                    <a:pt x="290660" y="57150"/>
                  </a:lnTo>
                  <a:lnTo>
                    <a:pt x="319150" y="42925"/>
                  </a:lnTo>
                  <a:lnTo>
                    <a:pt x="2904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4" name="object 73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5" name="object 74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6" name="object 75"/>
            <p:cNvSpPr/>
            <p:nvPr/>
          </p:nvSpPr>
          <p:spPr>
            <a:xfrm>
              <a:off x="2134440" y="1405800"/>
              <a:ext cx="3962160" cy="8532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962400" h="85725">
                  <a:moveTo>
                    <a:pt x="3876675" y="57149"/>
                  </a:moveTo>
                  <a:lnTo>
                    <a:pt x="3876675" y="85725"/>
                  </a:lnTo>
                  <a:lnTo>
                    <a:pt x="3933740" y="57150"/>
                  </a:lnTo>
                  <a:lnTo>
                    <a:pt x="3876675" y="57149"/>
                  </a:lnTo>
                  <a:close/>
                </a:path>
                <a:path w="3962400" h="85725">
                  <a:moveTo>
                    <a:pt x="3876675" y="28574"/>
                  </a:moveTo>
                  <a:lnTo>
                    <a:pt x="3876675" y="57149"/>
                  </a:lnTo>
                  <a:lnTo>
                    <a:pt x="3891026" y="57150"/>
                  </a:lnTo>
                  <a:lnTo>
                    <a:pt x="3891026" y="28575"/>
                  </a:lnTo>
                  <a:lnTo>
                    <a:pt x="3876675" y="28574"/>
                  </a:lnTo>
                  <a:close/>
                </a:path>
                <a:path w="3962400" h="85725">
                  <a:moveTo>
                    <a:pt x="3876675" y="0"/>
                  </a:moveTo>
                  <a:lnTo>
                    <a:pt x="3876675" y="28574"/>
                  </a:lnTo>
                  <a:lnTo>
                    <a:pt x="3891026" y="28575"/>
                  </a:lnTo>
                  <a:lnTo>
                    <a:pt x="3891026" y="57150"/>
                  </a:lnTo>
                  <a:lnTo>
                    <a:pt x="3933741" y="57149"/>
                  </a:lnTo>
                  <a:lnTo>
                    <a:pt x="3962400" y="42799"/>
                  </a:lnTo>
                  <a:lnTo>
                    <a:pt x="3876675" y="0"/>
                  </a:lnTo>
                  <a:close/>
                </a:path>
                <a:path w="3962400" h="85725">
                  <a:moveTo>
                    <a:pt x="0" y="28448"/>
                  </a:moveTo>
                  <a:lnTo>
                    <a:pt x="0" y="57023"/>
                  </a:lnTo>
                  <a:lnTo>
                    <a:pt x="3876675" y="57149"/>
                  </a:lnTo>
                  <a:lnTo>
                    <a:pt x="3876675" y="28574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7" name="object 76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8" name="object 77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9" name="object 78"/>
            <p:cNvSpPr/>
            <p:nvPr/>
          </p:nvSpPr>
          <p:spPr>
            <a:xfrm>
              <a:off x="6400800" y="1558080"/>
              <a:ext cx="1220040" cy="1572480"/>
            </a:xfrm>
            <a:custGeom>
              <a:avLst/>
              <a:gdLst>
                <a:gd name="textAreaLeft" fmla="*/ 0 w 1220040"/>
                <a:gd name="textAreaRight" fmla="*/ 1220400 w 122004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22047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22047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0" name="object 79"/>
            <p:cNvSpPr/>
            <p:nvPr/>
          </p:nvSpPr>
          <p:spPr>
            <a:xfrm>
              <a:off x="7391520" y="1676520"/>
              <a:ext cx="342720" cy="15840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342900" h="158750">
                  <a:moveTo>
                    <a:pt x="298450" y="146050"/>
                  </a:moveTo>
                  <a:lnTo>
                    <a:pt x="0" y="146050"/>
                  </a:lnTo>
                  <a:lnTo>
                    <a:pt x="0" y="158750"/>
                  </a:lnTo>
                  <a:lnTo>
                    <a:pt x="308355" y="158750"/>
                  </a:lnTo>
                  <a:lnTo>
                    <a:pt x="311150" y="155955"/>
                  </a:lnTo>
                  <a:lnTo>
                    <a:pt x="311150" y="152400"/>
                  </a:lnTo>
                  <a:lnTo>
                    <a:pt x="298450" y="152400"/>
                  </a:lnTo>
                  <a:lnTo>
                    <a:pt x="298450" y="146050"/>
                  </a:lnTo>
                  <a:close/>
                </a:path>
                <a:path w="342900" h="158750">
                  <a:moveTo>
                    <a:pt x="311150" y="63500"/>
                  </a:moveTo>
                  <a:lnTo>
                    <a:pt x="298450" y="63500"/>
                  </a:lnTo>
                  <a:lnTo>
                    <a:pt x="298450" y="152400"/>
                  </a:lnTo>
                  <a:lnTo>
                    <a:pt x="304800" y="146050"/>
                  </a:lnTo>
                  <a:lnTo>
                    <a:pt x="311150" y="146050"/>
                  </a:lnTo>
                  <a:lnTo>
                    <a:pt x="311150" y="63500"/>
                  </a:lnTo>
                  <a:close/>
                </a:path>
                <a:path w="342900" h="158750">
                  <a:moveTo>
                    <a:pt x="311150" y="146050"/>
                  </a:moveTo>
                  <a:lnTo>
                    <a:pt x="304800" y="146050"/>
                  </a:lnTo>
                  <a:lnTo>
                    <a:pt x="298450" y="152400"/>
                  </a:lnTo>
                  <a:lnTo>
                    <a:pt x="311150" y="152400"/>
                  </a:lnTo>
                  <a:lnTo>
                    <a:pt x="311150" y="146050"/>
                  </a:lnTo>
                  <a:close/>
                </a:path>
                <a:path w="342900" h="158750">
                  <a:moveTo>
                    <a:pt x="304800" y="0"/>
                  </a:moveTo>
                  <a:lnTo>
                    <a:pt x="266700" y="76200"/>
                  </a:lnTo>
                  <a:lnTo>
                    <a:pt x="298450" y="76200"/>
                  </a:lnTo>
                  <a:lnTo>
                    <a:pt x="298450" y="63500"/>
                  </a:lnTo>
                  <a:lnTo>
                    <a:pt x="336550" y="63500"/>
                  </a:lnTo>
                  <a:lnTo>
                    <a:pt x="304800" y="0"/>
                  </a:lnTo>
                  <a:close/>
                </a:path>
                <a:path w="342900" h="158750">
                  <a:moveTo>
                    <a:pt x="336550" y="63500"/>
                  </a:moveTo>
                  <a:lnTo>
                    <a:pt x="311150" y="63500"/>
                  </a:lnTo>
                  <a:lnTo>
                    <a:pt x="311150" y="76200"/>
                  </a:lnTo>
                  <a:lnTo>
                    <a:pt x="342900" y="76200"/>
                  </a:lnTo>
                  <a:lnTo>
                    <a:pt x="3365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1" name="object 80"/>
            <p:cNvSpPr/>
            <p:nvPr/>
          </p:nvSpPr>
          <p:spPr>
            <a:xfrm>
              <a:off x="6781680" y="171468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2" name="object 81"/>
            <p:cNvSpPr/>
            <p:nvPr/>
          </p:nvSpPr>
          <p:spPr>
            <a:xfrm>
              <a:off x="2729520" y="2424960"/>
              <a:ext cx="5971680" cy="666360"/>
            </a:xfrm>
            <a:custGeom>
              <a:avLst/>
              <a:gdLst>
                <a:gd name="textAreaLeft" fmla="*/ 0 w 5971680"/>
                <a:gd name="textAreaRight" fmla="*/ 5972040 w 5971680"/>
                <a:gd name="textAreaTop" fmla="*/ 0 h 666360"/>
                <a:gd name="textAreaBottom" fmla="*/ 666720 h 666360"/>
              </a:gdLst>
              <a:ahLst/>
              <a:cxnLst/>
              <a:rect l="textAreaLeft" t="textAreaTop" r="textAreaRight" b="textAreaBottom"/>
              <a:pathLst>
                <a:path w="5972175" h="666750">
                  <a:moveTo>
                    <a:pt x="233425" y="581025"/>
                  </a:moveTo>
                  <a:lnTo>
                    <a:pt x="233425" y="666750"/>
                  </a:lnTo>
                  <a:lnTo>
                    <a:pt x="290660" y="638175"/>
                  </a:lnTo>
                  <a:lnTo>
                    <a:pt x="247650" y="638175"/>
                  </a:lnTo>
                  <a:lnTo>
                    <a:pt x="247650" y="609600"/>
                  </a:lnTo>
                  <a:lnTo>
                    <a:pt x="290491" y="609600"/>
                  </a:lnTo>
                  <a:lnTo>
                    <a:pt x="233425" y="581025"/>
                  </a:lnTo>
                  <a:close/>
                </a:path>
                <a:path w="5972175" h="666750">
                  <a:moveTo>
                    <a:pt x="5965824" y="0"/>
                  </a:moveTo>
                  <a:lnTo>
                    <a:pt x="6476" y="0"/>
                  </a:lnTo>
                  <a:lnTo>
                    <a:pt x="0" y="6476"/>
                  </a:lnTo>
                  <a:lnTo>
                    <a:pt x="0" y="631825"/>
                  </a:lnTo>
                  <a:lnTo>
                    <a:pt x="6476" y="638175"/>
                  </a:lnTo>
                  <a:lnTo>
                    <a:pt x="233425" y="638175"/>
                  </a:lnTo>
                  <a:lnTo>
                    <a:pt x="233425" y="623951"/>
                  </a:lnTo>
                  <a:lnTo>
                    <a:pt x="28575" y="623951"/>
                  </a:lnTo>
                  <a:lnTo>
                    <a:pt x="14350" y="609600"/>
                  </a:lnTo>
                  <a:lnTo>
                    <a:pt x="28575" y="609600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0"/>
                  </a:lnTo>
                  <a:lnTo>
                    <a:pt x="5972174" y="14350"/>
                  </a:lnTo>
                  <a:lnTo>
                    <a:pt x="5972174" y="6476"/>
                  </a:lnTo>
                  <a:lnTo>
                    <a:pt x="5965824" y="0"/>
                  </a:lnTo>
                  <a:close/>
                </a:path>
                <a:path w="5972175" h="666750">
                  <a:moveTo>
                    <a:pt x="290491" y="609600"/>
                  </a:moveTo>
                  <a:lnTo>
                    <a:pt x="247650" y="609600"/>
                  </a:lnTo>
                  <a:lnTo>
                    <a:pt x="247650" y="638175"/>
                  </a:lnTo>
                  <a:lnTo>
                    <a:pt x="290660" y="638175"/>
                  </a:lnTo>
                  <a:lnTo>
                    <a:pt x="319150" y="623951"/>
                  </a:lnTo>
                  <a:lnTo>
                    <a:pt x="290491" y="609600"/>
                  </a:lnTo>
                  <a:close/>
                </a:path>
                <a:path w="5972175" h="666750">
                  <a:moveTo>
                    <a:pt x="28575" y="609600"/>
                  </a:moveTo>
                  <a:lnTo>
                    <a:pt x="14350" y="609600"/>
                  </a:lnTo>
                  <a:lnTo>
                    <a:pt x="28575" y="623951"/>
                  </a:lnTo>
                  <a:lnTo>
                    <a:pt x="28575" y="609600"/>
                  </a:lnTo>
                  <a:close/>
                </a:path>
                <a:path w="5972175" h="666750">
                  <a:moveTo>
                    <a:pt x="233425" y="609600"/>
                  </a:moveTo>
                  <a:lnTo>
                    <a:pt x="28575" y="609600"/>
                  </a:lnTo>
                  <a:lnTo>
                    <a:pt x="28575" y="623951"/>
                  </a:lnTo>
                  <a:lnTo>
                    <a:pt x="233425" y="623951"/>
                  </a:lnTo>
                  <a:lnTo>
                    <a:pt x="233425" y="609600"/>
                  </a:lnTo>
                  <a:close/>
                </a:path>
                <a:path w="5972175" h="666750">
                  <a:moveTo>
                    <a:pt x="5943599" y="381000"/>
                  </a:moveTo>
                  <a:lnTo>
                    <a:pt x="5653150" y="381000"/>
                  </a:lnTo>
                  <a:lnTo>
                    <a:pt x="5653150" y="409575"/>
                  </a:lnTo>
                  <a:lnTo>
                    <a:pt x="5965824" y="409575"/>
                  </a:lnTo>
                  <a:lnTo>
                    <a:pt x="5972174" y="403225"/>
                  </a:lnTo>
                  <a:lnTo>
                    <a:pt x="5972174" y="395350"/>
                  </a:lnTo>
                  <a:lnTo>
                    <a:pt x="5943599" y="395350"/>
                  </a:lnTo>
                  <a:lnTo>
                    <a:pt x="5943599" y="381000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5943599" y="395350"/>
                  </a:lnTo>
                  <a:lnTo>
                    <a:pt x="5957950" y="381000"/>
                  </a:lnTo>
                  <a:lnTo>
                    <a:pt x="5972174" y="381000"/>
                  </a:lnTo>
                  <a:lnTo>
                    <a:pt x="5972174" y="28575"/>
                  </a:lnTo>
                  <a:lnTo>
                    <a:pt x="5957950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381000"/>
                  </a:moveTo>
                  <a:lnTo>
                    <a:pt x="5957950" y="381000"/>
                  </a:lnTo>
                  <a:lnTo>
                    <a:pt x="5943599" y="395350"/>
                  </a:lnTo>
                  <a:lnTo>
                    <a:pt x="5972174" y="395350"/>
                  </a:lnTo>
                  <a:lnTo>
                    <a:pt x="5972174" y="381000"/>
                  </a:lnTo>
                  <a:close/>
                </a:path>
                <a:path w="5972175" h="666750">
                  <a:moveTo>
                    <a:pt x="28575" y="14350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5943599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14350"/>
                  </a:moveTo>
                  <a:lnTo>
                    <a:pt x="5943599" y="14350"/>
                  </a:lnTo>
                  <a:lnTo>
                    <a:pt x="5957950" y="28575"/>
                  </a:lnTo>
                  <a:lnTo>
                    <a:pt x="5972174" y="28575"/>
                  </a:lnTo>
                  <a:lnTo>
                    <a:pt x="5972174" y="143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3" name="object 82"/>
            <p:cNvSpPr/>
            <p:nvPr/>
          </p:nvSpPr>
          <p:spPr>
            <a:xfrm>
              <a:off x="1829520" y="1143720"/>
              <a:ext cx="6552720" cy="1157400"/>
            </a:xfrm>
            <a:custGeom>
              <a:avLst/>
              <a:gdLst>
                <a:gd name="textAreaLeft" fmla="*/ 0 w 6552720"/>
                <a:gd name="textAreaRight" fmla="*/ 6553080 w 6552720"/>
                <a:gd name="textAreaTop" fmla="*/ 0 h 1157400"/>
                <a:gd name="textAreaBottom" fmla="*/ 1157760 h 1157400"/>
              </a:gdLst>
              <a:ahLst/>
              <a:cxnLst/>
              <a:rect l="textAreaLeft" t="textAreaTop" r="textAreaRight" b="textAreaBottom"/>
              <a:pathLst>
                <a:path w="6553200" h="1157605">
                  <a:moveTo>
                    <a:pt x="5791200" y="76200"/>
                  </a:moveTo>
                  <a:lnTo>
                    <a:pt x="5762536" y="61849"/>
                  </a:lnTo>
                  <a:lnTo>
                    <a:pt x="5705475" y="33274"/>
                  </a:lnTo>
                  <a:lnTo>
                    <a:pt x="5705475" y="61849"/>
                  </a:lnTo>
                  <a:lnTo>
                    <a:pt x="296926" y="61849"/>
                  </a:lnTo>
                  <a:lnTo>
                    <a:pt x="290449" y="68326"/>
                  </a:lnTo>
                  <a:lnTo>
                    <a:pt x="290449" y="1128649"/>
                  </a:lnTo>
                  <a:lnTo>
                    <a:pt x="0" y="1128649"/>
                  </a:lnTo>
                  <a:lnTo>
                    <a:pt x="0" y="1157224"/>
                  </a:lnTo>
                  <a:lnTo>
                    <a:pt x="312674" y="1157224"/>
                  </a:lnTo>
                  <a:lnTo>
                    <a:pt x="319024" y="1150874"/>
                  </a:lnTo>
                  <a:lnTo>
                    <a:pt x="319024" y="1143000"/>
                  </a:lnTo>
                  <a:lnTo>
                    <a:pt x="319024" y="1128649"/>
                  </a:lnTo>
                  <a:lnTo>
                    <a:pt x="319024" y="90424"/>
                  </a:lnTo>
                  <a:lnTo>
                    <a:pt x="5705475" y="90424"/>
                  </a:lnTo>
                  <a:lnTo>
                    <a:pt x="5705475" y="118999"/>
                  </a:lnTo>
                  <a:lnTo>
                    <a:pt x="5762701" y="90424"/>
                  </a:lnTo>
                  <a:lnTo>
                    <a:pt x="5791200" y="76200"/>
                  </a:lnTo>
                  <a:close/>
                </a:path>
                <a:path w="6553200" h="1157605">
                  <a:moveTo>
                    <a:pt x="6553200" y="85852"/>
                  </a:moveTo>
                  <a:lnTo>
                    <a:pt x="6547193" y="52463"/>
                  </a:lnTo>
                  <a:lnTo>
                    <a:pt x="6530861" y="25171"/>
                  </a:lnTo>
                  <a:lnTo>
                    <a:pt x="6506629" y="6756"/>
                  </a:lnTo>
                  <a:lnTo>
                    <a:pt x="6477000" y="0"/>
                  </a:lnTo>
                  <a:lnTo>
                    <a:pt x="6447358" y="6756"/>
                  </a:lnTo>
                  <a:lnTo>
                    <a:pt x="6423126" y="25171"/>
                  </a:lnTo>
                  <a:lnTo>
                    <a:pt x="6406794" y="52463"/>
                  </a:lnTo>
                  <a:lnTo>
                    <a:pt x="6400800" y="85852"/>
                  </a:lnTo>
                  <a:lnTo>
                    <a:pt x="6400800" y="447548"/>
                  </a:lnTo>
                  <a:lnTo>
                    <a:pt x="6406794" y="480949"/>
                  </a:lnTo>
                  <a:lnTo>
                    <a:pt x="6423126" y="508241"/>
                  </a:lnTo>
                  <a:lnTo>
                    <a:pt x="6447358" y="526656"/>
                  </a:lnTo>
                  <a:lnTo>
                    <a:pt x="6477000" y="533400"/>
                  </a:lnTo>
                  <a:lnTo>
                    <a:pt x="6506629" y="526656"/>
                  </a:lnTo>
                  <a:lnTo>
                    <a:pt x="6530861" y="508241"/>
                  </a:lnTo>
                  <a:lnTo>
                    <a:pt x="6547193" y="480949"/>
                  </a:lnTo>
                  <a:lnTo>
                    <a:pt x="6553200" y="447548"/>
                  </a:lnTo>
                  <a:lnTo>
                    <a:pt x="6553200" y="85852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4" name="object 83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5" name="object 84"/>
            <p:cNvSpPr/>
            <p:nvPr/>
          </p:nvSpPr>
          <p:spPr>
            <a:xfrm>
              <a:off x="291240" y="1053360"/>
              <a:ext cx="8410320" cy="2342880"/>
            </a:xfrm>
            <a:custGeom>
              <a:avLst/>
              <a:gdLst>
                <a:gd name="textAreaLeft" fmla="*/ 0 w 8410320"/>
                <a:gd name="textAreaRight" fmla="*/ 8410680 w 841032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8410575" h="2343150">
                  <a:moveTo>
                    <a:pt x="7939087" y="166751"/>
                  </a:moveTo>
                  <a:lnTo>
                    <a:pt x="7853362" y="123952"/>
                  </a:lnTo>
                  <a:lnTo>
                    <a:pt x="7853362" y="152527"/>
                  </a:lnTo>
                  <a:lnTo>
                    <a:pt x="7481887" y="152400"/>
                  </a:lnTo>
                  <a:lnTo>
                    <a:pt x="7481887" y="180975"/>
                  </a:lnTo>
                  <a:lnTo>
                    <a:pt x="7853362" y="181102"/>
                  </a:lnTo>
                  <a:lnTo>
                    <a:pt x="7853362" y="209677"/>
                  </a:lnTo>
                  <a:lnTo>
                    <a:pt x="7910423" y="181102"/>
                  </a:lnTo>
                  <a:lnTo>
                    <a:pt x="7939087" y="166751"/>
                  </a:lnTo>
                  <a:close/>
                </a:path>
                <a:path w="8410575" h="2343150">
                  <a:moveTo>
                    <a:pt x="8410511" y="6477"/>
                  </a:moveTo>
                  <a:lnTo>
                    <a:pt x="84041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2308225"/>
                  </a:lnTo>
                  <a:lnTo>
                    <a:pt x="6400" y="2314575"/>
                  </a:lnTo>
                  <a:lnTo>
                    <a:pt x="233362" y="2314575"/>
                  </a:lnTo>
                  <a:lnTo>
                    <a:pt x="233362" y="2343150"/>
                  </a:lnTo>
                  <a:lnTo>
                    <a:pt x="290588" y="2314575"/>
                  </a:lnTo>
                  <a:lnTo>
                    <a:pt x="319087" y="2300351"/>
                  </a:lnTo>
                  <a:lnTo>
                    <a:pt x="290423" y="2286000"/>
                  </a:lnTo>
                  <a:lnTo>
                    <a:pt x="233362" y="2257425"/>
                  </a:lnTo>
                  <a:lnTo>
                    <a:pt x="233362" y="2286000"/>
                  </a:lnTo>
                  <a:lnTo>
                    <a:pt x="28575" y="2286000"/>
                  </a:lnTo>
                  <a:lnTo>
                    <a:pt x="28575" y="28575"/>
                  </a:lnTo>
                  <a:lnTo>
                    <a:pt x="8381936" y="28575"/>
                  </a:lnTo>
                  <a:lnTo>
                    <a:pt x="8381936" y="304800"/>
                  </a:lnTo>
                  <a:lnTo>
                    <a:pt x="8091487" y="304800"/>
                  </a:lnTo>
                  <a:lnTo>
                    <a:pt x="8091487" y="333375"/>
                  </a:lnTo>
                  <a:lnTo>
                    <a:pt x="8404161" y="333375"/>
                  </a:lnTo>
                  <a:lnTo>
                    <a:pt x="8410511" y="327025"/>
                  </a:lnTo>
                  <a:lnTo>
                    <a:pt x="8410511" y="319151"/>
                  </a:lnTo>
                  <a:lnTo>
                    <a:pt x="8410511" y="304800"/>
                  </a:lnTo>
                  <a:lnTo>
                    <a:pt x="8410511" y="28575"/>
                  </a:lnTo>
                  <a:lnTo>
                    <a:pt x="8410511" y="14351"/>
                  </a:lnTo>
                  <a:lnTo>
                    <a:pt x="8410511" y="6477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6" name="object 85"/>
            <p:cNvSpPr/>
            <p:nvPr/>
          </p:nvSpPr>
          <p:spPr>
            <a:xfrm>
              <a:off x="8267760" y="1676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7" name="object 86"/>
          <p:cNvSpPr/>
          <p:nvPr/>
        </p:nvSpPr>
        <p:spPr>
          <a:xfrm>
            <a:off x="2746080" y="4201560"/>
            <a:ext cx="6854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Rwe=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object 87"/>
          <p:cNvSpPr/>
          <p:nvPr/>
        </p:nvSpPr>
        <p:spPr>
          <a:xfrm>
            <a:off x="3418920" y="4238280"/>
            <a:ext cx="14184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6" strike="noStrike">
                <a:solidFill>
                  <a:srgbClr val="C261E8"/>
                </a:solidFill>
                <a:effectLst/>
                <a:uFillTx/>
                <a:latin typeface="Arial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object 88"/>
          <p:cNvSpPr/>
          <p:nvPr/>
        </p:nvSpPr>
        <p:spPr>
          <a:xfrm>
            <a:off x="5908320" y="4710960"/>
            <a:ext cx="2905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object 89"/>
          <p:cNvSpPr/>
          <p:nvPr/>
        </p:nvSpPr>
        <p:spPr>
          <a:xfrm>
            <a:off x="6804360" y="4217400"/>
            <a:ext cx="7470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DMwe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object 90"/>
          <p:cNvSpPr/>
          <p:nvPr/>
        </p:nvSpPr>
        <p:spPr>
          <a:xfrm>
            <a:off x="7538760" y="4254120"/>
            <a:ext cx="29124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object 91"/>
          <p:cNvSpPr/>
          <p:nvPr/>
        </p:nvSpPr>
        <p:spPr>
          <a:xfrm>
            <a:off x="8133480" y="1914480"/>
            <a:ext cx="3229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JP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object 92"/>
          <p:cNvSpPr/>
          <p:nvPr/>
        </p:nvSpPr>
        <p:spPr>
          <a:xfrm>
            <a:off x="8443440" y="1951560"/>
            <a:ext cx="2905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object 93"/>
          <p:cNvSpPr/>
          <p:nvPr/>
        </p:nvSpPr>
        <p:spPr>
          <a:xfrm>
            <a:off x="5718600" y="4125240"/>
            <a:ext cx="803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object 94"/>
          <p:cNvSpPr/>
          <p:nvPr/>
        </p:nvSpPr>
        <p:spPr>
          <a:xfrm>
            <a:off x="6509160" y="4161960"/>
            <a:ext cx="29124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object 95"/>
          <p:cNvSpPr/>
          <p:nvPr/>
        </p:nvSpPr>
        <p:spPr>
          <a:xfrm>
            <a:off x="6552000" y="1305360"/>
            <a:ext cx="378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BR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object 96"/>
          <p:cNvSpPr/>
          <p:nvPr/>
        </p:nvSpPr>
        <p:spPr>
          <a:xfrm>
            <a:off x="6918120" y="1342080"/>
            <a:ext cx="29052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object 97"/>
          <p:cNvSpPr/>
          <p:nvPr/>
        </p:nvSpPr>
        <p:spPr>
          <a:xfrm>
            <a:off x="8004960" y="3362760"/>
            <a:ext cx="5356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Rwd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object 98"/>
          <p:cNvSpPr/>
          <p:nvPr/>
        </p:nvSpPr>
        <p:spPr>
          <a:xfrm>
            <a:off x="8527680" y="3399480"/>
            <a:ext cx="3182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=X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object 99"/>
          <p:cNvSpPr/>
          <p:nvPr/>
        </p:nvSpPr>
        <p:spPr>
          <a:xfrm>
            <a:off x="384120" y="4508640"/>
            <a:ext cx="6829560" cy="14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78920" rIns="0" bIns="0" anchor="t">
            <a:spAutoFit/>
          </a:bodyPr>
          <a:p>
            <a:pPr marL="3537000">
              <a:lnSpc>
                <a:spcPct val="100000"/>
              </a:lnSpc>
              <a:spcBef>
                <a:spcPts val="1409"/>
              </a:spcBef>
              <a:tabLst>
                <a:tab pos="4660920" algn="l"/>
              </a:tabLst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Rdst</a:t>
            </a:r>
            <a:r>
              <a:rPr lang="en-US" sz="2000" b="0" u="none" strike="noStrike">
                <a:solidFill>
                  <a:srgbClr val="C261E8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ALUinB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155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Difference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between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sw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5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3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don’t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count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X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(“don’t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care”)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object 100"/>
          <p:cNvSpPr/>
          <p:nvPr/>
        </p:nvSpPr>
        <p:spPr>
          <a:xfrm>
            <a:off x="4446000" y="4710960"/>
            <a:ext cx="3189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4"/>
              </a:lnSpc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=X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2" name="object 101"/>
          <p:cNvGrpSpPr/>
          <p:nvPr/>
        </p:nvGrpSpPr>
        <p:grpSpPr>
          <a:xfrm>
            <a:off x="0" y="420840"/>
            <a:ext cx="8928720" cy="4597200"/>
            <a:chOff x="0" y="420840"/>
            <a:chExt cx="8928720" cy="4597200"/>
          </a:xfrm>
        </p:grpSpPr>
        <p:sp>
          <p:nvSpPr>
            <p:cNvPr id="1343" name="object 102"/>
            <p:cNvSpPr/>
            <p:nvPr/>
          </p:nvSpPr>
          <p:spPr>
            <a:xfrm>
              <a:off x="4267800" y="3048840"/>
              <a:ext cx="2437920" cy="685440"/>
            </a:xfrm>
            <a:custGeom>
              <a:avLst/>
              <a:gdLst>
                <a:gd name="textAreaLeft" fmla="*/ 0 w 2437920"/>
                <a:gd name="textAreaRight" fmla="*/ 2438280 w 2437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2438400" h="685800">
                  <a:moveTo>
                    <a:pt x="0" y="685800"/>
                  </a:moveTo>
                  <a:lnTo>
                    <a:pt x="609600" y="685800"/>
                  </a:lnTo>
                </a:path>
                <a:path w="2438400" h="685800">
                  <a:moveTo>
                    <a:pt x="2133600" y="304800"/>
                  </a:moveTo>
                  <a:lnTo>
                    <a:pt x="2438399" y="304800"/>
                  </a:lnTo>
                </a:path>
                <a:path w="2438400" h="685800">
                  <a:moveTo>
                    <a:pt x="2438399" y="304800"/>
                  </a:moveTo>
                  <a:lnTo>
                    <a:pt x="2438399" y="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object 103"/>
            <p:cNvSpPr/>
            <p:nvPr/>
          </p:nvSpPr>
          <p:spPr>
            <a:xfrm>
              <a:off x="3358800" y="4191120"/>
              <a:ext cx="291240" cy="3654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291464" h="365760">
                  <a:moveTo>
                    <a:pt x="29108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291084" y="365760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object 104"/>
            <p:cNvSpPr/>
            <p:nvPr/>
          </p:nvSpPr>
          <p:spPr>
            <a:xfrm>
              <a:off x="3358800" y="4191120"/>
              <a:ext cx="291240" cy="3654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291464" h="365760">
                  <a:moveTo>
                    <a:pt x="0" y="365760"/>
                  </a:moveTo>
                  <a:lnTo>
                    <a:pt x="291084" y="365760"/>
                  </a:lnTo>
                  <a:lnTo>
                    <a:pt x="291084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object 105"/>
            <p:cNvSpPr/>
            <p:nvPr/>
          </p:nvSpPr>
          <p:spPr>
            <a:xfrm>
              <a:off x="4526280" y="463464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4" h="364489">
                  <a:moveTo>
                    <a:pt x="29108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291084" y="364236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object 106"/>
            <p:cNvSpPr/>
            <p:nvPr/>
          </p:nvSpPr>
          <p:spPr>
            <a:xfrm>
              <a:off x="4526280" y="463464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4" h="364489">
                  <a:moveTo>
                    <a:pt x="0" y="364236"/>
                  </a:moveTo>
                  <a:lnTo>
                    <a:pt x="291084" y="364236"/>
                  </a:lnTo>
                  <a:lnTo>
                    <a:pt x="291084" y="0"/>
                  </a:lnTo>
                  <a:lnTo>
                    <a:pt x="0" y="0"/>
                  </a:lnTo>
                  <a:lnTo>
                    <a:pt x="0" y="364236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object 107"/>
            <p:cNvSpPr/>
            <p:nvPr/>
          </p:nvSpPr>
          <p:spPr>
            <a:xfrm>
              <a:off x="6010560" y="4652640"/>
              <a:ext cx="291240" cy="3654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291464" h="365760">
                  <a:moveTo>
                    <a:pt x="291084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291084" y="365759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object 108"/>
            <p:cNvSpPr/>
            <p:nvPr/>
          </p:nvSpPr>
          <p:spPr>
            <a:xfrm>
              <a:off x="6010560" y="4652640"/>
              <a:ext cx="291240" cy="3654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291464" h="365760">
                  <a:moveTo>
                    <a:pt x="0" y="365759"/>
                  </a:moveTo>
                  <a:lnTo>
                    <a:pt x="291084" y="365759"/>
                  </a:lnTo>
                  <a:lnTo>
                    <a:pt x="291084" y="0"/>
                  </a:lnTo>
                  <a:lnTo>
                    <a:pt x="0" y="0"/>
                  </a:lnTo>
                  <a:lnTo>
                    <a:pt x="0" y="36575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object 109"/>
            <p:cNvSpPr/>
            <p:nvPr/>
          </p:nvSpPr>
          <p:spPr>
            <a:xfrm>
              <a:off x="6553080" y="407052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89">
                  <a:moveTo>
                    <a:pt x="291083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291083" y="364236"/>
                  </a:lnTo>
                  <a:lnTo>
                    <a:pt x="291083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object 110"/>
            <p:cNvSpPr/>
            <p:nvPr/>
          </p:nvSpPr>
          <p:spPr>
            <a:xfrm>
              <a:off x="6553080" y="407052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89">
                  <a:moveTo>
                    <a:pt x="0" y="364236"/>
                  </a:moveTo>
                  <a:lnTo>
                    <a:pt x="291083" y="364236"/>
                  </a:lnTo>
                  <a:lnTo>
                    <a:pt x="291083" y="0"/>
                  </a:lnTo>
                  <a:lnTo>
                    <a:pt x="0" y="0"/>
                  </a:lnTo>
                  <a:lnTo>
                    <a:pt x="0" y="364236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object 111"/>
            <p:cNvSpPr/>
            <p:nvPr/>
          </p:nvSpPr>
          <p:spPr>
            <a:xfrm>
              <a:off x="7633800" y="422136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89">
                  <a:moveTo>
                    <a:pt x="291083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291083" y="364236"/>
                  </a:lnTo>
                  <a:lnTo>
                    <a:pt x="291083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object 112"/>
            <p:cNvSpPr/>
            <p:nvPr/>
          </p:nvSpPr>
          <p:spPr>
            <a:xfrm>
              <a:off x="7633800" y="422136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89">
                  <a:moveTo>
                    <a:pt x="0" y="364236"/>
                  </a:moveTo>
                  <a:lnTo>
                    <a:pt x="291083" y="364236"/>
                  </a:lnTo>
                  <a:lnTo>
                    <a:pt x="291083" y="0"/>
                  </a:lnTo>
                  <a:lnTo>
                    <a:pt x="0" y="0"/>
                  </a:lnTo>
                  <a:lnTo>
                    <a:pt x="0" y="364236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object 113"/>
            <p:cNvSpPr/>
            <p:nvPr/>
          </p:nvSpPr>
          <p:spPr>
            <a:xfrm>
              <a:off x="8639640" y="3360600"/>
              <a:ext cx="289080" cy="365400"/>
            </a:xfrm>
            <a:custGeom>
              <a:avLst/>
              <a:gdLst>
                <a:gd name="textAreaLeft" fmla="*/ 0 w 289080"/>
                <a:gd name="textAreaRight" fmla="*/ 289440 w 28908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289559" h="365760">
                  <a:moveTo>
                    <a:pt x="289559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289559" y="365759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object 114"/>
            <p:cNvSpPr/>
            <p:nvPr/>
          </p:nvSpPr>
          <p:spPr>
            <a:xfrm>
              <a:off x="8639640" y="3360600"/>
              <a:ext cx="289080" cy="365400"/>
            </a:xfrm>
            <a:custGeom>
              <a:avLst/>
              <a:gdLst>
                <a:gd name="textAreaLeft" fmla="*/ 0 w 289080"/>
                <a:gd name="textAreaRight" fmla="*/ 289440 w 28908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289559" h="365760">
                  <a:moveTo>
                    <a:pt x="0" y="365759"/>
                  </a:moveTo>
                  <a:lnTo>
                    <a:pt x="289559" y="365759"/>
                  </a:lnTo>
                  <a:lnTo>
                    <a:pt x="289559" y="0"/>
                  </a:lnTo>
                  <a:lnTo>
                    <a:pt x="0" y="0"/>
                  </a:lnTo>
                  <a:lnTo>
                    <a:pt x="0" y="36575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object 115"/>
            <p:cNvSpPr/>
            <p:nvPr/>
          </p:nvSpPr>
          <p:spPr>
            <a:xfrm>
              <a:off x="8532720" y="188676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89">
                  <a:moveTo>
                    <a:pt x="291083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291083" y="364236"/>
                  </a:lnTo>
                  <a:lnTo>
                    <a:pt x="291083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object 116"/>
            <p:cNvSpPr/>
            <p:nvPr/>
          </p:nvSpPr>
          <p:spPr>
            <a:xfrm>
              <a:off x="8532720" y="188676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89">
                  <a:moveTo>
                    <a:pt x="0" y="364236"/>
                  </a:moveTo>
                  <a:lnTo>
                    <a:pt x="291083" y="364236"/>
                  </a:lnTo>
                  <a:lnTo>
                    <a:pt x="291083" y="0"/>
                  </a:lnTo>
                  <a:lnTo>
                    <a:pt x="0" y="0"/>
                  </a:lnTo>
                  <a:lnTo>
                    <a:pt x="0" y="364236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object 117"/>
            <p:cNvSpPr/>
            <p:nvPr/>
          </p:nvSpPr>
          <p:spPr>
            <a:xfrm>
              <a:off x="7010280" y="124344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90">
                  <a:moveTo>
                    <a:pt x="291083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291083" y="364236"/>
                  </a:lnTo>
                  <a:lnTo>
                    <a:pt x="291083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object 118"/>
            <p:cNvSpPr/>
            <p:nvPr/>
          </p:nvSpPr>
          <p:spPr>
            <a:xfrm>
              <a:off x="7010280" y="1243440"/>
              <a:ext cx="291240" cy="36396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291465" h="364490">
                  <a:moveTo>
                    <a:pt x="0" y="364236"/>
                  </a:moveTo>
                  <a:lnTo>
                    <a:pt x="291083" y="364236"/>
                  </a:lnTo>
                  <a:lnTo>
                    <a:pt x="291083" y="0"/>
                  </a:lnTo>
                  <a:lnTo>
                    <a:pt x="0" y="0"/>
                  </a:lnTo>
                  <a:lnTo>
                    <a:pt x="0" y="364236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object 119"/>
            <p:cNvSpPr/>
            <p:nvPr/>
          </p:nvSpPr>
          <p:spPr>
            <a:xfrm>
              <a:off x="0" y="420840"/>
              <a:ext cx="2133360" cy="631440"/>
            </a:xfrm>
            <a:custGeom>
              <a:avLst/>
              <a:gdLst>
                <a:gd name="textAreaLeft" fmla="*/ 0 w 2133360"/>
                <a:gd name="textAreaRight" fmla="*/ 2133720 w 2133360"/>
                <a:gd name="textAreaTop" fmla="*/ 0 h 631440"/>
                <a:gd name="textAreaBottom" fmla="*/ 631800 h 631440"/>
              </a:gdLst>
              <a:ahLst/>
              <a:cxnLst/>
              <a:rect l="textAreaLeft" t="textAreaTop" r="textAreaRight" b="textAreaBottom"/>
              <a:pathLst>
                <a:path w="2133600" h="631825">
                  <a:moveTo>
                    <a:pt x="2086864" y="0"/>
                  </a:moveTo>
                  <a:lnTo>
                    <a:pt x="0" y="269212"/>
                  </a:lnTo>
                  <a:lnTo>
                    <a:pt x="0" y="294177"/>
                  </a:lnTo>
                  <a:lnTo>
                    <a:pt x="43550" y="631698"/>
                  </a:lnTo>
                  <a:lnTo>
                    <a:pt x="2133600" y="362076"/>
                  </a:lnTo>
                  <a:lnTo>
                    <a:pt x="2086864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object 120"/>
            <p:cNvSpPr/>
            <p:nvPr/>
          </p:nvSpPr>
          <p:spPr>
            <a:xfrm>
              <a:off x="0" y="420840"/>
              <a:ext cx="2133360" cy="631440"/>
            </a:xfrm>
            <a:custGeom>
              <a:avLst/>
              <a:gdLst>
                <a:gd name="textAreaLeft" fmla="*/ 0 w 2133360"/>
                <a:gd name="textAreaRight" fmla="*/ 2133720 w 2133360"/>
                <a:gd name="textAreaTop" fmla="*/ 0 h 631440"/>
                <a:gd name="textAreaBottom" fmla="*/ 631800 h 631440"/>
              </a:gdLst>
              <a:ahLst/>
              <a:cxnLst/>
              <a:rect l="textAreaLeft" t="textAreaTop" r="textAreaRight" b="textAreaBottom"/>
              <a:pathLst>
                <a:path w="2133600" h="631825">
                  <a:moveTo>
                    <a:pt x="0" y="269212"/>
                  </a:moveTo>
                  <a:lnTo>
                    <a:pt x="2086864" y="0"/>
                  </a:lnTo>
                  <a:lnTo>
                    <a:pt x="2133600" y="362076"/>
                  </a:lnTo>
                  <a:lnTo>
                    <a:pt x="43550" y="631698"/>
                  </a:lnTo>
                  <a:lnTo>
                    <a:pt x="0" y="29417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62" name="object 121"/>
            <p:cNvPicPr/>
            <p:nvPr/>
          </p:nvPicPr>
          <p:blipFill>
            <a:blip r:embed="rId7"/>
            <a:stretch/>
          </p:blipFill>
          <p:spPr>
            <a:xfrm>
              <a:off x="244080" y="561600"/>
              <a:ext cx="1651320" cy="335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63" name="object 122"/>
            <p:cNvSpPr/>
            <p:nvPr/>
          </p:nvSpPr>
          <p:spPr>
            <a:xfrm>
              <a:off x="6020640" y="1558080"/>
              <a:ext cx="2209320" cy="590040"/>
            </a:xfrm>
            <a:custGeom>
              <a:avLst/>
              <a:gdLst>
                <a:gd name="textAreaLeft" fmla="*/ 0 w 2209320"/>
                <a:gd name="textAreaRight" fmla="*/ 2209680 w 22093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2209800" h="590550">
                  <a:moveTo>
                    <a:pt x="1979930" y="561975"/>
                  </a:moveTo>
                  <a:lnTo>
                    <a:pt x="0" y="561975"/>
                  </a:lnTo>
                  <a:lnTo>
                    <a:pt x="0" y="590550"/>
                  </a:lnTo>
                  <a:lnTo>
                    <a:pt x="2002155" y="590550"/>
                  </a:lnTo>
                  <a:lnTo>
                    <a:pt x="2008505" y="584200"/>
                  </a:lnTo>
                  <a:lnTo>
                    <a:pt x="2008505" y="576326"/>
                  </a:lnTo>
                  <a:lnTo>
                    <a:pt x="1979930" y="576326"/>
                  </a:lnTo>
                  <a:lnTo>
                    <a:pt x="1979930" y="561975"/>
                  </a:lnTo>
                  <a:close/>
                </a:path>
                <a:path w="2209800" h="590550">
                  <a:moveTo>
                    <a:pt x="2124074" y="28575"/>
                  </a:moveTo>
                  <a:lnTo>
                    <a:pt x="1986280" y="28575"/>
                  </a:lnTo>
                  <a:lnTo>
                    <a:pt x="1979930" y="35051"/>
                  </a:lnTo>
                  <a:lnTo>
                    <a:pt x="1979930" y="576326"/>
                  </a:lnTo>
                  <a:lnTo>
                    <a:pt x="1994154" y="561975"/>
                  </a:lnTo>
                  <a:lnTo>
                    <a:pt x="2008505" y="561975"/>
                  </a:lnTo>
                  <a:lnTo>
                    <a:pt x="2008505" y="57150"/>
                  </a:lnTo>
                  <a:lnTo>
                    <a:pt x="1994154" y="57150"/>
                  </a:lnTo>
                  <a:lnTo>
                    <a:pt x="2008505" y="42925"/>
                  </a:lnTo>
                  <a:lnTo>
                    <a:pt x="2124074" y="42925"/>
                  </a:lnTo>
                  <a:lnTo>
                    <a:pt x="2124074" y="28575"/>
                  </a:lnTo>
                  <a:close/>
                </a:path>
                <a:path w="2209800" h="590550">
                  <a:moveTo>
                    <a:pt x="2008505" y="561975"/>
                  </a:moveTo>
                  <a:lnTo>
                    <a:pt x="1994154" y="561975"/>
                  </a:lnTo>
                  <a:lnTo>
                    <a:pt x="1979930" y="576326"/>
                  </a:lnTo>
                  <a:lnTo>
                    <a:pt x="2008505" y="576326"/>
                  </a:lnTo>
                  <a:lnTo>
                    <a:pt x="2008505" y="561975"/>
                  </a:lnTo>
                  <a:close/>
                </a:path>
                <a:path w="2209800" h="590550">
                  <a:moveTo>
                    <a:pt x="2124074" y="0"/>
                  </a:moveTo>
                  <a:lnTo>
                    <a:pt x="2124074" y="85725"/>
                  </a:lnTo>
                  <a:lnTo>
                    <a:pt x="2181309" y="57150"/>
                  </a:lnTo>
                  <a:lnTo>
                    <a:pt x="2138298" y="57150"/>
                  </a:lnTo>
                  <a:lnTo>
                    <a:pt x="2138298" y="28575"/>
                  </a:lnTo>
                  <a:lnTo>
                    <a:pt x="2181140" y="28575"/>
                  </a:lnTo>
                  <a:lnTo>
                    <a:pt x="2124074" y="0"/>
                  </a:lnTo>
                  <a:close/>
                </a:path>
                <a:path w="2209800" h="590550">
                  <a:moveTo>
                    <a:pt x="2008505" y="42925"/>
                  </a:moveTo>
                  <a:lnTo>
                    <a:pt x="1994154" y="57150"/>
                  </a:lnTo>
                  <a:lnTo>
                    <a:pt x="2008505" y="57150"/>
                  </a:lnTo>
                  <a:lnTo>
                    <a:pt x="2008505" y="42925"/>
                  </a:lnTo>
                  <a:close/>
                </a:path>
                <a:path w="2209800" h="590550">
                  <a:moveTo>
                    <a:pt x="2124074" y="42925"/>
                  </a:moveTo>
                  <a:lnTo>
                    <a:pt x="2008505" y="42925"/>
                  </a:lnTo>
                  <a:lnTo>
                    <a:pt x="2008505" y="57150"/>
                  </a:lnTo>
                  <a:lnTo>
                    <a:pt x="2124074" y="57150"/>
                  </a:lnTo>
                  <a:lnTo>
                    <a:pt x="2124074" y="42925"/>
                  </a:lnTo>
                  <a:close/>
                </a:path>
                <a:path w="2209800" h="590550">
                  <a:moveTo>
                    <a:pt x="2181140" y="28575"/>
                  </a:moveTo>
                  <a:lnTo>
                    <a:pt x="2138298" y="28575"/>
                  </a:lnTo>
                  <a:lnTo>
                    <a:pt x="2138298" y="57150"/>
                  </a:lnTo>
                  <a:lnTo>
                    <a:pt x="2181309" y="57150"/>
                  </a:lnTo>
                  <a:lnTo>
                    <a:pt x="2209799" y="42925"/>
                  </a:lnTo>
                  <a:lnTo>
                    <a:pt x="2181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4" name="object 123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object 124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6" name="object 125"/>
          <p:cNvSpPr/>
          <p:nvPr/>
        </p:nvSpPr>
        <p:spPr>
          <a:xfrm>
            <a:off x="4586400" y="1902960"/>
            <a:ext cx="144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304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7" name="object 126"/>
          <p:cNvGrpSpPr/>
          <p:nvPr/>
        </p:nvGrpSpPr>
        <p:grpSpPr>
          <a:xfrm>
            <a:off x="4619880" y="1905840"/>
            <a:ext cx="1450800" cy="2438280"/>
            <a:chOff x="4619880" y="1905840"/>
            <a:chExt cx="1450800" cy="2438280"/>
          </a:xfrm>
        </p:grpSpPr>
        <p:sp>
          <p:nvSpPr>
            <p:cNvPr id="1368" name="object 127"/>
            <p:cNvSpPr/>
            <p:nvPr/>
          </p:nvSpPr>
          <p:spPr>
            <a:xfrm>
              <a:off x="4619880" y="2363760"/>
              <a:ext cx="75960" cy="19803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80360"/>
                <a:gd name="textAreaBottom" fmla="*/ 1980720 h 1980360"/>
              </a:gdLst>
              <a:ahLst/>
              <a:cxnLst/>
              <a:rect l="textAreaLeft" t="textAreaTop" r="textAreaRight" b="textAreaBottom"/>
              <a:pathLst>
                <a:path w="76200" h="1980564">
                  <a:moveTo>
                    <a:pt x="31811" y="76158"/>
                  </a:moveTo>
                  <a:lnTo>
                    <a:pt x="21971" y="1980057"/>
                  </a:lnTo>
                  <a:lnTo>
                    <a:pt x="34671" y="1980183"/>
                  </a:lnTo>
                  <a:lnTo>
                    <a:pt x="44511" y="76242"/>
                  </a:lnTo>
                  <a:lnTo>
                    <a:pt x="31811" y="76158"/>
                  </a:lnTo>
                  <a:close/>
                </a:path>
                <a:path w="76200" h="1980564">
                  <a:moveTo>
                    <a:pt x="69809" y="63500"/>
                  </a:moveTo>
                  <a:lnTo>
                    <a:pt x="44576" y="63500"/>
                  </a:lnTo>
                  <a:lnTo>
                    <a:pt x="44511" y="76242"/>
                  </a:lnTo>
                  <a:lnTo>
                    <a:pt x="76200" y="76453"/>
                  </a:lnTo>
                  <a:lnTo>
                    <a:pt x="69809" y="63500"/>
                  </a:lnTo>
                  <a:close/>
                </a:path>
                <a:path w="76200" h="1980564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58"/>
                  </a:lnTo>
                  <a:lnTo>
                    <a:pt x="44511" y="76242"/>
                  </a:lnTo>
                  <a:lnTo>
                    <a:pt x="44576" y="63500"/>
                  </a:lnTo>
                  <a:close/>
                </a:path>
                <a:path w="76200" h="1980564">
                  <a:moveTo>
                    <a:pt x="38481" y="0"/>
                  </a:moveTo>
                  <a:lnTo>
                    <a:pt x="0" y="75946"/>
                  </a:lnTo>
                  <a:lnTo>
                    <a:pt x="31811" y="76158"/>
                  </a:lnTo>
                  <a:lnTo>
                    <a:pt x="31876" y="63500"/>
                  </a:lnTo>
                  <a:lnTo>
                    <a:pt x="69809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object 128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object 129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1" name="object 130"/>
          <p:cNvSpPr/>
          <p:nvPr/>
        </p:nvSpPr>
        <p:spPr>
          <a:xfrm>
            <a:off x="5802840" y="190152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object 131"/>
          <p:cNvSpPr/>
          <p:nvPr/>
        </p:nvSpPr>
        <p:spPr>
          <a:xfrm>
            <a:off x="4812120" y="2091600"/>
            <a:ext cx="954000" cy="85320"/>
          </a:xfrm>
          <a:custGeom>
            <a:avLst/>
            <a:gdLst>
              <a:gd name="textAreaLeft" fmla="*/ 0 w 954000"/>
              <a:gd name="textAreaRight" fmla="*/ 954360 w 9540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954404" h="85725">
                <a:moveTo>
                  <a:pt x="925745" y="28575"/>
                </a:moveTo>
                <a:lnTo>
                  <a:pt x="882777" y="28575"/>
                </a:lnTo>
                <a:lnTo>
                  <a:pt x="882777" y="57150"/>
                </a:lnTo>
                <a:lnTo>
                  <a:pt x="868510" y="57166"/>
                </a:lnTo>
                <a:lnTo>
                  <a:pt x="868553" y="85725"/>
                </a:lnTo>
                <a:lnTo>
                  <a:pt x="954278" y="42799"/>
                </a:lnTo>
                <a:lnTo>
                  <a:pt x="925745" y="28575"/>
                </a:lnTo>
                <a:close/>
              </a:path>
              <a:path w="954404" h="85725">
                <a:moveTo>
                  <a:pt x="868468" y="28591"/>
                </a:moveTo>
                <a:lnTo>
                  <a:pt x="0" y="29590"/>
                </a:lnTo>
                <a:lnTo>
                  <a:pt x="0" y="58165"/>
                </a:lnTo>
                <a:lnTo>
                  <a:pt x="868510" y="57166"/>
                </a:lnTo>
                <a:lnTo>
                  <a:pt x="868468" y="28591"/>
                </a:lnTo>
                <a:close/>
              </a:path>
              <a:path w="954404" h="85725">
                <a:moveTo>
                  <a:pt x="882777" y="28575"/>
                </a:moveTo>
                <a:lnTo>
                  <a:pt x="868468" y="28591"/>
                </a:lnTo>
                <a:lnTo>
                  <a:pt x="868510" y="57166"/>
                </a:lnTo>
                <a:lnTo>
                  <a:pt x="882777" y="57150"/>
                </a:lnTo>
                <a:lnTo>
                  <a:pt x="882777" y="28575"/>
                </a:lnTo>
                <a:close/>
              </a:path>
              <a:path w="954404" h="85725">
                <a:moveTo>
                  <a:pt x="868426" y="0"/>
                </a:moveTo>
                <a:lnTo>
                  <a:pt x="868468" y="28591"/>
                </a:lnTo>
                <a:lnTo>
                  <a:pt x="925745" y="28575"/>
                </a:lnTo>
                <a:lnTo>
                  <a:pt x="8684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3" name="PlaceHolder 2"/>
          <p:cNvSpPr>
            <a:spLocks noGrp="1"/>
          </p:cNvSpPr>
          <p:nvPr>
            <p:ph type="sldNum" idx="38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F4E21559-2805-4A59-8004-2665AD3DA329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375" name="object 3"/>
            <p:cNvPicPr/>
            <p:nvPr/>
          </p:nvPicPr>
          <p:blipFill>
            <a:blip r:embed="rId1"/>
            <a:stretch/>
          </p:blipFill>
          <p:spPr>
            <a:xfrm>
              <a:off x="2269080" y="131040"/>
              <a:ext cx="45990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76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3259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Example: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sw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8" name="object 6"/>
          <p:cNvSpPr/>
          <p:nvPr/>
        </p:nvSpPr>
        <p:spPr>
          <a:xfrm>
            <a:off x="384120" y="5105160"/>
            <a:ext cx="682956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Difference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between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sw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5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3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don’t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count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X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(“don’t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care”)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9" name="object 7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1380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object 9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2" name="object 10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3" name="object 11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1384" name="object 12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85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object 14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7" name="object 15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8" name="object 16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1389" name="object 17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90" name="object 18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object 19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object 21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94" name="object 22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95" name="object 23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object 25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8" name="object 26"/>
            <p:cNvSpPr/>
            <p:nvPr/>
          </p:nvSpPr>
          <p:spPr>
            <a:xfrm>
              <a:off x="4267800" y="2929680"/>
              <a:ext cx="1523520" cy="85320"/>
            </a:xfrm>
            <a:custGeom>
              <a:avLst/>
              <a:gdLst>
                <a:gd name="textAreaLeft" fmla="*/ 0 w 1523520"/>
                <a:gd name="textAreaRight" fmla="*/ 1523880 w 15235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1524000" h="85725">
                  <a:moveTo>
                    <a:pt x="1438275" y="57148"/>
                  </a:moveTo>
                  <a:lnTo>
                    <a:pt x="1438275" y="85725"/>
                  </a:lnTo>
                  <a:lnTo>
                    <a:pt x="1495340" y="57150"/>
                  </a:lnTo>
                  <a:lnTo>
                    <a:pt x="1438275" y="57148"/>
                  </a:lnTo>
                  <a:close/>
                </a:path>
                <a:path w="1524000" h="85725">
                  <a:moveTo>
                    <a:pt x="1438275" y="28573"/>
                  </a:moveTo>
                  <a:lnTo>
                    <a:pt x="1438275" y="57148"/>
                  </a:lnTo>
                  <a:lnTo>
                    <a:pt x="1452499" y="57150"/>
                  </a:lnTo>
                  <a:lnTo>
                    <a:pt x="1452499" y="28575"/>
                  </a:lnTo>
                  <a:lnTo>
                    <a:pt x="1438275" y="28573"/>
                  </a:lnTo>
                  <a:close/>
                </a:path>
                <a:path w="1524000" h="85725">
                  <a:moveTo>
                    <a:pt x="1438275" y="0"/>
                  </a:moveTo>
                  <a:lnTo>
                    <a:pt x="1438275" y="28573"/>
                  </a:lnTo>
                  <a:lnTo>
                    <a:pt x="1452499" y="28575"/>
                  </a:lnTo>
                  <a:lnTo>
                    <a:pt x="1452499" y="57150"/>
                  </a:lnTo>
                  <a:lnTo>
                    <a:pt x="1495342" y="57148"/>
                  </a:lnTo>
                  <a:lnTo>
                    <a:pt x="1524000" y="42799"/>
                  </a:lnTo>
                  <a:lnTo>
                    <a:pt x="1438275" y="0"/>
                  </a:lnTo>
                  <a:close/>
                </a:path>
                <a:path w="1524000" h="85725">
                  <a:moveTo>
                    <a:pt x="0" y="28448"/>
                  </a:moveTo>
                  <a:lnTo>
                    <a:pt x="0" y="57023"/>
                  </a:lnTo>
                  <a:lnTo>
                    <a:pt x="1438275" y="57148"/>
                  </a:lnTo>
                  <a:lnTo>
                    <a:pt x="1438275" y="28573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9" name="object 27"/>
            <p:cNvSpPr/>
            <p:nvPr/>
          </p:nvSpPr>
          <p:spPr>
            <a:xfrm>
              <a:off x="4267800" y="3691800"/>
              <a:ext cx="1142640" cy="8532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1143000" h="85725">
                  <a:moveTo>
                    <a:pt x="1057275" y="0"/>
                  </a:moveTo>
                  <a:lnTo>
                    <a:pt x="1057275" y="85725"/>
                  </a:lnTo>
                  <a:lnTo>
                    <a:pt x="1114509" y="57150"/>
                  </a:lnTo>
                  <a:lnTo>
                    <a:pt x="1071499" y="57150"/>
                  </a:lnTo>
                  <a:lnTo>
                    <a:pt x="1071499" y="28575"/>
                  </a:lnTo>
                  <a:lnTo>
                    <a:pt x="1114340" y="28575"/>
                  </a:lnTo>
                  <a:lnTo>
                    <a:pt x="1057275" y="0"/>
                  </a:lnTo>
                  <a:close/>
                </a:path>
                <a:path w="1143000" h="85725">
                  <a:moveTo>
                    <a:pt x="10572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57275" y="57150"/>
                  </a:lnTo>
                  <a:lnTo>
                    <a:pt x="1057275" y="28575"/>
                  </a:lnTo>
                  <a:close/>
                </a:path>
                <a:path w="1143000" h="85725">
                  <a:moveTo>
                    <a:pt x="1114340" y="28575"/>
                  </a:moveTo>
                  <a:lnTo>
                    <a:pt x="1071499" y="28575"/>
                  </a:lnTo>
                  <a:lnTo>
                    <a:pt x="1071499" y="57150"/>
                  </a:lnTo>
                  <a:lnTo>
                    <a:pt x="1114509" y="57150"/>
                  </a:lnTo>
                  <a:lnTo>
                    <a:pt x="1143000" y="42925"/>
                  </a:lnTo>
                  <a:lnTo>
                    <a:pt x="11143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0" name="object 28"/>
            <p:cNvSpPr/>
            <p:nvPr/>
          </p:nvSpPr>
          <p:spPr>
            <a:xfrm>
              <a:off x="3467160" y="3962520"/>
              <a:ext cx="380520" cy="7617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381000" h="76200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762000"/>
                  </a:lnTo>
                  <a:lnTo>
                    <a:pt x="44450" y="762000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381000" h="762000">
                  <a:moveTo>
                    <a:pt x="381000" y="76200"/>
                  </a:moveTo>
                  <a:lnTo>
                    <a:pt x="374650" y="63500"/>
                  </a:lnTo>
                  <a:lnTo>
                    <a:pt x="342900" y="0"/>
                  </a:lnTo>
                  <a:lnTo>
                    <a:pt x="304800" y="76200"/>
                  </a:lnTo>
                  <a:lnTo>
                    <a:pt x="336550" y="76200"/>
                  </a:lnTo>
                  <a:lnTo>
                    <a:pt x="336550" y="762000"/>
                  </a:lnTo>
                  <a:lnTo>
                    <a:pt x="349250" y="762000"/>
                  </a:lnTo>
                  <a:lnTo>
                    <a:pt x="349250" y="76200"/>
                  </a:lnTo>
                  <a:lnTo>
                    <a:pt x="381000" y="762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1" name="object 29"/>
            <p:cNvSpPr/>
            <p:nvPr/>
          </p:nvSpPr>
          <p:spPr>
            <a:xfrm>
              <a:off x="40766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2" name="object 30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3" name="object 31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4" name="object 32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5" name="object 33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06" name="object 34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07" name="object 35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8" name="object 36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9" name="object 37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0" name="object 38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1" name="object 39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2" name="object 40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3" name="object 41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object 42"/>
          <p:cNvSpPr/>
          <p:nvPr/>
        </p:nvSpPr>
        <p:spPr>
          <a:xfrm>
            <a:off x="4495680" y="449568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FF09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object 43"/>
          <p:cNvSpPr/>
          <p:nvPr/>
        </p:nvSpPr>
        <p:spPr>
          <a:xfrm>
            <a:off x="3062880" y="3027960"/>
            <a:ext cx="119016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5280">
              <a:lnSpc>
                <a:spcPct val="100000"/>
              </a:lnSpc>
              <a:spcBef>
                <a:spcPts val="490"/>
              </a:spcBef>
              <a:tabLst>
                <a:tab pos="99108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6" name="object 44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1417" name="object 45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8" name="object 46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9" name="object 47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0" name="object 48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1" name="object 49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2" name="object 50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3" name="object 51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24" name="object 52"/>
            <p:cNvPicPr/>
            <p:nvPr/>
          </p:nvPicPr>
          <p:blipFill>
            <a:blip r:embed="rId6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25" name="object 53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6" name="object 54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27" name="object 55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28" name="object 56"/>
          <p:cNvGrpSpPr/>
          <p:nvPr/>
        </p:nvGrpSpPr>
        <p:grpSpPr>
          <a:xfrm>
            <a:off x="1205640" y="1981800"/>
            <a:ext cx="7176600" cy="2071800"/>
            <a:chOff x="1205640" y="1981800"/>
            <a:chExt cx="7176600" cy="2071800"/>
          </a:xfrm>
        </p:grpSpPr>
        <p:sp>
          <p:nvSpPr>
            <p:cNvPr id="1429" name="object 57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0" name="object 58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1" name="object 59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2" name="object 60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3" name="object 61"/>
            <p:cNvSpPr/>
            <p:nvPr/>
          </p:nvSpPr>
          <p:spPr>
            <a:xfrm>
              <a:off x="1524600" y="1981800"/>
              <a:ext cx="5486040" cy="207180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2071800"/>
                <a:gd name="textAreaBottom" fmla="*/ 2072160 h 2071800"/>
              </a:gdLst>
              <a:ahLst/>
              <a:cxnLst/>
              <a:rect l="textAreaLeft" t="textAreaTop" r="textAreaRight" b="textAreaBottom"/>
              <a:pathLst>
                <a:path w="5486400" h="2072004">
                  <a:moveTo>
                    <a:pt x="304800" y="15240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close/>
                </a:path>
                <a:path w="5486400" h="2072004">
                  <a:moveTo>
                    <a:pt x="5486400" y="1676400"/>
                  </a:moveTo>
                  <a:lnTo>
                    <a:pt x="5457736" y="1662049"/>
                  </a:lnTo>
                  <a:lnTo>
                    <a:pt x="5400675" y="1633474"/>
                  </a:lnTo>
                  <a:lnTo>
                    <a:pt x="5400675" y="1662049"/>
                  </a:lnTo>
                  <a:lnTo>
                    <a:pt x="5173726" y="1662049"/>
                  </a:lnTo>
                  <a:lnTo>
                    <a:pt x="5167249" y="1668526"/>
                  </a:lnTo>
                  <a:lnTo>
                    <a:pt x="5167249" y="2043049"/>
                  </a:lnTo>
                  <a:lnTo>
                    <a:pt x="3367024" y="2043049"/>
                  </a:lnTo>
                  <a:lnTo>
                    <a:pt x="3367024" y="1752600"/>
                  </a:lnTo>
                  <a:lnTo>
                    <a:pt x="3338449" y="1752600"/>
                  </a:lnTo>
                  <a:lnTo>
                    <a:pt x="3338449" y="2065274"/>
                  </a:lnTo>
                  <a:lnTo>
                    <a:pt x="3344926" y="2071624"/>
                  </a:lnTo>
                  <a:lnTo>
                    <a:pt x="5189474" y="2071624"/>
                  </a:lnTo>
                  <a:lnTo>
                    <a:pt x="5195824" y="2065274"/>
                  </a:lnTo>
                  <a:lnTo>
                    <a:pt x="5195824" y="2057400"/>
                  </a:lnTo>
                  <a:lnTo>
                    <a:pt x="5195824" y="2043049"/>
                  </a:lnTo>
                  <a:lnTo>
                    <a:pt x="5195824" y="1690624"/>
                  </a:lnTo>
                  <a:lnTo>
                    <a:pt x="5400675" y="1690624"/>
                  </a:lnTo>
                  <a:lnTo>
                    <a:pt x="5400675" y="1719199"/>
                  </a:lnTo>
                  <a:lnTo>
                    <a:pt x="5457901" y="1690624"/>
                  </a:lnTo>
                  <a:lnTo>
                    <a:pt x="5486400" y="16764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4" name="object 62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5" name="object 63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6" name="object 64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7" name="object 65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1438" name="object 66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9" name="object 67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0" name="object 68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1" name="object 69"/>
          <p:cNvGrpSpPr/>
          <p:nvPr/>
        </p:nvGrpSpPr>
        <p:grpSpPr>
          <a:xfrm>
            <a:off x="291240" y="1053360"/>
            <a:ext cx="8410320" cy="3290760"/>
            <a:chOff x="291240" y="1053360"/>
            <a:chExt cx="8410320" cy="3290760"/>
          </a:xfrm>
        </p:grpSpPr>
        <p:sp>
          <p:nvSpPr>
            <p:cNvPr id="1442" name="object 70"/>
            <p:cNvSpPr/>
            <p:nvPr/>
          </p:nvSpPr>
          <p:spPr>
            <a:xfrm>
              <a:off x="5792040" y="171036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object 71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object 72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5" name="object 73"/>
            <p:cNvSpPr/>
            <p:nvPr/>
          </p:nvSpPr>
          <p:spPr>
            <a:xfrm>
              <a:off x="5168160" y="1710360"/>
              <a:ext cx="318960" cy="263376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2633760"/>
                <a:gd name="textAreaBottom" fmla="*/ 2634120 h 2633760"/>
              </a:gdLst>
              <a:ahLst/>
              <a:cxnLst/>
              <a:rect l="textAreaLeft" t="textAreaTop" r="textAreaRight" b="textAreaBottom"/>
              <a:pathLst>
                <a:path w="319404" h="2633979">
                  <a:moveTo>
                    <a:pt x="233425" y="28575"/>
                  </a:moveTo>
                  <a:lnTo>
                    <a:pt x="6476" y="28575"/>
                  </a:lnTo>
                  <a:lnTo>
                    <a:pt x="0" y="35051"/>
                  </a:lnTo>
                  <a:lnTo>
                    <a:pt x="0" y="2633726"/>
                  </a:lnTo>
                  <a:lnTo>
                    <a:pt x="28575" y="2633726"/>
                  </a:lnTo>
                  <a:lnTo>
                    <a:pt x="28575" y="57150"/>
                  </a:lnTo>
                  <a:lnTo>
                    <a:pt x="14350" y="57150"/>
                  </a:lnTo>
                  <a:lnTo>
                    <a:pt x="28575" y="42925"/>
                  </a:lnTo>
                  <a:lnTo>
                    <a:pt x="233425" y="42925"/>
                  </a:lnTo>
                  <a:lnTo>
                    <a:pt x="233425" y="28575"/>
                  </a:lnTo>
                  <a:close/>
                </a:path>
                <a:path w="319404" h="2633979">
                  <a:moveTo>
                    <a:pt x="233425" y="0"/>
                  </a:moveTo>
                  <a:lnTo>
                    <a:pt x="233425" y="85725"/>
                  </a:lnTo>
                  <a:lnTo>
                    <a:pt x="290660" y="57150"/>
                  </a:lnTo>
                  <a:lnTo>
                    <a:pt x="247650" y="57150"/>
                  </a:lnTo>
                  <a:lnTo>
                    <a:pt x="247650" y="28575"/>
                  </a:lnTo>
                  <a:lnTo>
                    <a:pt x="290491" y="28575"/>
                  </a:lnTo>
                  <a:lnTo>
                    <a:pt x="233425" y="0"/>
                  </a:lnTo>
                  <a:close/>
                </a:path>
                <a:path w="319404" h="2633979">
                  <a:moveTo>
                    <a:pt x="28575" y="42925"/>
                  </a:moveTo>
                  <a:lnTo>
                    <a:pt x="14350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4" h="2633979">
                  <a:moveTo>
                    <a:pt x="233425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425" y="57150"/>
                  </a:lnTo>
                  <a:lnTo>
                    <a:pt x="233425" y="42925"/>
                  </a:lnTo>
                  <a:close/>
                </a:path>
                <a:path w="319404" h="2633979">
                  <a:moveTo>
                    <a:pt x="290491" y="28575"/>
                  </a:moveTo>
                  <a:lnTo>
                    <a:pt x="247650" y="28575"/>
                  </a:lnTo>
                  <a:lnTo>
                    <a:pt x="247650" y="57150"/>
                  </a:lnTo>
                  <a:lnTo>
                    <a:pt x="290660" y="57150"/>
                  </a:lnTo>
                  <a:lnTo>
                    <a:pt x="319150" y="42925"/>
                  </a:lnTo>
                  <a:lnTo>
                    <a:pt x="2904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6" name="object 74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7" name="object 75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8" name="object 76"/>
            <p:cNvSpPr/>
            <p:nvPr/>
          </p:nvSpPr>
          <p:spPr>
            <a:xfrm>
              <a:off x="2134440" y="1405800"/>
              <a:ext cx="3962160" cy="8532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962400" h="85725">
                  <a:moveTo>
                    <a:pt x="3876675" y="57149"/>
                  </a:moveTo>
                  <a:lnTo>
                    <a:pt x="3876675" y="85725"/>
                  </a:lnTo>
                  <a:lnTo>
                    <a:pt x="3933740" y="57150"/>
                  </a:lnTo>
                  <a:lnTo>
                    <a:pt x="3876675" y="57149"/>
                  </a:lnTo>
                  <a:close/>
                </a:path>
                <a:path w="3962400" h="85725">
                  <a:moveTo>
                    <a:pt x="3876675" y="28574"/>
                  </a:moveTo>
                  <a:lnTo>
                    <a:pt x="3876675" y="57149"/>
                  </a:lnTo>
                  <a:lnTo>
                    <a:pt x="3891026" y="57150"/>
                  </a:lnTo>
                  <a:lnTo>
                    <a:pt x="3891026" y="28575"/>
                  </a:lnTo>
                  <a:lnTo>
                    <a:pt x="3876675" y="28574"/>
                  </a:lnTo>
                  <a:close/>
                </a:path>
                <a:path w="3962400" h="85725">
                  <a:moveTo>
                    <a:pt x="3876675" y="0"/>
                  </a:moveTo>
                  <a:lnTo>
                    <a:pt x="3876675" y="28574"/>
                  </a:lnTo>
                  <a:lnTo>
                    <a:pt x="3891026" y="28575"/>
                  </a:lnTo>
                  <a:lnTo>
                    <a:pt x="3891026" y="57150"/>
                  </a:lnTo>
                  <a:lnTo>
                    <a:pt x="3933741" y="57149"/>
                  </a:lnTo>
                  <a:lnTo>
                    <a:pt x="3962400" y="42799"/>
                  </a:lnTo>
                  <a:lnTo>
                    <a:pt x="3876675" y="0"/>
                  </a:lnTo>
                  <a:close/>
                </a:path>
                <a:path w="3962400" h="85725">
                  <a:moveTo>
                    <a:pt x="0" y="28448"/>
                  </a:moveTo>
                  <a:lnTo>
                    <a:pt x="0" y="57023"/>
                  </a:lnTo>
                  <a:lnTo>
                    <a:pt x="3876675" y="57149"/>
                  </a:lnTo>
                  <a:lnTo>
                    <a:pt x="3876675" y="28574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9" name="object 77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0" name="object 78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1" name="object 79"/>
            <p:cNvSpPr/>
            <p:nvPr/>
          </p:nvSpPr>
          <p:spPr>
            <a:xfrm>
              <a:off x="6400800" y="1558080"/>
              <a:ext cx="1220040" cy="1572480"/>
            </a:xfrm>
            <a:custGeom>
              <a:avLst/>
              <a:gdLst>
                <a:gd name="textAreaLeft" fmla="*/ 0 w 1220040"/>
                <a:gd name="textAreaRight" fmla="*/ 1220400 w 122004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22047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22047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2" name="object 80"/>
            <p:cNvSpPr/>
            <p:nvPr/>
          </p:nvSpPr>
          <p:spPr>
            <a:xfrm>
              <a:off x="7391520" y="1676520"/>
              <a:ext cx="342720" cy="15840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342900" h="158750">
                  <a:moveTo>
                    <a:pt x="298450" y="146050"/>
                  </a:moveTo>
                  <a:lnTo>
                    <a:pt x="0" y="146050"/>
                  </a:lnTo>
                  <a:lnTo>
                    <a:pt x="0" y="158750"/>
                  </a:lnTo>
                  <a:lnTo>
                    <a:pt x="308355" y="158750"/>
                  </a:lnTo>
                  <a:lnTo>
                    <a:pt x="311150" y="155955"/>
                  </a:lnTo>
                  <a:lnTo>
                    <a:pt x="311150" y="152400"/>
                  </a:lnTo>
                  <a:lnTo>
                    <a:pt x="298450" y="152400"/>
                  </a:lnTo>
                  <a:lnTo>
                    <a:pt x="298450" y="146050"/>
                  </a:lnTo>
                  <a:close/>
                </a:path>
                <a:path w="342900" h="158750">
                  <a:moveTo>
                    <a:pt x="311150" y="63500"/>
                  </a:moveTo>
                  <a:lnTo>
                    <a:pt x="298450" y="63500"/>
                  </a:lnTo>
                  <a:lnTo>
                    <a:pt x="298450" y="152400"/>
                  </a:lnTo>
                  <a:lnTo>
                    <a:pt x="304800" y="146050"/>
                  </a:lnTo>
                  <a:lnTo>
                    <a:pt x="311150" y="146050"/>
                  </a:lnTo>
                  <a:lnTo>
                    <a:pt x="311150" y="63500"/>
                  </a:lnTo>
                  <a:close/>
                </a:path>
                <a:path w="342900" h="158750">
                  <a:moveTo>
                    <a:pt x="311150" y="146050"/>
                  </a:moveTo>
                  <a:lnTo>
                    <a:pt x="304800" y="146050"/>
                  </a:lnTo>
                  <a:lnTo>
                    <a:pt x="298450" y="152400"/>
                  </a:lnTo>
                  <a:lnTo>
                    <a:pt x="311150" y="152400"/>
                  </a:lnTo>
                  <a:lnTo>
                    <a:pt x="311150" y="146050"/>
                  </a:lnTo>
                  <a:close/>
                </a:path>
                <a:path w="342900" h="158750">
                  <a:moveTo>
                    <a:pt x="304800" y="0"/>
                  </a:moveTo>
                  <a:lnTo>
                    <a:pt x="266700" y="76200"/>
                  </a:lnTo>
                  <a:lnTo>
                    <a:pt x="298450" y="76200"/>
                  </a:lnTo>
                  <a:lnTo>
                    <a:pt x="298450" y="63500"/>
                  </a:lnTo>
                  <a:lnTo>
                    <a:pt x="336550" y="63500"/>
                  </a:lnTo>
                  <a:lnTo>
                    <a:pt x="304800" y="0"/>
                  </a:lnTo>
                  <a:close/>
                </a:path>
                <a:path w="342900" h="158750">
                  <a:moveTo>
                    <a:pt x="336550" y="63500"/>
                  </a:moveTo>
                  <a:lnTo>
                    <a:pt x="311150" y="63500"/>
                  </a:lnTo>
                  <a:lnTo>
                    <a:pt x="311150" y="76200"/>
                  </a:lnTo>
                  <a:lnTo>
                    <a:pt x="342900" y="76200"/>
                  </a:lnTo>
                  <a:lnTo>
                    <a:pt x="3365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3" name="object 81"/>
            <p:cNvSpPr/>
            <p:nvPr/>
          </p:nvSpPr>
          <p:spPr>
            <a:xfrm>
              <a:off x="6781680" y="171468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4" name="object 82"/>
            <p:cNvSpPr/>
            <p:nvPr/>
          </p:nvSpPr>
          <p:spPr>
            <a:xfrm>
              <a:off x="2729520" y="2424960"/>
              <a:ext cx="5971680" cy="666360"/>
            </a:xfrm>
            <a:custGeom>
              <a:avLst/>
              <a:gdLst>
                <a:gd name="textAreaLeft" fmla="*/ 0 w 5971680"/>
                <a:gd name="textAreaRight" fmla="*/ 5972040 w 5971680"/>
                <a:gd name="textAreaTop" fmla="*/ 0 h 666360"/>
                <a:gd name="textAreaBottom" fmla="*/ 666720 h 666360"/>
              </a:gdLst>
              <a:ahLst/>
              <a:cxnLst/>
              <a:rect l="textAreaLeft" t="textAreaTop" r="textAreaRight" b="textAreaBottom"/>
              <a:pathLst>
                <a:path w="5972175" h="666750">
                  <a:moveTo>
                    <a:pt x="233425" y="581025"/>
                  </a:moveTo>
                  <a:lnTo>
                    <a:pt x="233425" y="666750"/>
                  </a:lnTo>
                  <a:lnTo>
                    <a:pt x="290660" y="638175"/>
                  </a:lnTo>
                  <a:lnTo>
                    <a:pt x="247650" y="638175"/>
                  </a:lnTo>
                  <a:lnTo>
                    <a:pt x="247650" y="609600"/>
                  </a:lnTo>
                  <a:lnTo>
                    <a:pt x="290491" y="609600"/>
                  </a:lnTo>
                  <a:lnTo>
                    <a:pt x="233425" y="581025"/>
                  </a:lnTo>
                  <a:close/>
                </a:path>
                <a:path w="5972175" h="666750">
                  <a:moveTo>
                    <a:pt x="5965824" y="0"/>
                  </a:moveTo>
                  <a:lnTo>
                    <a:pt x="6476" y="0"/>
                  </a:lnTo>
                  <a:lnTo>
                    <a:pt x="0" y="6476"/>
                  </a:lnTo>
                  <a:lnTo>
                    <a:pt x="0" y="631825"/>
                  </a:lnTo>
                  <a:lnTo>
                    <a:pt x="6476" y="638175"/>
                  </a:lnTo>
                  <a:lnTo>
                    <a:pt x="233425" y="638175"/>
                  </a:lnTo>
                  <a:lnTo>
                    <a:pt x="233425" y="623951"/>
                  </a:lnTo>
                  <a:lnTo>
                    <a:pt x="28575" y="623951"/>
                  </a:lnTo>
                  <a:lnTo>
                    <a:pt x="14350" y="609600"/>
                  </a:lnTo>
                  <a:lnTo>
                    <a:pt x="28575" y="609600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0"/>
                  </a:lnTo>
                  <a:lnTo>
                    <a:pt x="5972174" y="14350"/>
                  </a:lnTo>
                  <a:lnTo>
                    <a:pt x="5972174" y="6476"/>
                  </a:lnTo>
                  <a:lnTo>
                    <a:pt x="5965824" y="0"/>
                  </a:lnTo>
                  <a:close/>
                </a:path>
                <a:path w="5972175" h="666750">
                  <a:moveTo>
                    <a:pt x="290491" y="609600"/>
                  </a:moveTo>
                  <a:lnTo>
                    <a:pt x="247650" y="609600"/>
                  </a:lnTo>
                  <a:lnTo>
                    <a:pt x="247650" y="638175"/>
                  </a:lnTo>
                  <a:lnTo>
                    <a:pt x="290660" y="638175"/>
                  </a:lnTo>
                  <a:lnTo>
                    <a:pt x="319150" y="623951"/>
                  </a:lnTo>
                  <a:lnTo>
                    <a:pt x="290491" y="609600"/>
                  </a:lnTo>
                  <a:close/>
                </a:path>
                <a:path w="5972175" h="666750">
                  <a:moveTo>
                    <a:pt x="28575" y="609600"/>
                  </a:moveTo>
                  <a:lnTo>
                    <a:pt x="14350" y="609600"/>
                  </a:lnTo>
                  <a:lnTo>
                    <a:pt x="28575" y="623951"/>
                  </a:lnTo>
                  <a:lnTo>
                    <a:pt x="28575" y="609600"/>
                  </a:lnTo>
                  <a:close/>
                </a:path>
                <a:path w="5972175" h="666750">
                  <a:moveTo>
                    <a:pt x="233425" y="609600"/>
                  </a:moveTo>
                  <a:lnTo>
                    <a:pt x="28575" y="609600"/>
                  </a:lnTo>
                  <a:lnTo>
                    <a:pt x="28575" y="623951"/>
                  </a:lnTo>
                  <a:lnTo>
                    <a:pt x="233425" y="623951"/>
                  </a:lnTo>
                  <a:lnTo>
                    <a:pt x="233425" y="609600"/>
                  </a:lnTo>
                  <a:close/>
                </a:path>
                <a:path w="5972175" h="666750">
                  <a:moveTo>
                    <a:pt x="5943599" y="381000"/>
                  </a:moveTo>
                  <a:lnTo>
                    <a:pt x="5653150" y="381000"/>
                  </a:lnTo>
                  <a:lnTo>
                    <a:pt x="5653150" y="409575"/>
                  </a:lnTo>
                  <a:lnTo>
                    <a:pt x="5965824" y="409575"/>
                  </a:lnTo>
                  <a:lnTo>
                    <a:pt x="5972174" y="403225"/>
                  </a:lnTo>
                  <a:lnTo>
                    <a:pt x="5972174" y="395350"/>
                  </a:lnTo>
                  <a:lnTo>
                    <a:pt x="5943599" y="395350"/>
                  </a:lnTo>
                  <a:lnTo>
                    <a:pt x="5943599" y="381000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5943599" y="395350"/>
                  </a:lnTo>
                  <a:lnTo>
                    <a:pt x="5957950" y="381000"/>
                  </a:lnTo>
                  <a:lnTo>
                    <a:pt x="5972174" y="381000"/>
                  </a:lnTo>
                  <a:lnTo>
                    <a:pt x="5972174" y="28575"/>
                  </a:lnTo>
                  <a:lnTo>
                    <a:pt x="5957950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381000"/>
                  </a:moveTo>
                  <a:lnTo>
                    <a:pt x="5957950" y="381000"/>
                  </a:lnTo>
                  <a:lnTo>
                    <a:pt x="5943599" y="395350"/>
                  </a:lnTo>
                  <a:lnTo>
                    <a:pt x="5972174" y="395350"/>
                  </a:lnTo>
                  <a:lnTo>
                    <a:pt x="5972174" y="381000"/>
                  </a:lnTo>
                  <a:close/>
                </a:path>
                <a:path w="5972175" h="666750">
                  <a:moveTo>
                    <a:pt x="28575" y="14350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5972175" h="666750">
                  <a:moveTo>
                    <a:pt x="5943599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5943599" y="28575"/>
                  </a:lnTo>
                  <a:lnTo>
                    <a:pt x="5943599" y="14350"/>
                  </a:lnTo>
                  <a:close/>
                </a:path>
                <a:path w="5972175" h="666750">
                  <a:moveTo>
                    <a:pt x="5972174" y="14350"/>
                  </a:moveTo>
                  <a:lnTo>
                    <a:pt x="5943599" y="14350"/>
                  </a:lnTo>
                  <a:lnTo>
                    <a:pt x="5957950" y="28575"/>
                  </a:lnTo>
                  <a:lnTo>
                    <a:pt x="5972174" y="28575"/>
                  </a:lnTo>
                  <a:lnTo>
                    <a:pt x="5972174" y="143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5" name="object 83"/>
            <p:cNvSpPr/>
            <p:nvPr/>
          </p:nvSpPr>
          <p:spPr>
            <a:xfrm>
              <a:off x="1829520" y="1143720"/>
              <a:ext cx="6552720" cy="1157400"/>
            </a:xfrm>
            <a:custGeom>
              <a:avLst/>
              <a:gdLst>
                <a:gd name="textAreaLeft" fmla="*/ 0 w 6552720"/>
                <a:gd name="textAreaRight" fmla="*/ 6553080 w 6552720"/>
                <a:gd name="textAreaTop" fmla="*/ 0 h 1157400"/>
                <a:gd name="textAreaBottom" fmla="*/ 1157760 h 1157400"/>
              </a:gdLst>
              <a:ahLst/>
              <a:cxnLst/>
              <a:rect l="textAreaLeft" t="textAreaTop" r="textAreaRight" b="textAreaBottom"/>
              <a:pathLst>
                <a:path w="6553200" h="1157605">
                  <a:moveTo>
                    <a:pt x="5791200" y="76200"/>
                  </a:moveTo>
                  <a:lnTo>
                    <a:pt x="5762536" y="61849"/>
                  </a:lnTo>
                  <a:lnTo>
                    <a:pt x="5705475" y="33274"/>
                  </a:lnTo>
                  <a:lnTo>
                    <a:pt x="5705475" y="61849"/>
                  </a:lnTo>
                  <a:lnTo>
                    <a:pt x="296926" y="61849"/>
                  </a:lnTo>
                  <a:lnTo>
                    <a:pt x="290449" y="68326"/>
                  </a:lnTo>
                  <a:lnTo>
                    <a:pt x="290449" y="1128649"/>
                  </a:lnTo>
                  <a:lnTo>
                    <a:pt x="0" y="1128649"/>
                  </a:lnTo>
                  <a:lnTo>
                    <a:pt x="0" y="1157224"/>
                  </a:lnTo>
                  <a:lnTo>
                    <a:pt x="312674" y="1157224"/>
                  </a:lnTo>
                  <a:lnTo>
                    <a:pt x="319024" y="1150874"/>
                  </a:lnTo>
                  <a:lnTo>
                    <a:pt x="319024" y="1143000"/>
                  </a:lnTo>
                  <a:lnTo>
                    <a:pt x="319024" y="1128649"/>
                  </a:lnTo>
                  <a:lnTo>
                    <a:pt x="319024" y="90424"/>
                  </a:lnTo>
                  <a:lnTo>
                    <a:pt x="5705475" y="90424"/>
                  </a:lnTo>
                  <a:lnTo>
                    <a:pt x="5705475" y="118999"/>
                  </a:lnTo>
                  <a:lnTo>
                    <a:pt x="5762701" y="90424"/>
                  </a:lnTo>
                  <a:lnTo>
                    <a:pt x="5791200" y="76200"/>
                  </a:lnTo>
                  <a:close/>
                </a:path>
                <a:path w="6553200" h="1157605">
                  <a:moveTo>
                    <a:pt x="6553200" y="85852"/>
                  </a:moveTo>
                  <a:lnTo>
                    <a:pt x="6547193" y="52463"/>
                  </a:lnTo>
                  <a:lnTo>
                    <a:pt x="6530861" y="25171"/>
                  </a:lnTo>
                  <a:lnTo>
                    <a:pt x="6506629" y="6756"/>
                  </a:lnTo>
                  <a:lnTo>
                    <a:pt x="6477000" y="0"/>
                  </a:lnTo>
                  <a:lnTo>
                    <a:pt x="6447358" y="6756"/>
                  </a:lnTo>
                  <a:lnTo>
                    <a:pt x="6423126" y="25171"/>
                  </a:lnTo>
                  <a:lnTo>
                    <a:pt x="6406794" y="52463"/>
                  </a:lnTo>
                  <a:lnTo>
                    <a:pt x="6400800" y="85852"/>
                  </a:lnTo>
                  <a:lnTo>
                    <a:pt x="6400800" y="447548"/>
                  </a:lnTo>
                  <a:lnTo>
                    <a:pt x="6406794" y="480949"/>
                  </a:lnTo>
                  <a:lnTo>
                    <a:pt x="6423126" y="508241"/>
                  </a:lnTo>
                  <a:lnTo>
                    <a:pt x="6447358" y="526656"/>
                  </a:lnTo>
                  <a:lnTo>
                    <a:pt x="6477000" y="533400"/>
                  </a:lnTo>
                  <a:lnTo>
                    <a:pt x="6506629" y="526656"/>
                  </a:lnTo>
                  <a:lnTo>
                    <a:pt x="6530861" y="508241"/>
                  </a:lnTo>
                  <a:lnTo>
                    <a:pt x="6547193" y="480949"/>
                  </a:lnTo>
                  <a:lnTo>
                    <a:pt x="6553200" y="447548"/>
                  </a:lnTo>
                  <a:lnTo>
                    <a:pt x="6553200" y="85852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6" name="object 84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7" name="object 85"/>
            <p:cNvSpPr/>
            <p:nvPr/>
          </p:nvSpPr>
          <p:spPr>
            <a:xfrm>
              <a:off x="291240" y="1053360"/>
              <a:ext cx="8410320" cy="2342880"/>
            </a:xfrm>
            <a:custGeom>
              <a:avLst/>
              <a:gdLst>
                <a:gd name="textAreaLeft" fmla="*/ 0 w 8410320"/>
                <a:gd name="textAreaRight" fmla="*/ 8410680 w 841032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8410575" h="2343150">
                  <a:moveTo>
                    <a:pt x="7939087" y="166751"/>
                  </a:moveTo>
                  <a:lnTo>
                    <a:pt x="7853362" y="123952"/>
                  </a:lnTo>
                  <a:lnTo>
                    <a:pt x="7853362" y="152527"/>
                  </a:lnTo>
                  <a:lnTo>
                    <a:pt x="7481887" y="152400"/>
                  </a:lnTo>
                  <a:lnTo>
                    <a:pt x="7481887" y="180975"/>
                  </a:lnTo>
                  <a:lnTo>
                    <a:pt x="7853362" y="181102"/>
                  </a:lnTo>
                  <a:lnTo>
                    <a:pt x="7853362" y="209677"/>
                  </a:lnTo>
                  <a:lnTo>
                    <a:pt x="7910423" y="181102"/>
                  </a:lnTo>
                  <a:lnTo>
                    <a:pt x="7939087" y="166751"/>
                  </a:lnTo>
                  <a:close/>
                </a:path>
                <a:path w="8410575" h="2343150">
                  <a:moveTo>
                    <a:pt x="8410511" y="6477"/>
                  </a:moveTo>
                  <a:lnTo>
                    <a:pt x="84041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2308225"/>
                  </a:lnTo>
                  <a:lnTo>
                    <a:pt x="6400" y="2314575"/>
                  </a:lnTo>
                  <a:lnTo>
                    <a:pt x="233362" y="2314575"/>
                  </a:lnTo>
                  <a:lnTo>
                    <a:pt x="233362" y="2343150"/>
                  </a:lnTo>
                  <a:lnTo>
                    <a:pt x="290588" y="2314575"/>
                  </a:lnTo>
                  <a:lnTo>
                    <a:pt x="319087" y="2300351"/>
                  </a:lnTo>
                  <a:lnTo>
                    <a:pt x="290423" y="2286000"/>
                  </a:lnTo>
                  <a:lnTo>
                    <a:pt x="233362" y="2257425"/>
                  </a:lnTo>
                  <a:lnTo>
                    <a:pt x="233362" y="2286000"/>
                  </a:lnTo>
                  <a:lnTo>
                    <a:pt x="28575" y="2286000"/>
                  </a:lnTo>
                  <a:lnTo>
                    <a:pt x="28575" y="28575"/>
                  </a:lnTo>
                  <a:lnTo>
                    <a:pt x="8381936" y="28575"/>
                  </a:lnTo>
                  <a:lnTo>
                    <a:pt x="8381936" y="304800"/>
                  </a:lnTo>
                  <a:lnTo>
                    <a:pt x="8091487" y="304800"/>
                  </a:lnTo>
                  <a:lnTo>
                    <a:pt x="8091487" y="333375"/>
                  </a:lnTo>
                  <a:lnTo>
                    <a:pt x="8404161" y="333375"/>
                  </a:lnTo>
                  <a:lnTo>
                    <a:pt x="8410511" y="327025"/>
                  </a:lnTo>
                  <a:lnTo>
                    <a:pt x="8410511" y="319151"/>
                  </a:lnTo>
                  <a:lnTo>
                    <a:pt x="8410511" y="304800"/>
                  </a:lnTo>
                  <a:lnTo>
                    <a:pt x="8410511" y="28575"/>
                  </a:lnTo>
                  <a:lnTo>
                    <a:pt x="8410511" y="14351"/>
                  </a:lnTo>
                  <a:lnTo>
                    <a:pt x="8410511" y="6477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8" name="object 86"/>
            <p:cNvSpPr/>
            <p:nvPr/>
          </p:nvSpPr>
          <p:spPr>
            <a:xfrm>
              <a:off x="8267760" y="1676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9" name="object 87"/>
          <p:cNvSpPr/>
          <p:nvPr/>
        </p:nvSpPr>
        <p:spPr>
          <a:xfrm>
            <a:off x="2746080" y="4201560"/>
            <a:ext cx="82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Rwe=0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object 88"/>
          <p:cNvSpPr/>
          <p:nvPr/>
        </p:nvSpPr>
        <p:spPr>
          <a:xfrm>
            <a:off x="8133480" y="1914480"/>
            <a:ext cx="6130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JP=0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object 89"/>
          <p:cNvSpPr/>
          <p:nvPr/>
        </p:nvSpPr>
        <p:spPr>
          <a:xfrm>
            <a:off x="5007240" y="4125240"/>
            <a:ext cx="286020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72396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ALUop=0</a:t>
            </a:r>
            <a:r>
              <a:rPr lang="en-US" sz="3000" b="0" u="none" spc="-14" strike="noStrike" baseline="-20000">
                <a:solidFill>
                  <a:srgbClr val="C261E8"/>
                </a:solidFill>
                <a:effectLst/>
                <a:uFillTx/>
                <a:latin typeface="Arial"/>
              </a:rPr>
              <a:t>DMwe=1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192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ALUinB=1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object 90"/>
          <p:cNvSpPr/>
          <p:nvPr/>
        </p:nvSpPr>
        <p:spPr>
          <a:xfrm>
            <a:off x="6552000" y="1305360"/>
            <a:ext cx="6696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BR=0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object 91"/>
          <p:cNvSpPr/>
          <p:nvPr/>
        </p:nvSpPr>
        <p:spPr>
          <a:xfrm>
            <a:off x="8004960" y="3362760"/>
            <a:ext cx="854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Rwd=X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object 92"/>
          <p:cNvSpPr/>
          <p:nvPr/>
        </p:nvSpPr>
        <p:spPr>
          <a:xfrm>
            <a:off x="3908520" y="4674240"/>
            <a:ext cx="869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Rdst=X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5" name="object 93"/>
          <p:cNvGrpSpPr/>
          <p:nvPr/>
        </p:nvGrpSpPr>
        <p:grpSpPr>
          <a:xfrm>
            <a:off x="4267800" y="1558080"/>
            <a:ext cx="3962160" cy="2176200"/>
            <a:chOff x="4267800" y="1558080"/>
            <a:chExt cx="3962160" cy="2176200"/>
          </a:xfrm>
        </p:grpSpPr>
        <p:sp>
          <p:nvSpPr>
            <p:cNvPr id="1466" name="object 94"/>
            <p:cNvSpPr/>
            <p:nvPr/>
          </p:nvSpPr>
          <p:spPr>
            <a:xfrm>
              <a:off x="4267800" y="3048840"/>
              <a:ext cx="2437920" cy="685440"/>
            </a:xfrm>
            <a:custGeom>
              <a:avLst/>
              <a:gdLst>
                <a:gd name="textAreaLeft" fmla="*/ 0 w 2437920"/>
                <a:gd name="textAreaRight" fmla="*/ 2438280 w 2437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2438400" h="685800">
                  <a:moveTo>
                    <a:pt x="0" y="685800"/>
                  </a:moveTo>
                  <a:lnTo>
                    <a:pt x="609600" y="685800"/>
                  </a:lnTo>
                </a:path>
                <a:path w="2438400" h="685800">
                  <a:moveTo>
                    <a:pt x="2133600" y="304800"/>
                  </a:moveTo>
                  <a:lnTo>
                    <a:pt x="2438399" y="304800"/>
                  </a:lnTo>
                </a:path>
                <a:path w="2438400" h="685800">
                  <a:moveTo>
                    <a:pt x="2438399" y="304800"/>
                  </a:moveTo>
                  <a:lnTo>
                    <a:pt x="2438399" y="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object 95"/>
            <p:cNvSpPr/>
            <p:nvPr/>
          </p:nvSpPr>
          <p:spPr>
            <a:xfrm>
              <a:off x="6020640" y="1558080"/>
              <a:ext cx="2209320" cy="590040"/>
            </a:xfrm>
            <a:custGeom>
              <a:avLst/>
              <a:gdLst>
                <a:gd name="textAreaLeft" fmla="*/ 0 w 2209320"/>
                <a:gd name="textAreaRight" fmla="*/ 2209680 w 22093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2209800" h="590550">
                  <a:moveTo>
                    <a:pt x="1979930" y="561975"/>
                  </a:moveTo>
                  <a:lnTo>
                    <a:pt x="0" y="561975"/>
                  </a:lnTo>
                  <a:lnTo>
                    <a:pt x="0" y="590550"/>
                  </a:lnTo>
                  <a:lnTo>
                    <a:pt x="2002155" y="590550"/>
                  </a:lnTo>
                  <a:lnTo>
                    <a:pt x="2008505" y="584200"/>
                  </a:lnTo>
                  <a:lnTo>
                    <a:pt x="2008505" y="576326"/>
                  </a:lnTo>
                  <a:lnTo>
                    <a:pt x="1979930" y="576326"/>
                  </a:lnTo>
                  <a:lnTo>
                    <a:pt x="1979930" y="561975"/>
                  </a:lnTo>
                  <a:close/>
                </a:path>
                <a:path w="2209800" h="590550">
                  <a:moveTo>
                    <a:pt x="2124074" y="28575"/>
                  </a:moveTo>
                  <a:lnTo>
                    <a:pt x="1986280" y="28575"/>
                  </a:lnTo>
                  <a:lnTo>
                    <a:pt x="1979930" y="35051"/>
                  </a:lnTo>
                  <a:lnTo>
                    <a:pt x="1979930" y="576326"/>
                  </a:lnTo>
                  <a:lnTo>
                    <a:pt x="1994154" y="561975"/>
                  </a:lnTo>
                  <a:lnTo>
                    <a:pt x="2008505" y="561975"/>
                  </a:lnTo>
                  <a:lnTo>
                    <a:pt x="2008505" y="57150"/>
                  </a:lnTo>
                  <a:lnTo>
                    <a:pt x="1994154" y="57150"/>
                  </a:lnTo>
                  <a:lnTo>
                    <a:pt x="2008505" y="42925"/>
                  </a:lnTo>
                  <a:lnTo>
                    <a:pt x="2124074" y="42925"/>
                  </a:lnTo>
                  <a:lnTo>
                    <a:pt x="2124074" y="28575"/>
                  </a:lnTo>
                  <a:close/>
                </a:path>
                <a:path w="2209800" h="590550">
                  <a:moveTo>
                    <a:pt x="2008505" y="561975"/>
                  </a:moveTo>
                  <a:lnTo>
                    <a:pt x="1994154" y="561975"/>
                  </a:lnTo>
                  <a:lnTo>
                    <a:pt x="1979930" y="576326"/>
                  </a:lnTo>
                  <a:lnTo>
                    <a:pt x="2008505" y="576326"/>
                  </a:lnTo>
                  <a:lnTo>
                    <a:pt x="2008505" y="561975"/>
                  </a:lnTo>
                  <a:close/>
                </a:path>
                <a:path w="2209800" h="590550">
                  <a:moveTo>
                    <a:pt x="2124074" y="0"/>
                  </a:moveTo>
                  <a:lnTo>
                    <a:pt x="2124074" y="85725"/>
                  </a:lnTo>
                  <a:lnTo>
                    <a:pt x="2181309" y="57150"/>
                  </a:lnTo>
                  <a:lnTo>
                    <a:pt x="2138298" y="57150"/>
                  </a:lnTo>
                  <a:lnTo>
                    <a:pt x="2138298" y="28575"/>
                  </a:lnTo>
                  <a:lnTo>
                    <a:pt x="2181140" y="28575"/>
                  </a:lnTo>
                  <a:lnTo>
                    <a:pt x="2124074" y="0"/>
                  </a:lnTo>
                  <a:close/>
                </a:path>
                <a:path w="2209800" h="590550">
                  <a:moveTo>
                    <a:pt x="2008505" y="42925"/>
                  </a:moveTo>
                  <a:lnTo>
                    <a:pt x="1994154" y="57150"/>
                  </a:lnTo>
                  <a:lnTo>
                    <a:pt x="2008505" y="57150"/>
                  </a:lnTo>
                  <a:lnTo>
                    <a:pt x="2008505" y="42925"/>
                  </a:lnTo>
                  <a:close/>
                </a:path>
                <a:path w="2209800" h="590550">
                  <a:moveTo>
                    <a:pt x="2124074" y="42925"/>
                  </a:moveTo>
                  <a:lnTo>
                    <a:pt x="2008505" y="42925"/>
                  </a:lnTo>
                  <a:lnTo>
                    <a:pt x="2008505" y="57150"/>
                  </a:lnTo>
                  <a:lnTo>
                    <a:pt x="2124074" y="57150"/>
                  </a:lnTo>
                  <a:lnTo>
                    <a:pt x="2124074" y="42925"/>
                  </a:lnTo>
                  <a:close/>
                </a:path>
                <a:path w="2209800" h="590550">
                  <a:moveTo>
                    <a:pt x="2181140" y="28575"/>
                  </a:moveTo>
                  <a:lnTo>
                    <a:pt x="2138298" y="28575"/>
                  </a:lnTo>
                  <a:lnTo>
                    <a:pt x="2138298" y="57150"/>
                  </a:lnTo>
                  <a:lnTo>
                    <a:pt x="2181309" y="57150"/>
                  </a:lnTo>
                  <a:lnTo>
                    <a:pt x="2209799" y="42925"/>
                  </a:lnTo>
                  <a:lnTo>
                    <a:pt x="2181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object 96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object 97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0" name="object 98"/>
          <p:cNvSpPr/>
          <p:nvPr/>
        </p:nvSpPr>
        <p:spPr>
          <a:xfrm>
            <a:off x="4586400" y="1902960"/>
            <a:ext cx="144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304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71" name="object 99"/>
          <p:cNvGrpSpPr/>
          <p:nvPr/>
        </p:nvGrpSpPr>
        <p:grpSpPr>
          <a:xfrm>
            <a:off x="4619880" y="1905840"/>
            <a:ext cx="1450800" cy="2438280"/>
            <a:chOff x="4619880" y="1905840"/>
            <a:chExt cx="1450800" cy="2438280"/>
          </a:xfrm>
        </p:grpSpPr>
        <p:sp>
          <p:nvSpPr>
            <p:cNvPr id="1472" name="object 100"/>
            <p:cNvSpPr/>
            <p:nvPr/>
          </p:nvSpPr>
          <p:spPr>
            <a:xfrm>
              <a:off x="4619880" y="2363760"/>
              <a:ext cx="75960" cy="19803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80360"/>
                <a:gd name="textAreaBottom" fmla="*/ 1980720 h 1980360"/>
              </a:gdLst>
              <a:ahLst/>
              <a:cxnLst/>
              <a:rect l="textAreaLeft" t="textAreaTop" r="textAreaRight" b="textAreaBottom"/>
              <a:pathLst>
                <a:path w="76200" h="1980564">
                  <a:moveTo>
                    <a:pt x="31811" y="76158"/>
                  </a:moveTo>
                  <a:lnTo>
                    <a:pt x="21971" y="1980057"/>
                  </a:lnTo>
                  <a:lnTo>
                    <a:pt x="34671" y="1980183"/>
                  </a:lnTo>
                  <a:lnTo>
                    <a:pt x="44511" y="76242"/>
                  </a:lnTo>
                  <a:lnTo>
                    <a:pt x="31811" y="76158"/>
                  </a:lnTo>
                  <a:close/>
                </a:path>
                <a:path w="76200" h="1980564">
                  <a:moveTo>
                    <a:pt x="69809" y="63500"/>
                  </a:moveTo>
                  <a:lnTo>
                    <a:pt x="44576" y="63500"/>
                  </a:lnTo>
                  <a:lnTo>
                    <a:pt x="44511" y="76242"/>
                  </a:lnTo>
                  <a:lnTo>
                    <a:pt x="76200" y="76453"/>
                  </a:lnTo>
                  <a:lnTo>
                    <a:pt x="69809" y="63500"/>
                  </a:lnTo>
                  <a:close/>
                </a:path>
                <a:path w="76200" h="1980564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58"/>
                  </a:lnTo>
                  <a:lnTo>
                    <a:pt x="44511" y="76242"/>
                  </a:lnTo>
                  <a:lnTo>
                    <a:pt x="44576" y="63500"/>
                  </a:lnTo>
                  <a:close/>
                </a:path>
                <a:path w="76200" h="1980564">
                  <a:moveTo>
                    <a:pt x="38481" y="0"/>
                  </a:moveTo>
                  <a:lnTo>
                    <a:pt x="0" y="75946"/>
                  </a:lnTo>
                  <a:lnTo>
                    <a:pt x="31811" y="76158"/>
                  </a:lnTo>
                  <a:lnTo>
                    <a:pt x="31876" y="63500"/>
                  </a:lnTo>
                  <a:lnTo>
                    <a:pt x="69809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object 101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4" name="object 102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5" name="object 103"/>
          <p:cNvSpPr/>
          <p:nvPr/>
        </p:nvSpPr>
        <p:spPr>
          <a:xfrm>
            <a:off x="5802840" y="190152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object 104"/>
          <p:cNvSpPr/>
          <p:nvPr/>
        </p:nvSpPr>
        <p:spPr>
          <a:xfrm>
            <a:off x="4812120" y="2091600"/>
            <a:ext cx="954000" cy="85320"/>
          </a:xfrm>
          <a:custGeom>
            <a:avLst/>
            <a:gdLst>
              <a:gd name="textAreaLeft" fmla="*/ 0 w 954000"/>
              <a:gd name="textAreaRight" fmla="*/ 954360 w 9540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954404" h="85725">
                <a:moveTo>
                  <a:pt x="925745" y="28575"/>
                </a:moveTo>
                <a:lnTo>
                  <a:pt x="882777" y="28575"/>
                </a:lnTo>
                <a:lnTo>
                  <a:pt x="882777" y="57150"/>
                </a:lnTo>
                <a:lnTo>
                  <a:pt x="868510" y="57166"/>
                </a:lnTo>
                <a:lnTo>
                  <a:pt x="868553" y="85725"/>
                </a:lnTo>
                <a:lnTo>
                  <a:pt x="954278" y="42799"/>
                </a:lnTo>
                <a:lnTo>
                  <a:pt x="925745" y="28575"/>
                </a:lnTo>
                <a:close/>
              </a:path>
              <a:path w="954404" h="85725">
                <a:moveTo>
                  <a:pt x="868468" y="28591"/>
                </a:moveTo>
                <a:lnTo>
                  <a:pt x="0" y="29590"/>
                </a:lnTo>
                <a:lnTo>
                  <a:pt x="0" y="58165"/>
                </a:lnTo>
                <a:lnTo>
                  <a:pt x="868510" y="57166"/>
                </a:lnTo>
                <a:lnTo>
                  <a:pt x="868468" y="28591"/>
                </a:lnTo>
                <a:close/>
              </a:path>
              <a:path w="954404" h="85725">
                <a:moveTo>
                  <a:pt x="882777" y="28575"/>
                </a:moveTo>
                <a:lnTo>
                  <a:pt x="868468" y="28591"/>
                </a:lnTo>
                <a:lnTo>
                  <a:pt x="868510" y="57166"/>
                </a:lnTo>
                <a:lnTo>
                  <a:pt x="882777" y="57150"/>
                </a:lnTo>
                <a:lnTo>
                  <a:pt x="882777" y="28575"/>
                </a:lnTo>
                <a:close/>
              </a:path>
              <a:path w="954404" h="85725">
                <a:moveTo>
                  <a:pt x="868426" y="0"/>
                </a:moveTo>
                <a:lnTo>
                  <a:pt x="868468" y="28591"/>
                </a:lnTo>
                <a:lnTo>
                  <a:pt x="925745" y="28575"/>
                </a:lnTo>
                <a:lnTo>
                  <a:pt x="8684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2"/>
          <p:cNvSpPr>
            <a:spLocks noGrp="1"/>
          </p:cNvSpPr>
          <p:nvPr>
            <p:ph type="sldNum" idx="39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F14147CC-E65C-4AAB-AE2F-D7A340553A04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479" name="object 3"/>
            <p:cNvPicPr/>
            <p:nvPr/>
          </p:nvPicPr>
          <p:blipFill>
            <a:blip r:embed="rId1"/>
            <a:stretch/>
          </p:blipFill>
          <p:spPr>
            <a:xfrm>
              <a:off x="861120" y="111240"/>
              <a:ext cx="7413840" cy="85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0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1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184320" rIns="0" bIns="0" anchor="t">
            <a:spAutoFit/>
          </a:bodyPr>
          <a:p>
            <a:pPr marL="9183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Example: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pc="-7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beq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Courier New"/>
              </a:rPr>
              <a:t>$1,$2,target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82" name="object 6"/>
          <p:cNvSpPr/>
          <p:nvPr/>
        </p:nvSpPr>
        <p:spPr>
          <a:xfrm>
            <a:off x="384120" y="5041440"/>
            <a:ext cx="80478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Difference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between</a:t>
            </a:r>
            <a:r>
              <a:rPr lang="en-US" sz="24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store and a branch is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only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4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3" name="object 7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1484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5" name="object 9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6" name="object 10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7" name="object 11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1488" name="object 12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9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object 14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1" name="object 15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92" name="object 16"/>
          <p:cNvGrpSpPr/>
          <p:nvPr/>
        </p:nvGrpSpPr>
        <p:grpSpPr>
          <a:xfrm>
            <a:off x="915120" y="2743920"/>
            <a:ext cx="5486040" cy="1980720"/>
            <a:chOff x="915120" y="2743920"/>
            <a:chExt cx="5486040" cy="1980720"/>
          </a:xfrm>
        </p:grpSpPr>
        <p:pic>
          <p:nvPicPr>
            <p:cNvPr id="1493" name="object 17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94" name="object 18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5" name="object 19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6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7" name="object 21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98" name="object 22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99" name="object 23"/>
            <p:cNvSpPr/>
            <p:nvPr/>
          </p:nvSpPr>
          <p:spPr>
            <a:xfrm>
              <a:off x="31622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0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1" name="object 25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2" name="object 26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3" name="object 27"/>
            <p:cNvSpPr/>
            <p:nvPr/>
          </p:nvSpPr>
          <p:spPr>
            <a:xfrm>
              <a:off x="407664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4" name="object 28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5" name="object 29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6" name="object 30"/>
            <p:cNvSpPr/>
            <p:nvPr/>
          </p:nvSpPr>
          <p:spPr>
            <a:xfrm>
              <a:off x="6058080" y="38098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7" name="object 31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08" name="object 32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09" name="object 33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0" name="object 34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1" name="object 35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2" name="object 36"/>
            <p:cNvSpPr/>
            <p:nvPr/>
          </p:nvSpPr>
          <p:spPr>
            <a:xfrm>
              <a:off x="5448240" y="44197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3" name="object 37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4" name="object 38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5" name="object 39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object 40"/>
          <p:cNvSpPr/>
          <p:nvPr/>
        </p:nvSpPr>
        <p:spPr>
          <a:xfrm>
            <a:off x="4495680" y="449568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FF09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object 41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18" name="object 42"/>
          <p:cNvGrpSpPr/>
          <p:nvPr/>
        </p:nvGrpSpPr>
        <p:grpSpPr>
          <a:xfrm>
            <a:off x="3809880" y="2743920"/>
            <a:ext cx="4115160" cy="1980360"/>
            <a:chOff x="3809880" y="2743920"/>
            <a:chExt cx="4115160" cy="1980360"/>
          </a:xfrm>
        </p:grpSpPr>
        <p:sp>
          <p:nvSpPr>
            <p:cNvPr id="1519" name="object 43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0" name="object 44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1" name="object 45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2" name="object 46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3" name="object 47"/>
            <p:cNvSpPr/>
            <p:nvPr/>
          </p:nvSpPr>
          <p:spPr>
            <a:xfrm>
              <a:off x="4267080" y="430524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4" name="object 48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5" name="object 49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26" name="object 50"/>
            <p:cNvPicPr/>
            <p:nvPr/>
          </p:nvPicPr>
          <p:blipFill>
            <a:blip r:embed="rId6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27" name="object 51"/>
            <p:cNvSpPr/>
            <p:nvPr/>
          </p:nvSpPr>
          <p:spPr>
            <a:xfrm>
              <a:off x="7124760" y="3962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8" name="object 52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9" name="object 53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0" name="object 54"/>
          <p:cNvGrpSpPr/>
          <p:nvPr/>
        </p:nvGrpSpPr>
        <p:grpSpPr>
          <a:xfrm>
            <a:off x="1205640" y="1981800"/>
            <a:ext cx="7176600" cy="2071440"/>
            <a:chOff x="1205640" y="1981800"/>
            <a:chExt cx="7176600" cy="2071440"/>
          </a:xfrm>
        </p:grpSpPr>
        <p:sp>
          <p:nvSpPr>
            <p:cNvPr id="1531" name="object 55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2" name="object 56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3" name="object 57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4" name="object 58"/>
            <p:cNvSpPr/>
            <p:nvPr/>
          </p:nvSpPr>
          <p:spPr>
            <a:xfrm>
              <a:off x="8267760" y="3124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5" name="object 59"/>
            <p:cNvSpPr/>
            <p:nvPr/>
          </p:nvSpPr>
          <p:spPr>
            <a:xfrm>
              <a:off x="4863240" y="3615480"/>
              <a:ext cx="2147760" cy="437760"/>
            </a:xfrm>
            <a:custGeom>
              <a:avLst/>
              <a:gdLst>
                <a:gd name="textAreaLeft" fmla="*/ 0 w 2147760"/>
                <a:gd name="textAreaRight" fmla="*/ 2148120 w 214776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21482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851024" y="438150"/>
                  </a:lnTo>
                  <a:lnTo>
                    <a:pt x="1857374" y="431800"/>
                  </a:lnTo>
                  <a:lnTo>
                    <a:pt x="18573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21482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2148204" h="438150">
                  <a:moveTo>
                    <a:pt x="18287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828799" y="423925"/>
                  </a:lnTo>
                  <a:lnTo>
                    <a:pt x="1828799" y="409575"/>
                  </a:lnTo>
                  <a:close/>
                </a:path>
                <a:path w="2148204" h="438150">
                  <a:moveTo>
                    <a:pt x="2062225" y="28575"/>
                  </a:moveTo>
                  <a:lnTo>
                    <a:pt x="1835277" y="28575"/>
                  </a:lnTo>
                  <a:lnTo>
                    <a:pt x="1828799" y="35051"/>
                  </a:lnTo>
                  <a:lnTo>
                    <a:pt x="1828799" y="423925"/>
                  </a:lnTo>
                  <a:lnTo>
                    <a:pt x="1843150" y="409575"/>
                  </a:lnTo>
                  <a:lnTo>
                    <a:pt x="1857374" y="409575"/>
                  </a:lnTo>
                  <a:lnTo>
                    <a:pt x="1857374" y="57150"/>
                  </a:lnTo>
                  <a:lnTo>
                    <a:pt x="1843150" y="57150"/>
                  </a:lnTo>
                  <a:lnTo>
                    <a:pt x="1857374" y="42925"/>
                  </a:lnTo>
                  <a:lnTo>
                    <a:pt x="2062225" y="42925"/>
                  </a:lnTo>
                  <a:lnTo>
                    <a:pt x="2062225" y="28575"/>
                  </a:lnTo>
                  <a:close/>
                </a:path>
                <a:path w="2148204" h="438150">
                  <a:moveTo>
                    <a:pt x="1857374" y="409575"/>
                  </a:moveTo>
                  <a:lnTo>
                    <a:pt x="1843150" y="409575"/>
                  </a:lnTo>
                  <a:lnTo>
                    <a:pt x="1828799" y="423925"/>
                  </a:lnTo>
                  <a:lnTo>
                    <a:pt x="1857374" y="423925"/>
                  </a:lnTo>
                  <a:lnTo>
                    <a:pt x="1857374" y="409575"/>
                  </a:lnTo>
                  <a:close/>
                </a:path>
                <a:path w="2148204" h="438150">
                  <a:moveTo>
                    <a:pt x="2062225" y="0"/>
                  </a:moveTo>
                  <a:lnTo>
                    <a:pt x="2062225" y="85725"/>
                  </a:lnTo>
                  <a:lnTo>
                    <a:pt x="2119460" y="57150"/>
                  </a:lnTo>
                  <a:lnTo>
                    <a:pt x="2076449" y="57150"/>
                  </a:lnTo>
                  <a:lnTo>
                    <a:pt x="2076449" y="28575"/>
                  </a:lnTo>
                  <a:lnTo>
                    <a:pt x="2119291" y="28575"/>
                  </a:lnTo>
                  <a:lnTo>
                    <a:pt x="2062225" y="0"/>
                  </a:lnTo>
                  <a:close/>
                </a:path>
                <a:path w="2148204" h="438150">
                  <a:moveTo>
                    <a:pt x="1857374" y="42925"/>
                  </a:moveTo>
                  <a:lnTo>
                    <a:pt x="1843150" y="57150"/>
                  </a:lnTo>
                  <a:lnTo>
                    <a:pt x="1857374" y="57150"/>
                  </a:lnTo>
                  <a:lnTo>
                    <a:pt x="1857374" y="42925"/>
                  </a:lnTo>
                  <a:close/>
                </a:path>
                <a:path w="2148204" h="438150">
                  <a:moveTo>
                    <a:pt x="2062225" y="42925"/>
                  </a:moveTo>
                  <a:lnTo>
                    <a:pt x="1857374" y="42925"/>
                  </a:lnTo>
                  <a:lnTo>
                    <a:pt x="1857374" y="57150"/>
                  </a:lnTo>
                  <a:lnTo>
                    <a:pt x="2062225" y="57150"/>
                  </a:lnTo>
                  <a:lnTo>
                    <a:pt x="2062225" y="42925"/>
                  </a:lnTo>
                  <a:close/>
                </a:path>
                <a:path w="2148204" h="438150">
                  <a:moveTo>
                    <a:pt x="2119291" y="28575"/>
                  </a:moveTo>
                  <a:lnTo>
                    <a:pt x="2076449" y="28575"/>
                  </a:lnTo>
                  <a:lnTo>
                    <a:pt x="2076449" y="57150"/>
                  </a:lnTo>
                  <a:lnTo>
                    <a:pt x="2119460" y="57150"/>
                  </a:lnTo>
                  <a:lnTo>
                    <a:pt x="2147950" y="42925"/>
                  </a:lnTo>
                  <a:lnTo>
                    <a:pt x="21192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6" name="object 60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7" name="object 61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8" name="object 62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39" name="object 63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40" name="object 64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1541" name="object 65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2" name="object 66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43" name="object 67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FFFFFF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44" name="object 68"/>
          <p:cNvGrpSpPr/>
          <p:nvPr/>
        </p:nvGrpSpPr>
        <p:grpSpPr>
          <a:xfrm>
            <a:off x="291240" y="1053360"/>
            <a:ext cx="8410680" cy="3290400"/>
            <a:chOff x="291240" y="1053360"/>
            <a:chExt cx="8410680" cy="3290400"/>
          </a:xfrm>
        </p:grpSpPr>
        <p:sp>
          <p:nvSpPr>
            <p:cNvPr id="1545" name="object 69"/>
            <p:cNvSpPr/>
            <p:nvPr/>
          </p:nvSpPr>
          <p:spPr>
            <a:xfrm>
              <a:off x="5792040" y="1296000"/>
              <a:ext cx="609120" cy="6091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609600" h="609600">
                  <a:moveTo>
                    <a:pt x="304800" y="457200"/>
                  </a:moveTo>
                  <a:lnTo>
                    <a:pt x="276136" y="442849"/>
                  </a:lnTo>
                  <a:lnTo>
                    <a:pt x="219075" y="414274"/>
                  </a:lnTo>
                  <a:lnTo>
                    <a:pt x="219075" y="442849"/>
                  </a:lnTo>
                  <a:lnTo>
                    <a:pt x="0" y="442849"/>
                  </a:lnTo>
                  <a:lnTo>
                    <a:pt x="0" y="471424"/>
                  </a:lnTo>
                  <a:lnTo>
                    <a:pt x="219075" y="471424"/>
                  </a:lnTo>
                  <a:lnTo>
                    <a:pt x="219075" y="499999"/>
                  </a:lnTo>
                  <a:lnTo>
                    <a:pt x="276301" y="471424"/>
                  </a:lnTo>
                  <a:lnTo>
                    <a:pt x="304800" y="457200"/>
                  </a:lnTo>
                  <a:close/>
                </a:path>
                <a:path w="609600" h="609600">
                  <a:moveTo>
                    <a:pt x="609600" y="152400"/>
                  </a:moveTo>
                  <a:lnTo>
                    <a:pt x="304800" y="0"/>
                  </a:lnTo>
                  <a:lnTo>
                    <a:pt x="304800" y="228600"/>
                  </a:lnTo>
                  <a:lnTo>
                    <a:pt x="372237" y="306324"/>
                  </a:lnTo>
                  <a:lnTo>
                    <a:pt x="304800" y="381000"/>
                  </a:lnTo>
                  <a:lnTo>
                    <a:pt x="304800" y="457200"/>
                  </a:lnTo>
                  <a:lnTo>
                    <a:pt x="304800" y="609600"/>
                  </a:lnTo>
                  <a:lnTo>
                    <a:pt x="609600" y="457200"/>
                  </a:lnTo>
                  <a:lnTo>
                    <a:pt x="609600" y="1524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6" name="object 70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7" name="object 71"/>
            <p:cNvSpPr/>
            <p:nvPr/>
          </p:nvSpPr>
          <p:spPr>
            <a:xfrm>
              <a:off x="5168160" y="1143720"/>
              <a:ext cx="2604960" cy="3200040"/>
            </a:xfrm>
            <a:custGeom>
              <a:avLst/>
              <a:gdLst>
                <a:gd name="textAreaLeft" fmla="*/ 0 w 2604960"/>
                <a:gd name="textAreaRight" fmla="*/ 2605320 w 2604960"/>
                <a:gd name="textAreaTop" fmla="*/ 0 h 3200040"/>
                <a:gd name="textAreaBottom" fmla="*/ 3200400 h 3200040"/>
              </a:gdLst>
              <a:ahLst/>
              <a:cxnLst/>
              <a:rect l="textAreaLeft" t="textAreaTop" r="textAreaRight" b="textAreaBottom"/>
              <a:pathLst>
                <a:path w="2605404" h="3200400">
                  <a:moveTo>
                    <a:pt x="319151" y="609600"/>
                  </a:moveTo>
                  <a:lnTo>
                    <a:pt x="290487" y="595249"/>
                  </a:lnTo>
                  <a:lnTo>
                    <a:pt x="233426" y="566674"/>
                  </a:lnTo>
                  <a:lnTo>
                    <a:pt x="233426" y="595249"/>
                  </a:lnTo>
                  <a:lnTo>
                    <a:pt x="6477" y="595249"/>
                  </a:lnTo>
                  <a:lnTo>
                    <a:pt x="0" y="601726"/>
                  </a:lnTo>
                  <a:lnTo>
                    <a:pt x="0" y="3200400"/>
                  </a:lnTo>
                  <a:lnTo>
                    <a:pt x="28575" y="3200400"/>
                  </a:lnTo>
                  <a:lnTo>
                    <a:pt x="28575" y="623824"/>
                  </a:lnTo>
                  <a:lnTo>
                    <a:pt x="233426" y="623824"/>
                  </a:lnTo>
                  <a:lnTo>
                    <a:pt x="233426" y="652399"/>
                  </a:lnTo>
                  <a:lnTo>
                    <a:pt x="290652" y="623824"/>
                  </a:lnTo>
                  <a:lnTo>
                    <a:pt x="319151" y="609600"/>
                  </a:lnTo>
                  <a:close/>
                </a:path>
                <a:path w="2605404" h="3200400">
                  <a:moveTo>
                    <a:pt x="2605151" y="85852"/>
                  </a:moveTo>
                  <a:lnTo>
                    <a:pt x="2599144" y="52463"/>
                  </a:lnTo>
                  <a:lnTo>
                    <a:pt x="2582811" y="25171"/>
                  </a:lnTo>
                  <a:lnTo>
                    <a:pt x="2558580" y="6756"/>
                  </a:lnTo>
                  <a:lnTo>
                    <a:pt x="2528951" y="0"/>
                  </a:lnTo>
                  <a:lnTo>
                    <a:pt x="2499309" y="6756"/>
                  </a:lnTo>
                  <a:lnTo>
                    <a:pt x="2475077" y="25171"/>
                  </a:lnTo>
                  <a:lnTo>
                    <a:pt x="2458745" y="52463"/>
                  </a:lnTo>
                  <a:lnTo>
                    <a:pt x="2452751" y="85852"/>
                  </a:lnTo>
                  <a:lnTo>
                    <a:pt x="2452751" y="447548"/>
                  </a:lnTo>
                  <a:lnTo>
                    <a:pt x="2458745" y="480949"/>
                  </a:lnTo>
                  <a:lnTo>
                    <a:pt x="2475077" y="508241"/>
                  </a:lnTo>
                  <a:lnTo>
                    <a:pt x="2499309" y="526656"/>
                  </a:lnTo>
                  <a:lnTo>
                    <a:pt x="2528951" y="533400"/>
                  </a:lnTo>
                  <a:lnTo>
                    <a:pt x="2558580" y="526656"/>
                  </a:lnTo>
                  <a:lnTo>
                    <a:pt x="2582811" y="508241"/>
                  </a:lnTo>
                  <a:lnTo>
                    <a:pt x="2599144" y="480949"/>
                  </a:lnTo>
                  <a:lnTo>
                    <a:pt x="2605151" y="447548"/>
                  </a:lnTo>
                  <a:lnTo>
                    <a:pt x="2605151" y="85852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8" name="object 72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9" name="object 73"/>
            <p:cNvSpPr/>
            <p:nvPr/>
          </p:nvSpPr>
          <p:spPr>
            <a:xfrm>
              <a:off x="2134440" y="1405800"/>
              <a:ext cx="5257440" cy="576360"/>
            </a:xfrm>
            <a:custGeom>
              <a:avLst/>
              <a:gdLst>
                <a:gd name="textAreaLeft" fmla="*/ 0 w 5257440"/>
                <a:gd name="textAreaRight" fmla="*/ 5257800 w 525744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257800" h="576580">
                  <a:moveTo>
                    <a:pt x="3962400" y="42799"/>
                  </a:moveTo>
                  <a:lnTo>
                    <a:pt x="3876675" y="0"/>
                  </a:lnTo>
                  <a:lnTo>
                    <a:pt x="38766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3876675" y="57150"/>
                  </a:lnTo>
                  <a:lnTo>
                    <a:pt x="3876675" y="85725"/>
                  </a:lnTo>
                  <a:lnTo>
                    <a:pt x="3933736" y="57150"/>
                  </a:lnTo>
                  <a:lnTo>
                    <a:pt x="3962400" y="42799"/>
                  </a:lnTo>
                  <a:close/>
                </a:path>
                <a:path w="5257800" h="576580">
                  <a:moveTo>
                    <a:pt x="5257800" y="423799"/>
                  </a:moveTo>
                  <a:lnTo>
                    <a:pt x="5250027" y="375627"/>
                  </a:lnTo>
                  <a:lnTo>
                    <a:pt x="5228399" y="333781"/>
                  </a:lnTo>
                  <a:lnTo>
                    <a:pt x="5195417" y="300799"/>
                  </a:lnTo>
                  <a:lnTo>
                    <a:pt x="5153571" y="279171"/>
                  </a:lnTo>
                  <a:lnTo>
                    <a:pt x="5105400" y="271399"/>
                  </a:lnTo>
                  <a:lnTo>
                    <a:pt x="4953000" y="271399"/>
                  </a:lnTo>
                  <a:lnTo>
                    <a:pt x="4953000" y="576199"/>
                  </a:lnTo>
                  <a:lnTo>
                    <a:pt x="5105400" y="576199"/>
                  </a:lnTo>
                  <a:lnTo>
                    <a:pt x="5153571" y="568439"/>
                  </a:lnTo>
                  <a:lnTo>
                    <a:pt x="5195417" y="546811"/>
                  </a:lnTo>
                  <a:lnTo>
                    <a:pt x="5228399" y="513829"/>
                  </a:lnTo>
                  <a:lnTo>
                    <a:pt x="5250027" y="471982"/>
                  </a:lnTo>
                  <a:lnTo>
                    <a:pt x="5257800" y="423799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0" name="object 74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1" name="object 75"/>
            <p:cNvSpPr/>
            <p:nvPr/>
          </p:nvSpPr>
          <p:spPr>
            <a:xfrm>
              <a:off x="6400800" y="1558080"/>
              <a:ext cx="1333080" cy="1572480"/>
            </a:xfrm>
            <a:custGeom>
              <a:avLst/>
              <a:gdLst>
                <a:gd name="textAreaLeft" fmla="*/ 0 w 1333080"/>
                <a:gd name="textAreaRight" fmla="*/ 1333440 w 133308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33350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33350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  <a:path w="1333500" h="1572895">
                  <a:moveTo>
                    <a:pt x="1333500" y="194437"/>
                  </a:moveTo>
                  <a:lnTo>
                    <a:pt x="1327150" y="181737"/>
                  </a:lnTo>
                  <a:lnTo>
                    <a:pt x="1295400" y="118237"/>
                  </a:lnTo>
                  <a:lnTo>
                    <a:pt x="1257300" y="194437"/>
                  </a:lnTo>
                  <a:lnTo>
                    <a:pt x="1289050" y="194437"/>
                  </a:lnTo>
                  <a:lnTo>
                    <a:pt x="1289050" y="264287"/>
                  </a:lnTo>
                  <a:lnTo>
                    <a:pt x="990600" y="264287"/>
                  </a:lnTo>
                  <a:lnTo>
                    <a:pt x="990600" y="276987"/>
                  </a:lnTo>
                  <a:lnTo>
                    <a:pt x="1298956" y="276987"/>
                  </a:lnTo>
                  <a:lnTo>
                    <a:pt x="1301750" y="274193"/>
                  </a:lnTo>
                  <a:lnTo>
                    <a:pt x="1301750" y="270637"/>
                  </a:lnTo>
                  <a:lnTo>
                    <a:pt x="1301750" y="264287"/>
                  </a:lnTo>
                  <a:lnTo>
                    <a:pt x="1301750" y="194437"/>
                  </a:lnTo>
                  <a:lnTo>
                    <a:pt x="1333500" y="194437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2" name="object 76"/>
            <p:cNvSpPr/>
            <p:nvPr/>
          </p:nvSpPr>
          <p:spPr>
            <a:xfrm>
              <a:off x="6781680" y="171468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3" name="object 77"/>
            <p:cNvSpPr/>
            <p:nvPr/>
          </p:nvSpPr>
          <p:spPr>
            <a:xfrm>
              <a:off x="1829520" y="1177200"/>
              <a:ext cx="6872400" cy="1914120"/>
            </a:xfrm>
            <a:custGeom>
              <a:avLst/>
              <a:gdLst>
                <a:gd name="textAreaLeft" fmla="*/ 0 w 6872400"/>
                <a:gd name="textAreaRight" fmla="*/ 6872760 w 6872400"/>
                <a:gd name="textAreaTop" fmla="*/ 0 h 1914120"/>
                <a:gd name="textAreaBottom" fmla="*/ 1914480 h 1914120"/>
              </a:gdLst>
              <a:ahLst/>
              <a:cxnLst/>
              <a:rect l="textAreaLeft" t="textAreaTop" r="textAreaRight" b="textAreaBottom"/>
              <a:pathLst>
                <a:path w="6872605" h="1914525">
                  <a:moveTo>
                    <a:pt x="5791200" y="42926"/>
                  </a:moveTo>
                  <a:lnTo>
                    <a:pt x="5762536" y="28575"/>
                  </a:lnTo>
                  <a:lnTo>
                    <a:pt x="5705475" y="0"/>
                  </a:lnTo>
                  <a:lnTo>
                    <a:pt x="57054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1095375"/>
                  </a:lnTo>
                  <a:lnTo>
                    <a:pt x="0" y="1095375"/>
                  </a:lnTo>
                  <a:lnTo>
                    <a:pt x="0" y="1123950"/>
                  </a:lnTo>
                  <a:lnTo>
                    <a:pt x="312674" y="1123950"/>
                  </a:lnTo>
                  <a:lnTo>
                    <a:pt x="319024" y="1117600"/>
                  </a:lnTo>
                  <a:lnTo>
                    <a:pt x="319024" y="1109726"/>
                  </a:lnTo>
                  <a:lnTo>
                    <a:pt x="319024" y="1095375"/>
                  </a:lnTo>
                  <a:lnTo>
                    <a:pt x="319024" y="57150"/>
                  </a:lnTo>
                  <a:lnTo>
                    <a:pt x="5705475" y="57150"/>
                  </a:lnTo>
                  <a:lnTo>
                    <a:pt x="5705475" y="85725"/>
                  </a:lnTo>
                  <a:lnTo>
                    <a:pt x="5762701" y="57150"/>
                  </a:lnTo>
                  <a:lnTo>
                    <a:pt x="5791200" y="42926"/>
                  </a:lnTo>
                  <a:close/>
                </a:path>
                <a:path w="6872605" h="1914525">
                  <a:moveTo>
                    <a:pt x="6872224" y="1254252"/>
                  </a:moveTo>
                  <a:lnTo>
                    <a:pt x="6865874" y="1247775"/>
                  </a:lnTo>
                  <a:lnTo>
                    <a:pt x="906526" y="1247775"/>
                  </a:lnTo>
                  <a:lnTo>
                    <a:pt x="900049" y="1254252"/>
                  </a:lnTo>
                  <a:lnTo>
                    <a:pt x="900049" y="1879600"/>
                  </a:lnTo>
                  <a:lnTo>
                    <a:pt x="906526" y="1885950"/>
                  </a:lnTo>
                  <a:lnTo>
                    <a:pt x="1133475" y="1885950"/>
                  </a:lnTo>
                  <a:lnTo>
                    <a:pt x="1133475" y="1914525"/>
                  </a:lnTo>
                  <a:lnTo>
                    <a:pt x="1190701" y="1885950"/>
                  </a:lnTo>
                  <a:lnTo>
                    <a:pt x="1219200" y="1871726"/>
                  </a:lnTo>
                  <a:lnTo>
                    <a:pt x="1190536" y="1857375"/>
                  </a:lnTo>
                  <a:lnTo>
                    <a:pt x="1133475" y="1828800"/>
                  </a:lnTo>
                  <a:lnTo>
                    <a:pt x="1133475" y="1857375"/>
                  </a:lnTo>
                  <a:lnTo>
                    <a:pt x="928624" y="1857375"/>
                  </a:lnTo>
                  <a:lnTo>
                    <a:pt x="928624" y="1276350"/>
                  </a:lnTo>
                  <a:lnTo>
                    <a:pt x="6843649" y="1276350"/>
                  </a:lnTo>
                  <a:lnTo>
                    <a:pt x="6843649" y="1628775"/>
                  </a:lnTo>
                  <a:lnTo>
                    <a:pt x="6553200" y="1628775"/>
                  </a:lnTo>
                  <a:lnTo>
                    <a:pt x="6553200" y="1657350"/>
                  </a:lnTo>
                  <a:lnTo>
                    <a:pt x="6865874" y="1657350"/>
                  </a:lnTo>
                  <a:lnTo>
                    <a:pt x="6872224" y="1651000"/>
                  </a:lnTo>
                  <a:lnTo>
                    <a:pt x="6872224" y="1643126"/>
                  </a:lnTo>
                  <a:lnTo>
                    <a:pt x="6872224" y="1628775"/>
                  </a:lnTo>
                  <a:lnTo>
                    <a:pt x="6872224" y="1276350"/>
                  </a:lnTo>
                  <a:lnTo>
                    <a:pt x="6872224" y="1262126"/>
                  </a:lnTo>
                  <a:lnTo>
                    <a:pt x="6872224" y="1254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4" name="object 78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5" name="object 79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6" name="object 80"/>
            <p:cNvSpPr/>
            <p:nvPr/>
          </p:nvSpPr>
          <p:spPr>
            <a:xfrm>
              <a:off x="291240" y="1053360"/>
              <a:ext cx="8410320" cy="2342880"/>
            </a:xfrm>
            <a:custGeom>
              <a:avLst/>
              <a:gdLst>
                <a:gd name="textAreaLeft" fmla="*/ 0 w 8410320"/>
                <a:gd name="textAreaRight" fmla="*/ 8410680 w 841032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8410575" h="2343150">
                  <a:moveTo>
                    <a:pt x="7939087" y="166751"/>
                  </a:moveTo>
                  <a:lnTo>
                    <a:pt x="7853362" y="123952"/>
                  </a:lnTo>
                  <a:lnTo>
                    <a:pt x="7853362" y="152527"/>
                  </a:lnTo>
                  <a:lnTo>
                    <a:pt x="7481887" y="152400"/>
                  </a:lnTo>
                  <a:lnTo>
                    <a:pt x="7481887" y="180975"/>
                  </a:lnTo>
                  <a:lnTo>
                    <a:pt x="7853362" y="181102"/>
                  </a:lnTo>
                  <a:lnTo>
                    <a:pt x="7853362" y="209677"/>
                  </a:lnTo>
                  <a:lnTo>
                    <a:pt x="7910423" y="181102"/>
                  </a:lnTo>
                  <a:lnTo>
                    <a:pt x="7939087" y="166751"/>
                  </a:lnTo>
                  <a:close/>
                </a:path>
                <a:path w="8410575" h="2343150">
                  <a:moveTo>
                    <a:pt x="8410511" y="6477"/>
                  </a:moveTo>
                  <a:lnTo>
                    <a:pt x="84041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2308225"/>
                  </a:lnTo>
                  <a:lnTo>
                    <a:pt x="6400" y="2314575"/>
                  </a:lnTo>
                  <a:lnTo>
                    <a:pt x="233362" y="2314575"/>
                  </a:lnTo>
                  <a:lnTo>
                    <a:pt x="233362" y="2343150"/>
                  </a:lnTo>
                  <a:lnTo>
                    <a:pt x="290588" y="2314575"/>
                  </a:lnTo>
                  <a:lnTo>
                    <a:pt x="319087" y="2300351"/>
                  </a:lnTo>
                  <a:lnTo>
                    <a:pt x="290423" y="2286000"/>
                  </a:lnTo>
                  <a:lnTo>
                    <a:pt x="233362" y="2257425"/>
                  </a:lnTo>
                  <a:lnTo>
                    <a:pt x="233362" y="2286000"/>
                  </a:lnTo>
                  <a:lnTo>
                    <a:pt x="28575" y="2286000"/>
                  </a:lnTo>
                  <a:lnTo>
                    <a:pt x="28575" y="28575"/>
                  </a:lnTo>
                  <a:lnTo>
                    <a:pt x="8381936" y="28575"/>
                  </a:lnTo>
                  <a:lnTo>
                    <a:pt x="8381936" y="304800"/>
                  </a:lnTo>
                  <a:lnTo>
                    <a:pt x="8091487" y="304800"/>
                  </a:lnTo>
                  <a:lnTo>
                    <a:pt x="8091487" y="333375"/>
                  </a:lnTo>
                  <a:lnTo>
                    <a:pt x="8404161" y="333375"/>
                  </a:lnTo>
                  <a:lnTo>
                    <a:pt x="8410511" y="327025"/>
                  </a:lnTo>
                  <a:lnTo>
                    <a:pt x="8410511" y="319151"/>
                  </a:lnTo>
                  <a:lnTo>
                    <a:pt x="8410511" y="304800"/>
                  </a:lnTo>
                  <a:lnTo>
                    <a:pt x="8410511" y="28575"/>
                  </a:lnTo>
                  <a:lnTo>
                    <a:pt x="8410511" y="14351"/>
                  </a:lnTo>
                  <a:lnTo>
                    <a:pt x="8410511" y="6477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7" name="object 81"/>
            <p:cNvSpPr/>
            <p:nvPr/>
          </p:nvSpPr>
          <p:spPr>
            <a:xfrm>
              <a:off x="8267760" y="1676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58" name="object 82"/>
          <p:cNvSpPr/>
          <p:nvPr/>
        </p:nvSpPr>
        <p:spPr>
          <a:xfrm>
            <a:off x="2746080" y="4201560"/>
            <a:ext cx="82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Rwe=0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object 83"/>
          <p:cNvSpPr/>
          <p:nvPr/>
        </p:nvSpPr>
        <p:spPr>
          <a:xfrm>
            <a:off x="8133480" y="1914480"/>
            <a:ext cx="6130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JP=0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object 84"/>
          <p:cNvSpPr/>
          <p:nvPr/>
        </p:nvSpPr>
        <p:spPr>
          <a:xfrm>
            <a:off x="5007240" y="4125240"/>
            <a:ext cx="286020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72396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ALUop=1</a:t>
            </a:r>
            <a:r>
              <a:rPr lang="en-US" sz="3000" b="0" u="none" spc="-14" strike="noStrike" baseline="-20000">
                <a:solidFill>
                  <a:srgbClr val="C261E8"/>
                </a:solidFill>
                <a:effectLst/>
                <a:uFillTx/>
                <a:latin typeface="Arial"/>
              </a:rPr>
              <a:t>DMwe=0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192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ALUinB=0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object 85"/>
          <p:cNvSpPr/>
          <p:nvPr/>
        </p:nvSpPr>
        <p:spPr>
          <a:xfrm>
            <a:off x="6552000" y="1305360"/>
            <a:ext cx="6696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BR=1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object 86"/>
          <p:cNvSpPr/>
          <p:nvPr/>
        </p:nvSpPr>
        <p:spPr>
          <a:xfrm>
            <a:off x="8004960" y="3362760"/>
            <a:ext cx="854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Rwd=X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object 87"/>
          <p:cNvSpPr/>
          <p:nvPr/>
        </p:nvSpPr>
        <p:spPr>
          <a:xfrm>
            <a:off x="3908520" y="4674240"/>
            <a:ext cx="869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Rdst=X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4" name="object 88"/>
          <p:cNvGrpSpPr/>
          <p:nvPr/>
        </p:nvGrpSpPr>
        <p:grpSpPr>
          <a:xfrm>
            <a:off x="1829520" y="1448640"/>
            <a:ext cx="6400440" cy="2937960"/>
            <a:chOff x="1829520" y="1448640"/>
            <a:chExt cx="6400440" cy="2937960"/>
          </a:xfrm>
        </p:grpSpPr>
        <p:sp>
          <p:nvSpPr>
            <p:cNvPr id="1565" name="object 89"/>
            <p:cNvSpPr/>
            <p:nvPr/>
          </p:nvSpPr>
          <p:spPr>
            <a:xfrm>
              <a:off x="1829520" y="1448640"/>
              <a:ext cx="304560" cy="8377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304800" h="838200">
                  <a:moveTo>
                    <a:pt x="304800" y="0"/>
                  </a:moveTo>
                  <a:lnTo>
                    <a:pt x="304800" y="838200"/>
                  </a:lnTo>
                  <a:lnTo>
                    <a:pt x="0" y="838200"/>
                  </a:lnTo>
                </a:path>
              </a:pathLst>
            </a:custGeom>
            <a:noFill/>
            <a:ln w="28575">
              <a:solidFill>
                <a:srgbClr val="FF09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66" name="object 90"/>
            <p:cNvPicPr/>
            <p:nvPr/>
          </p:nvPicPr>
          <p:blipFill>
            <a:blip r:embed="rId7"/>
            <a:stretch/>
          </p:blipFill>
          <p:spPr>
            <a:xfrm>
              <a:off x="5182200" y="430128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67" name="object 91"/>
            <p:cNvSpPr/>
            <p:nvPr/>
          </p:nvSpPr>
          <p:spPr>
            <a:xfrm>
              <a:off x="6020640" y="1558080"/>
              <a:ext cx="2209320" cy="590040"/>
            </a:xfrm>
            <a:custGeom>
              <a:avLst/>
              <a:gdLst>
                <a:gd name="textAreaLeft" fmla="*/ 0 w 2209320"/>
                <a:gd name="textAreaRight" fmla="*/ 2209680 w 22093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2209800" h="590550">
                  <a:moveTo>
                    <a:pt x="1979930" y="561975"/>
                  </a:moveTo>
                  <a:lnTo>
                    <a:pt x="0" y="561975"/>
                  </a:lnTo>
                  <a:lnTo>
                    <a:pt x="0" y="590550"/>
                  </a:lnTo>
                  <a:lnTo>
                    <a:pt x="2002155" y="590550"/>
                  </a:lnTo>
                  <a:lnTo>
                    <a:pt x="2008505" y="584200"/>
                  </a:lnTo>
                  <a:lnTo>
                    <a:pt x="2008505" y="576326"/>
                  </a:lnTo>
                  <a:lnTo>
                    <a:pt x="1979930" y="576326"/>
                  </a:lnTo>
                  <a:lnTo>
                    <a:pt x="1979930" y="561975"/>
                  </a:lnTo>
                  <a:close/>
                </a:path>
                <a:path w="2209800" h="590550">
                  <a:moveTo>
                    <a:pt x="2124074" y="28575"/>
                  </a:moveTo>
                  <a:lnTo>
                    <a:pt x="1986280" y="28575"/>
                  </a:lnTo>
                  <a:lnTo>
                    <a:pt x="1979930" y="35051"/>
                  </a:lnTo>
                  <a:lnTo>
                    <a:pt x="1979930" y="576326"/>
                  </a:lnTo>
                  <a:lnTo>
                    <a:pt x="1994154" y="561975"/>
                  </a:lnTo>
                  <a:lnTo>
                    <a:pt x="2008505" y="561975"/>
                  </a:lnTo>
                  <a:lnTo>
                    <a:pt x="2008505" y="57150"/>
                  </a:lnTo>
                  <a:lnTo>
                    <a:pt x="1994154" y="57150"/>
                  </a:lnTo>
                  <a:lnTo>
                    <a:pt x="2008505" y="42925"/>
                  </a:lnTo>
                  <a:lnTo>
                    <a:pt x="2124074" y="42925"/>
                  </a:lnTo>
                  <a:lnTo>
                    <a:pt x="2124074" y="28575"/>
                  </a:lnTo>
                  <a:close/>
                </a:path>
                <a:path w="2209800" h="590550">
                  <a:moveTo>
                    <a:pt x="2008505" y="561975"/>
                  </a:moveTo>
                  <a:lnTo>
                    <a:pt x="1994154" y="561975"/>
                  </a:lnTo>
                  <a:lnTo>
                    <a:pt x="1979930" y="576326"/>
                  </a:lnTo>
                  <a:lnTo>
                    <a:pt x="2008505" y="576326"/>
                  </a:lnTo>
                  <a:lnTo>
                    <a:pt x="2008505" y="561975"/>
                  </a:lnTo>
                  <a:close/>
                </a:path>
                <a:path w="2209800" h="590550">
                  <a:moveTo>
                    <a:pt x="2124074" y="0"/>
                  </a:moveTo>
                  <a:lnTo>
                    <a:pt x="2124074" y="85725"/>
                  </a:lnTo>
                  <a:lnTo>
                    <a:pt x="2181309" y="57150"/>
                  </a:lnTo>
                  <a:lnTo>
                    <a:pt x="2138298" y="57150"/>
                  </a:lnTo>
                  <a:lnTo>
                    <a:pt x="2138298" y="28575"/>
                  </a:lnTo>
                  <a:lnTo>
                    <a:pt x="2181140" y="28575"/>
                  </a:lnTo>
                  <a:lnTo>
                    <a:pt x="2124074" y="0"/>
                  </a:lnTo>
                  <a:close/>
                </a:path>
                <a:path w="2209800" h="590550">
                  <a:moveTo>
                    <a:pt x="2008505" y="42925"/>
                  </a:moveTo>
                  <a:lnTo>
                    <a:pt x="1994154" y="57150"/>
                  </a:lnTo>
                  <a:lnTo>
                    <a:pt x="2008505" y="57150"/>
                  </a:lnTo>
                  <a:lnTo>
                    <a:pt x="2008505" y="42925"/>
                  </a:lnTo>
                  <a:close/>
                </a:path>
                <a:path w="2209800" h="590550">
                  <a:moveTo>
                    <a:pt x="2124074" y="42925"/>
                  </a:moveTo>
                  <a:lnTo>
                    <a:pt x="2008505" y="42925"/>
                  </a:lnTo>
                  <a:lnTo>
                    <a:pt x="2008505" y="57150"/>
                  </a:lnTo>
                  <a:lnTo>
                    <a:pt x="2124074" y="57150"/>
                  </a:lnTo>
                  <a:lnTo>
                    <a:pt x="2124074" y="42925"/>
                  </a:lnTo>
                  <a:close/>
                </a:path>
                <a:path w="2209800" h="590550">
                  <a:moveTo>
                    <a:pt x="2181140" y="28575"/>
                  </a:moveTo>
                  <a:lnTo>
                    <a:pt x="2138298" y="28575"/>
                  </a:lnTo>
                  <a:lnTo>
                    <a:pt x="2138298" y="57150"/>
                  </a:lnTo>
                  <a:lnTo>
                    <a:pt x="2181309" y="57150"/>
                  </a:lnTo>
                  <a:lnTo>
                    <a:pt x="2209799" y="42925"/>
                  </a:lnTo>
                  <a:lnTo>
                    <a:pt x="2181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object 92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9" name="object 93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0" name="object 94"/>
          <p:cNvSpPr/>
          <p:nvPr/>
        </p:nvSpPr>
        <p:spPr>
          <a:xfrm>
            <a:off x="4586400" y="1902960"/>
            <a:ext cx="144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304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71" name="object 95"/>
          <p:cNvGrpSpPr/>
          <p:nvPr/>
        </p:nvGrpSpPr>
        <p:grpSpPr>
          <a:xfrm>
            <a:off x="4619880" y="1905840"/>
            <a:ext cx="1450800" cy="2438280"/>
            <a:chOff x="4619880" y="1905840"/>
            <a:chExt cx="1450800" cy="2438280"/>
          </a:xfrm>
        </p:grpSpPr>
        <p:sp>
          <p:nvSpPr>
            <p:cNvPr id="1572" name="object 96"/>
            <p:cNvSpPr/>
            <p:nvPr/>
          </p:nvSpPr>
          <p:spPr>
            <a:xfrm>
              <a:off x="4619880" y="2363760"/>
              <a:ext cx="75960" cy="19803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80360"/>
                <a:gd name="textAreaBottom" fmla="*/ 1980720 h 1980360"/>
              </a:gdLst>
              <a:ahLst/>
              <a:cxnLst/>
              <a:rect l="textAreaLeft" t="textAreaTop" r="textAreaRight" b="textAreaBottom"/>
              <a:pathLst>
                <a:path w="76200" h="1980564">
                  <a:moveTo>
                    <a:pt x="31811" y="76158"/>
                  </a:moveTo>
                  <a:lnTo>
                    <a:pt x="21971" y="1980057"/>
                  </a:lnTo>
                  <a:lnTo>
                    <a:pt x="34671" y="1980183"/>
                  </a:lnTo>
                  <a:lnTo>
                    <a:pt x="44511" y="76242"/>
                  </a:lnTo>
                  <a:lnTo>
                    <a:pt x="31811" y="76158"/>
                  </a:lnTo>
                  <a:close/>
                </a:path>
                <a:path w="76200" h="1980564">
                  <a:moveTo>
                    <a:pt x="69809" y="63500"/>
                  </a:moveTo>
                  <a:lnTo>
                    <a:pt x="44576" y="63500"/>
                  </a:lnTo>
                  <a:lnTo>
                    <a:pt x="44511" y="76242"/>
                  </a:lnTo>
                  <a:lnTo>
                    <a:pt x="76200" y="76453"/>
                  </a:lnTo>
                  <a:lnTo>
                    <a:pt x="69809" y="63500"/>
                  </a:lnTo>
                  <a:close/>
                </a:path>
                <a:path w="76200" h="1980564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58"/>
                  </a:lnTo>
                  <a:lnTo>
                    <a:pt x="44511" y="76242"/>
                  </a:lnTo>
                  <a:lnTo>
                    <a:pt x="44576" y="63500"/>
                  </a:lnTo>
                  <a:close/>
                </a:path>
                <a:path w="76200" h="1980564">
                  <a:moveTo>
                    <a:pt x="38481" y="0"/>
                  </a:moveTo>
                  <a:lnTo>
                    <a:pt x="0" y="75946"/>
                  </a:lnTo>
                  <a:lnTo>
                    <a:pt x="31811" y="76158"/>
                  </a:lnTo>
                  <a:lnTo>
                    <a:pt x="31876" y="63500"/>
                  </a:lnTo>
                  <a:lnTo>
                    <a:pt x="69809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3" name="object 97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4" name="object 98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5" name="object 99"/>
          <p:cNvSpPr/>
          <p:nvPr/>
        </p:nvSpPr>
        <p:spPr>
          <a:xfrm>
            <a:off x="5802840" y="190152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object 100"/>
          <p:cNvSpPr/>
          <p:nvPr/>
        </p:nvSpPr>
        <p:spPr>
          <a:xfrm>
            <a:off x="4812120" y="2091600"/>
            <a:ext cx="954000" cy="85320"/>
          </a:xfrm>
          <a:custGeom>
            <a:avLst/>
            <a:gdLst>
              <a:gd name="textAreaLeft" fmla="*/ 0 w 954000"/>
              <a:gd name="textAreaRight" fmla="*/ 954360 w 9540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954404" h="85725">
                <a:moveTo>
                  <a:pt x="925745" y="28575"/>
                </a:moveTo>
                <a:lnTo>
                  <a:pt x="882777" y="28575"/>
                </a:lnTo>
                <a:lnTo>
                  <a:pt x="882777" y="57150"/>
                </a:lnTo>
                <a:lnTo>
                  <a:pt x="868510" y="57166"/>
                </a:lnTo>
                <a:lnTo>
                  <a:pt x="868553" y="85725"/>
                </a:lnTo>
                <a:lnTo>
                  <a:pt x="954278" y="42799"/>
                </a:lnTo>
                <a:lnTo>
                  <a:pt x="925745" y="28575"/>
                </a:lnTo>
                <a:close/>
              </a:path>
              <a:path w="954404" h="85725">
                <a:moveTo>
                  <a:pt x="868468" y="28591"/>
                </a:moveTo>
                <a:lnTo>
                  <a:pt x="0" y="29590"/>
                </a:lnTo>
                <a:lnTo>
                  <a:pt x="0" y="58165"/>
                </a:lnTo>
                <a:lnTo>
                  <a:pt x="868510" y="57166"/>
                </a:lnTo>
                <a:lnTo>
                  <a:pt x="868468" y="28591"/>
                </a:lnTo>
                <a:close/>
              </a:path>
              <a:path w="954404" h="85725">
                <a:moveTo>
                  <a:pt x="882777" y="28575"/>
                </a:moveTo>
                <a:lnTo>
                  <a:pt x="868468" y="28591"/>
                </a:lnTo>
                <a:lnTo>
                  <a:pt x="868510" y="57166"/>
                </a:lnTo>
                <a:lnTo>
                  <a:pt x="882777" y="57150"/>
                </a:lnTo>
                <a:lnTo>
                  <a:pt x="882777" y="28575"/>
                </a:lnTo>
                <a:close/>
              </a:path>
              <a:path w="954404" h="85725">
                <a:moveTo>
                  <a:pt x="868426" y="0"/>
                </a:moveTo>
                <a:lnTo>
                  <a:pt x="868468" y="28591"/>
                </a:lnTo>
                <a:lnTo>
                  <a:pt x="925745" y="28575"/>
                </a:lnTo>
                <a:lnTo>
                  <a:pt x="8684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7" name="PlaceHolder 2"/>
          <p:cNvSpPr>
            <a:spLocks noGrp="1"/>
          </p:cNvSpPr>
          <p:nvPr>
            <p:ph type="sldNum" idx="40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6B940035-B1FD-4328-975A-BF0AEC33B964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8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579" name="object 3"/>
            <p:cNvPicPr/>
            <p:nvPr/>
          </p:nvPicPr>
          <p:blipFill>
            <a:blip r:embed="rId1"/>
            <a:stretch/>
          </p:blipFill>
          <p:spPr>
            <a:xfrm>
              <a:off x="1807560" y="131040"/>
              <a:ext cx="552276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0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1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8644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How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Is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r>
              <a:rPr lang="en-US" sz="2800" b="1" u="none" spc="-6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Implemented?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582" name="object 6"/>
          <p:cNvGrpSpPr/>
          <p:nvPr/>
        </p:nvGrpSpPr>
        <p:grpSpPr>
          <a:xfrm>
            <a:off x="610200" y="2743920"/>
            <a:ext cx="304560" cy="1218960"/>
            <a:chOff x="610200" y="2743920"/>
            <a:chExt cx="304560" cy="1218960"/>
          </a:xfrm>
        </p:grpSpPr>
        <p:sp>
          <p:nvSpPr>
            <p:cNvPr id="1583" name="object 7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4" name="object 8"/>
            <p:cNvSpPr/>
            <p:nvPr/>
          </p:nvSpPr>
          <p:spPr>
            <a:xfrm>
              <a:off x="610200" y="274392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5" name="object 9"/>
          <p:cNvSpPr/>
          <p:nvPr/>
        </p:nvSpPr>
        <p:spPr>
          <a:xfrm>
            <a:off x="657000" y="3027960"/>
            <a:ext cx="20916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6" name="object 10"/>
          <p:cNvGrpSpPr/>
          <p:nvPr/>
        </p:nvGrpSpPr>
        <p:grpSpPr>
          <a:xfrm>
            <a:off x="596160" y="2743920"/>
            <a:ext cx="1842480" cy="1218960"/>
            <a:chOff x="596160" y="2743920"/>
            <a:chExt cx="1842480" cy="1218960"/>
          </a:xfrm>
        </p:grpSpPr>
        <p:pic>
          <p:nvPicPr>
            <p:cNvPr id="1587" name="object 11"/>
            <p:cNvPicPr/>
            <p:nvPr/>
          </p:nvPicPr>
          <p:blipFill>
            <a:blip r:embed="rId2"/>
            <a:stretch/>
          </p:blipFill>
          <p:spPr>
            <a:xfrm>
              <a:off x="5961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8" name="object 12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9" name="object 13"/>
            <p:cNvSpPr/>
            <p:nvPr/>
          </p:nvSpPr>
          <p:spPr>
            <a:xfrm>
              <a:off x="15246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0" name="object 14"/>
          <p:cNvSpPr/>
          <p:nvPr/>
        </p:nvSpPr>
        <p:spPr>
          <a:xfrm>
            <a:off x="1539000" y="3027960"/>
            <a:ext cx="885600" cy="6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052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48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91" name="object 15"/>
          <p:cNvGrpSpPr/>
          <p:nvPr/>
        </p:nvGrpSpPr>
        <p:grpSpPr>
          <a:xfrm>
            <a:off x="915120" y="2743920"/>
            <a:ext cx="5486040" cy="2437560"/>
            <a:chOff x="915120" y="2743920"/>
            <a:chExt cx="5486040" cy="2437560"/>
          </a:xfrm>
        </p:grpSpPr>
        <p:pic>
          <p:nvPicPr>
            <p:cNvPr id="1592" name="object 16"/>
            <p:cNvPicPr/>
            <p:nvPr/>
          </p:nvPicPr>
          <p:blipFill>
            <a:blip r:embed="rId3"/>
            <a:stretch/>
          </p:blipFill>
          <p:spPr>
            <a:xfrm>
              <a:off x="15105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93" name="object 17"/>
            <p:cNvSpPr/>
            <p:nvPr/>
          </p:nvSpPr>
          <p:spPr>
            <a:xfrm>
              <a:off x="915120" y="3310560"/>
              <a:ext cx="609120" cy="853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09600" h="85725">
                  <a:moveTo>
                    <a:pt x="523875" y="0"/>
                  </a:moveTo>
                  <a:lnTo>
                    <a:pt x="523875" y="85725"/>
                  </a:lnTo>
                  <a:lnTo>
                    <a:pt x="581109" y="57150"/>
                  </a:lnTo>
                  <a:lnTo>
                    <a:pt x="538099" y="57150"/>
                  </a:lnTo>
                  <a:lnTo>
                    <a:pt x="538099" y="28575"/>
                  </a:lnTo>
                  <a:lnTo>
                    <a:pt x="580940" y="28575"/>
                  </a:lnTo>
                  <a:lnTo>
                    <a:pt x="523875" y="0"/>
                  </a:lnTo>
                  <a:close/>
                </a:path>
                <a:path w="609600" h="85725">
                  <a:moveTo>
                    <a:pt x="5238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28575"/>
                  </a:lnTo>
                  <a:close/>
                </a:path>
                <a:path w="609600" h="85725">
                  <a:moveTo>
                    <a:pt x="580940" y="28575"/>
                  </a:moveTo>
                  <a:lnTo>
                    <a:pt x="538099" y="28575"/>
                  </a:lnTo>
                  <a:lnTo>
                    <a:pt x="538099" y="57150"/>
                  </a:lnTo>
                  <a:lnTo>
                    <a:pt x="581109" y="57150"/>
                  </a:lnTo>
                  <a:lnTo>
                    <a:pt x="609600" y="42925"/>
                  </a:lnTo>
                  <a:lnTo>
                    <a:pt x="5809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4" name="object 18"/>
            <p:cNvSpPr/>
            <p:nvPr/>
          </p:nvSpPr>
          <p:spPr>
            <a:xfrm>
              <a:off x="2439000" y="3353400"/>
              <a:ext cx="304560" cy="3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5" name="object 19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6" name="object 20"/>
            <p:cNvSpPr/>
            <p:nvPr/>
          </p:nvSpPr>
          <p:spPr>
            <a:xfrm>
              <a:off x="3048840" y="274392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97" name="object 21"/>
            <p:cNvPicPr/>
            <p:nvPr/>
          </p:nvPicPr>
          <p:blipFill>
            <a:blip r:embed="rId4"/>
            <a:stretch/>
          </p:blipFill>
          <p:spPr>
            <a:xfrm>
              <a:off x="303444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98" name="object 22"/>
            <p:cNvSpPr/>
            <p:nvPr/>
          </p:nvSpPr>
          <p:spPr>
            <a:xfrm>
              <a:off x="3162240" y="3962520"/>
              <a:ext cx="75960" cy="1218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76200" h="12192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219200"/>
                  </a:lnTo>
                  <a:lnTo>
                    <a:pt x="44450" y="1219200"/>
                  </a:lnTo>
                  <a:lnTo>
                    <a:pt x="44450" y="63500"/>
                  </a:lnTo>
                  <a:close/>
                </a:path>
                <a:path w="76200" h="12192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2192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9" name="object 23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0" name="object 24"/>
            <p:cNvSpPr/>
            <p:nvPr/>
          </p:nvSpPr>
          <p:spPr>
            <a:xfrm>
              <a:off x="5792040" y="2743920"/>
              <a:ext cx="609120" cy="121896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609600" h="1219200">
                  <a:moveTo>
                    <a:pt x="0" y="0"/>
                  </a:moveTo>
                  <a:lnTo>
                    <a:pt x="0" y="457200"/>
                  </a:lnTo>
                  <a:lnTo>
                    <a:pt x="134874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609600" y="914400"/>
                  </a:lnTo>
                  <a:lnTo>
                    <a:pt x="6096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1" name="object 25"/>
            <p:cNvSpPr/>
            <p:nvPr/>
          </p:nvSpPr>
          <p:spPr>
            <a:xfrm>
              <a:off x="3467160" y="2929680"/>
              <a:ext cx="2324880" cy="1794960"/>
            </a:xfrm>
            <a:custGeom>
              <a:avLst/>
              <a:gdLst>
                <a:gd name="textAreaLeft" fmla="*/ 0 w 2324880"/>
                <a:gd name="textAreaRight" fmla="*/ 2325240 w 2324880"/>
                <a:gd name="textAreaTop" fmla="*/ 0 h 1794960"/>
                <a:gd name="textAreaBottom" fmla="*/ 1795320 h 1794960"/>
              </a:gdLst>
              <a:ahLst/>
              <a:cxnLst/>
              <a:rect l="textAreaLeft" t="textAreaTop" r="textAreaRight" b="textAreaBottom"/>
              <a:pathLst>
                <a:path w="2325370" h="1795145">
                  <a:moveTo>
                    <a:pt x="76200" y="1108837"/>
                  </a:moveTo>
                  <a:lnTo>
                    <a:pt x="69850" y="1096137"/>
                  </a:lnTo>
                  <a:lnTo>
                    <a:pt x="38100" y="1032637"/>
                  </a:lnTo>
                  <a:lnTo>
                    <a:pt x="0" y="1108837"/>
                  </a:lnTo>
                  <a:lnTo>
                    <a:pt x="31750" y="1108837"/>
                  </a:lnTo>
                  <a:lnTo>
                    <a:pt x="31750" y="1794637"/>
                  </a:lnTo>
                  <a:lnTo>
                    <a:pt x="44450" y="1794637"/>
                  </a:lnTo>
                  <a:lnTo>
                    <a:pt x="44450" y="1108837"/>
                  </a:lnTo>
                  <a:lnTo>
                    <a:pt x="76200" y="1108837"/>
                  </a:lnTo>
                  <a:close/>
                </a:path>
                <a:path w="2325370" h="1795145">
                  <a:moveTo>
                    <a:pt x="381000" y="1108837"/>
                  </a:moveTo>
                  <a:lnTo>
                    <a:pt x="374650" y="1096137"/>
                  </a:lnTo>
                  <a:lnTo>
                    <a:pt x="342900" y="1032637"/>
                  </a:lnTo>
                  <a:lnTo>
                    <a:pt x="304800" y="1108837"/>
                  </a:lnTo>
                  <a:lnTo>
                    <a:pt x="336550" y="1108837"/>
                  </a:lnTo>
                  <a:lnTo>
                    <a:pt x="336550" y="1794637"/>
                  </a:lnTo>
                  <a:lnTo>
                    <a:pt x="349250" y="1794637"/>
                  </a:lnTo>
                  <a:lnTo>
                    <a:pt x="349250" y="1108837"/>
                  </a:lnTo>
                  <a:lnTo>
                    <a:pt x="381000" y="1108837"/>
                  </a:lnTo>
                  <a:close/>
                </a:path>
                <a:path w="2325370" h="1795145">
                  <a:moveTo>
                    <a:pt x="685800" y="1108837"/>
                  </a:moveTo>
                  <a:lnTo>
                    <a:pt x="679450" y="1096137"/>
                  </a:lnTo>
                  <a:lnTo>
                    <a:pt x="647700" y="1032637"/>
                  </a:lnTo>
                  <a:lnTo>
                    <a:pt x="609600" y="1108837"/>
                  </a:lnTo>
                  <a:lnTo>
                    <a:pt x="641350" y="1108837"/>
                  </a:lnTo>
                  <a:lnTo>
                    <a:pt x="641350" y="1337437"/>
                  </a:lnTo>
                  <a:lnTo>
                    <a:pt x="654050" y="1337437"/>
                  </a:lnTo>
                  <a:lnTo>
                    <a:pt x="654050" y="1108837"/>
                  </a:lnTo>
                  <a:lnTo>
                    <a:pt x="685800" y="1108837"/>
                  </a:lnTo>
                  <a:close/>
                </a:path>
                <a:path w="2325370" h="1795145">
                  <a:moveTo>
                    <a:pt x="1943862" y="804799"/>
                  </a:moveTo>
                  <a:lnTo>
                    <a:pt x="1915198" y="790448"/>
                  </a:lnTo>
                  <a:lnTo>
                    <a:pt x="1858137" y="761873"/>
                  </a:lnTo>
                  <a:lnTo>
                    <a:pt x="1858137" y="790448"/>
                  </a:lnTo>
                  <a:lnTo>
                    <a:pt x="800862" y="790448"/>
                  </a:lnTo>
                  <a:lnTo>
                    <a:pt x="800862" y="819023"/>
                  </a:lnTo>
                  <a:lnTo>
                    <a:pt x="1858137" y="819023"/>
                  </a:lnTo>
                  <a:lnTo>
                    <a:pt x="1858137" y="847598"/>
                  </a:lnTo>
                  <a:lnTo>
                    <a:pt x="1915363" y="819023"/>
                  </a:lnTo>
                  <a:lnTo>
                    <a:pt x="1943862" y="804799"/>
                  </a:lnTo>
                  <a:close/>
                </a:path>
                <a:path w="2325370" h="1795145">
                  <a:moveTo>
                    <a:pt x="2324862" y="42799"/>
                  </a:moveTo>
                  <a:lnTo>
                    <a:pt x="2239137" y="0"/>
                  </a:lnTo>
                  <a:lnTo>
                    <a:pt x="2239137" y="28575"/>
                  </a:lnTo>
                  <a:lnTo>
                    <a:pt x="800862" y="28448"/>
                  </a:lnTo>
                  <a:lnTo>
                    <a:pt x="800862" y="57023"/>
                  </a:lnTo>
                  <a:lnTo>
                    <a:pt x="2239137" y="57150"/>
                  </a:lnTo>
                  <a:lnTo>
                    <a:pt x="2239137" y="85725"/>
                  </a:lnTo>
                  <a:lnTo>
                    <a:pt x="2296198" y="57150"/>
                  </a:lnTo>
                  <a:lnTo>
                    <a:pt x="2324862" y="427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2" name="object 26"/>
            <p:cNvSpPr/>
            <p:nvPr/>
          </p:nvSpPr>
          <p:spPr>
            <a:xfrm>
              <a:off x="3352680" y="403848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3" name="object 27"/>
            <p:cNvSpPr/>
            <p:nvPr/>
          </p:nvSpPr>
          <p:spPr>
            <a:xfrm>
              <a:off x="2743920" y="3353400"/>
              <a:ext cx="1904760" cy="1371240"/>
            </a:xfrm>
            <a:custGeom>
              <a:avLst/>
              <a:gdLst>
                <a:gd name="textAreaLeft" fmla="*/ 0 w 1904760"/>
                <a:gd name="textAreaRight" fmla="*/ 1905120 w 19047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905000" h="1371600">
                  <a:moveTo>
                    <a:pt x="0" y="0"/>
                  </a:moveTo>
                  <a:lnTo>
                    <a:pt x="0" y="1371600"/>
                  </a:lnTo>
                  <a:lnTo>
                    <a:pt x="19050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4" name="object 28"/>
            <p:cNvSpPr/>
            <p:nvPr/>
          </p:nvSpPr>
          <p:spPr>
            <a:xfrm>
              <a:off x="6058080" y="3809880"/>
              <a:ext cx="75960" cy="1371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76200" h="13716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371600"/>
                  </a:lnTo>
                  <a:lnTo>
                    <a:pt x="44450" y="1371600"/>
                  </a:lnTo>
                  <a:lnTo>
                    <a:pt x="44450" y="63500"/>
                  </a:lnTo>
                  <a:close/>
                </a:path>
                <a:path w="76200" h="13716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3716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5" name="object 29"/>
            <p:cNvSpPr/>
            <p:nvPr/>
          </p:nvSpPr>
          <p:spPr>
            <a:xfrm>
              <a:off x="4641840" y="4305240"/>
              <a:ext cx="158400" cy="4186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158750" h="419100">
                  <a:moveTo>
                    <a:pt x="825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82550" y="38100"/>
                  </a:lnTo>
                  <a:lnTo>
                    <a:pt x="82550" y="31750"/>
                  </a:lnTo>
                  <a:close/>
                </a:path>
                <a:path w="158750" h="419100">
                  <a:moveTo>
                    <a:pt x="82550" y="0"/>
                  </a:moveTo>
                  <a:lnTo>
                    <a:pt x="82550" y="76200"/>
                  </a:lnTo>
                  <a:lnTo>
                    <a:pt x="146050" y="44450"/>
                  </a:lnTo>
                  <a:lnTo>
                    <a:pt x="95250" y="44450"/>
                  </a:lnTo>
                  <a:lnTo>
                    <a:pt x="95250" y="31750"/>
                  </a:lnTo>
                  <a:lnTo>
                    <a:pt x="146050" y="31750"/>
                  </a:lnTo>
                  <a:lnTo>
                    <a:pt x="82550" y="0"/>
                  </a:lnTo>
                  <a:close/>
                </a:path>
                <a:path w="1587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58750" h="419100">
                  <a:moveTo>
                    <a:pt x="825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82550" y="44450"/>
                  </a:lnTo>
                  <a:lnTo>
                    <a:pt x="82550" y="38100"/>
                  </a:lnTo>
                  <a:close/>
                </a:path>
                <a:path w="158750" h="419100">
                  <a:moveTo>
                    <a:pt x="146050" y="31750"/>
                  </a:moveTo>
                  <a:lnTo>
                    <a:pt x="95250" y="31750"/>
                  </a:lnTo>
                  <a:lnTo>
                    <a:pt x="95250" y="44450"/>
                  </a:lnTo>
                  <a:lnTo>
                    <a:pt x="146050" y="44450"/>
                  </a:lnTo>
                  <a:lnTo>
                    <a:pt x="158750" y="38100"/>
                  </a:lnTo>
                  <a:lnTo>
                    <a:pt x="146050" y="317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06" name="object 30"/>
            <p:cNvPicPr/>
            <p:nvPr/>
          </p:nvPicPr>
          <p:blipFill>
            <a:blip r:embed="rId5"/>
            <a:stretch/>
          </p:blipFill>
          <p:spPr>
            <a:xfrm>
              <a:off x="5563440" y="369180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07" name="object 31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8" name="object 32"/>
            <p:cNvSpPr/>
            <p:nvPr/>
          </p:nvSpPr>
          <p:spPr>
            <a:xfrm>
              <a:off x="5410800" y="365832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9" name="object 33"/>
            <p:cNvSpPr/>
            <p:nvPr/>
          </p:nvSpPr>
          <p:spPr>
            <a:xfrm>
              <a:off x="5106240" y="4301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0" name="object 34"/>
            <p:cNvSpPr/>
            <p:nvPr/>
          </p:nvSpPr>
          <p:spPr>
            <a:xfrm>
              <a:off x="5448240" y="4419720"/>
              <a:ext cx="75960" cy="7617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76200" h="7620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762000"/>
                  </a:lnTo>
                  <a:lnTo>
                    <a:pt x="44450" y="762000"/>
                  </a:lnTo>
                  <a:lnTo>
                    <a:pt x="44450" y="63500"/>
                  </a:lnTo>
                  <a:close/>
                </a:path>
                <a:path w="76200" h="7620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620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1" name="object 35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2" name="object 36"/>
            <p:cNvSpPr/>
            <p:nvPr/>
          </p:nvSpPr>
          <p:spPr>
            <a:xfrm>
              <a:off x="4801320" y="4115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3" name="object 37"/>
          <p:cNvSpPr/>
          <p:nvPr/>
        </p:nvSpPr>
        <p:spPr>
          <a:xfrm>
            <a:off x="4880880" y="411228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object 38"/>
          <p:cNvSpPr/>
          <p:nvPr/>
        </p:nvSpPr>
        <p:spPr>
          <a:xfrm>
            <a:off x="4495680" y="449568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object 39"/>
          <p:cNvSpPr/>
          <p:nvPr/>
        </p:nvSpPr>
        <p:spPr>
          <a:xfrm>
            <a:off x="3170520" y="3027960"/>
            <a:ext cx="10094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90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16" name="object 40"/>
          <p:cNvGrpSpPr/>
          <p:nvPr/>
        </p:nvGrpSpPr>
        <p:grpSpPr>
          <a:xfrm>
            <a:off x="3809880" y="2743920"/>
            <a:ext cx="4115160" cy="2437560"/>
            <a:chOff x="3809880" y="2743920"/>
            <a:chExt cx="4115160" cy="2437560"/>
          </a:xfrm>
        </p:grpSpPr>
        <p:sp>
          <p:nvSpPr>
            <p:cNvPr id="1617" name="object 41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8" name="object 42"/>
            <p:cNvSpPr/>
            <p:nvPr/>
          </p:nvSpPr>
          <p:spPr>
            <a:xfrm>
              <a:off x="3963240" y="42678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9" name="object 43"/>
            <p:cNvSpPr/>
            <p:nvPr/>
          </p:nvSpPr>
          <p:spPr>
            <a:xfrm>
              <a:off x="3809880" y="441972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0" name="object 44"/>
            <p:cNvSpPr/>
            <p:nvPr/>
          </p:nvSpPr>
          <p:spPr>
            <a:xfrm>
              <a:off x="3962520" y="403848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1" name="object 45"/>
            <p:cNvSpPr/>
            <p:nvPr/>
          </p:nvSpPr>
          <p:spPr>
            <a:xfrm>
              <a:off x="4267080" y="4305240"/>
              <a:ext cx="158400" cy="87588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158750" h="876300">
                  <a:moveTo>
                    <a:pt x="146050" y="38100"/>
                  </a:moveTo>
                  <a:lnTo>
                    <a:pt x="146050" y="876300"/>
                  </a:lnTo>
                  <a:lnTo>
                    <a:pt x="158750" y="8763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8763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8763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8763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8763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2" name="object 46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91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14400" y="12192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3" name="object 47"/>
            <p:cNvSpPr/>
            <p:nvPr/>
          </p:nvSpPr>
          <p:spPr>
            <a:xfrm>
              <a:off x="7011000" y="2743920"/>
              <a:ext cx="914040" cy="121896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914400" h="1219200">
                  <a:moveTo>
                    <a:pt x="0" y="1219200"/>
                  </a:moveTo>
                  <a:lnTo>
                    <a:pt x="914400" y="12192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24" name="object 48"/>
            <p:cNvPicPr/>
            <p:nvPr/>
          </p:nvPicPr>
          <p:blipFill>
            <a:blip r:embed="rId6"/>
            <a:stretch/>
          </p:blipFill>
          <p:spPr>
            <a:xfrm>
              <a:off x="6996960" y="372024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25" name="object 49"/>
            <p:cNvSpPr/>
            <p:nvPr/>
          </p:nvSpPr>
          <p:spPr>
            <a:xfrm>
              <a:off x="7124760" y="3962520"/>
              <a:ext cx="75960" cy="1218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76200" h="12192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219200"/>
                  </a:lnTo>
                  <a:lnTo>
                    <a:pt x="44450" y="1219200"/>
                  </a:lnTo>
                  <a:lnTo>
                    <a:pt x="44450" y="63500"/>
                  </a:lnTo>
                  <a:close/>
                </a:path>
                <a:path w="76200" h="12192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2192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6" name="object 50"/>
            <p:cNvSpPr/>
            <p:nvPr/>
          </p:nvSpPr>
          <p:spPr>
            <a:xfrm>
              <a:off x="6706440" y="300600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7" name="object 51"/>
          <p:cNvSpPr/>
          <p:nvPr/>
        </p:nvSpPr>
        <p:spPr>
          <a:xfrm>
            <a:off x="6988680" y="2862720"/>
            <a:ext cx="80100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816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096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>
              <a:lnSpc>
                <a:spcPct val="100000"/>
              </a:lnSpc>
            </a:pPr>
            <a:r>
              <a:rPr lang="en-US" sz="2400" b="0" u="none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400" b="0" u="none" spc="-142" strike="noStrike" baseline="-24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28" name="object 52"/>
          <p:cNvGrpSpPr/>
          <p:nvPr/>
        </p:nvGrpSpPr>
        <p:grpSpPr>
          <a:xfrm>
            <a:off x="1205640" y="1981800"/>
            <a:ext cx="7176600" cy="3199320"/>
            <a:chOff x="1205640" y="1981800"/>
            <a:chExt cx="7176600" cy="3199320"/>
          </a:xfrm>
        </p:grpSpPr>
        <p:sp>
          <p:nvSpPr>
            <p:cNvPr id="1629" name="object 53"/>
            <p:cNvSpPr/>
            <p:nvPr/>
          </p:nvSpPr>
          <p:spPr>
            <a:xfrm>
              <a:off x="6401520" y="2548800"/>
              <a:ext cx="1828440" cy="81864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818640"/>
                <a:gd name="textAreaBottom" fmla="*/ 819000 h 818640"/>
              </a:gdLst>
              <a:ahLst/>
              <a:cxnLst/>
              <a:rect l="textAreaLeft" t="textAreaTop" r="textAreaRight" b="textAreaBottom"/>
              <a:pathLst>
                <a:path w="1828800" h="819150">
                  <a:moveTo>
                    <a:pt x="1828800" y="500126"/>
                  </a:moveTo>
                  <a:lnTo>
                    <a:pt x="1800136" y="485775"/>
                  </a:lnTo>
                  <a:lnTo>
                    <a:pt x="1743075" y="457200"/>
                  </a:lnTo>
                  <a:lnTo>
                    <a:pt x="1743075" y="485775"/>
                  </a:lnTo>
                  <a:lnTo>
                    <a:pt x="1524000" y="485775"/>
                  </a:lnTo>
                  <a:lnTo>
                    <a:pt x="1524000" y="514350"/>
                  </a:lnTo>
                  <a:lnTo>
                    <a:pt x="1743075" y="514350"/>
                  </a:lnTo>
                  <a:lnTo>
                    <a:pt x="1743075" y="542925"/>
                  </a:lnTo>
                  <a:lnTo>
                    <a:pt x="1800301" y="514350"/>
                  </a:lnTo>
                  <a:lnTo>
                    <a:pt x="1828800" y="500126"/>
                  </a:lnTo>
                  <a:close/>
                </a:path>
                <a:path w="1828800" h="819150">
                  <a:moveTo>
                    <a:pt x="1828800" y="42926"/>
                  </a:moveTo>
                  <a:lnTo>
                    <a:pt x="1800136" y="28575"/>
                  </a:lnTo>
                  <a:lnTo>
                    <a:pt x="1743075" y="0"/>
                  </a:lnTo>
                  <a:lnTo>
                    <a:pt x="17430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790575"/>
                  </a:lnTo>
                  <a:lnTo>
                    <a:pt x="0" y="790575"/>
                  </a:lnTo>
                  <a:lnTo>
                    <a:pt x="0" y="819150"/>
                  </a:lnTo>
                  <a:lnTo>
                    <a:pt x="312674" y="819150"/>
                  </a:lnTo>
                  <a:lnTo>
                    <a:pt x="319024" y="812800"/>
                  </a:lnTo>
                  <a:lnTo>
                    <a:pt x="319024" y="804926"/>
                  </a:lnTo>
                  <a:lnTo>
                    <a:pt x="319024" y="790575"/>
                  </a:lnTo>
                  <a:lnTo>
                    <a:pt x="319024" y="57150"/>
                  </a:lnTo>
                  <a:lnTo>
                    <a:pt x="1743075" y="57150"/>
                  </a:lnTo>
                  <a:lnTo>
                    <a:pt x="1743075" y="85725"/>
                  </a:lnTo>
                  <a:lnTo>
                    <a:pt x="1800301" y="57150"/>
                  </a:lnTo>
                  <a:lnTo>
                    <a:pt x="18288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0" name="object 54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1" name="object 55"/>
            <p:cNvSpPr/>
            <p:nvPr/>
          </p:nvSpPr>
          <p:spPr>
            <a:xfrm>
              <a:off x="8230320" y="251532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2" name="object 56"/>
            <p:cNvSpPr/>
            <p:nvPr/>
          </p:nvSpPr>
          <p:spPr>
            <a:xfrm>
              <a:off x="8267760" y="3124080"/>
              <a:ext cx="75960" cy="20570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057040"/>
                <a:gd name="textAreaBottom" fmla="*/ 2057400 h 2057040"/>
              </a:gdLst>
              <a:ahLst/>
              <a:cxnLst/>
              <a:rect l="textAreaLeft" t="textAreaTop" r="textAreaRight" b="textAreaBottom"/>
              <a:pathLst>
                <a:path w="76200" h="2057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057400"/>
                  </a:lnTo>
                  <a:lnTo>
                    <a:pt x="44450" y="2057400"/>
                  </a:lnTo>
                  <a:lnTo>
                    <a:pt x="44450" y="63500"/>
                  </a:lnTo>
                  <a:close/>
                </a:path>
                <a:path w="76200" h="2057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057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3" name="object 57"/>
            <p:cNvSpPr/>
            <p:nvPr/>
          </p:nvSpPr>
          <p:spPr>
            <a:xfrm>
              <a:off x="4863240" y="3615480"/>
              <a:ext cx="2147760" cy="437760"/>
            </a:xfrm>
            <a:custGeom>
              <a:avLst/>
              <a:gdLst>
                <a:gd name="textAreaLeft" fmla="*/ 0 w 2147760"/>
                <a:gd name="textAreaRight" fmla="*/ 2148120 w 214776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21482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851024" y="438150"/>
                  </a:lnTo>
                  <a:lnTo>
                    <a:pt x="1857374" y="431800"/>
                  </a:lnTo>
                  <a:lnTo>
                    <a:pt x="18573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21482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2148204" h="438150">
                  <a:moveTo>
                    <a:pt x="18287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828799" y="423925"/>
                  </a:lnTo>
                  <a:lnTo>
                    <a:pt x="1828799" y="409575"/>
                  </a:lnTo>
                  <a:close/>
                </a:path>
                <a:path w="2148204" h="438150">
                  <a:moveTo>
                    <a:pt x="2062225" y="28575"/>
                  </a:moveTo>
                  <a:lnTo>
                    <a:pt x="1835277" y="28575"/>
                  </a:lnTo>
                  <a:lnTo>
                    <a:pt x="1828799" y="35051"/>
                  </a:lnTo>
                  <a:lnTo>
                    <a:pt x="1828799" y="423925"/>
                  </a:lnTo>
                  <a:lnTo>
                    <a:pt x="1843150" y="409575"/>
                  </a:lnTo>
                  <a:lnTo>
                    <a:pt x="1857374" y="409575"/>
                  </a:lnTo>
                  <a:lnTo>
                    <a:pt x="1857374" y="57150"/>
                  </a:lnTo>
                  <a:lnTo>
                    <a:pt x="1843150" y="57150"/>
                  </a:lnTo>
                  <a:lnTo>
                    <a:pt x="1857374" y="42925"/>
                  </a:lnTo>
                  <a:lnTo>
                    <a:pt x="2062225" y="42925"/>
                  </a:lnTo>
                  <a:lnTo>
                    <a:pt x="2062225" y="28575"/>
                  </a:lnTo>
                  <a:close/>
                </a:path>
                <a:path w="2148204" h="438150">
                  <a:moveTo>
                    <a:pt x="1857374" y="409575"/>
                  </a:moveTo>
                  <a:lnTo>
                    <a:pt x="1843150" y="409575"/>
                  </a:lnTo>
                  <a:lnTo>
                    <a:pt x="1828799" y="423925"/>
                  </a:lnTo>
                  <a:lnTo>
                    <a:pt x="1857374" y="423925"/>
                  </a:lnTo>
                  <a:lnTo>
                    <a:pt x="1857374" y="409575"/>
                  </a:lnTo>
                  <a:close/>
                </a:path>
                <a:path w="2148204" h="438150">
                  <a:moveTo>
                    <a:pt x="2062225" y="0"/>
                  </a:moveTo>
                  <a:lnTo>
                    <a:pt x="2062225" y="85725"/>
                  </a:lnTo>
                  <a:lnTo>
                    <a:pt x="2119460" y="57150"/>
                  </a:lnTo>
                  <a:lnTo>
                    <a:pt x="2076449" y="57150"/>
                  </a:lnTo>
                  <a:lnTo>
                    <a:pt x="2076449" y="28575"/>
                  </a:lnTo>
                  <a:lnTo>
                    <a:pt x="2119291" y="28575"/>
                  </a:lnTo>
                  <a:lnTo>
                    <a:pt x="2062225" y="0"/>
                  </a:lnTo>
                  <a:close/>
                </a:path>
                <a:path w="2148204" h="438150">
                  <a:moveTo>
                    <a:pt x="1857374" y="42925"/>
                  </a:moveTo>
                  <a:lnTo>
                    <a:pt x="1843150" y="57150"/>
                  </a:lnTo>
                  <a:lnTo>
                    <a:pt x="1857374" y="57150"/>
                  </a:lnTo>
                  <a:lnTo>
                    <a:pt x="1857374" y="42925"/>
                  </a:lnTo>
                  <a:close/>
                </a:path>
                <a:path w="2148204" h="438150">
                  <a:moveTo>
                    <a:pt x="2062225" y="42925"/>
                  </a:moveTo>
                  <a:lnTo>
                    <a:pt x="1857374" y="42925"/>
                  </a:lnTo>
                  <a:lnTo>
                    <a:pt x="1857374" y="57150"/>
                  </a:lnTo>
                  <a:lnTo>
                    <a:pt x="2062225" y="57150"/>
                  </a:lnTo>
                  <a:lnTo>
                    <a:pt x="2062225" y="42925"/>
                  </a:lnTo>
                  <a:close/>
                </a:path>
                <a:path w="2148204" h="438150">
                  <a:moveTo>
                    <a:pt x="2119291" y="28575"/>
                  </a:moveTo>
                  <a:lnTo>
                    <a:pt x="2076449" y="28575"/>
                  </a:lnTo>
                  <a:lnTo>
                    <a:pt x="2076449" y="57150"/>
                  </a:lnTo>
                  <a:lnTo>
                    <a:pt x="2119460" y="57150"/>
                  </a:lnTo>
                  <a:lnTo>
                    <a:pt x="2147950" y="42925"/>
                  </a:lnTo>
                  <a:lnTo>
                    <a:pt x="21192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4" name="object 58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5" name="object 59"/>
            <p:cNvSpPr/>
            <p:nvPr/>
          </p:nvSpPr>
          <p:spPr>
            <a:xfrm>
              <a:off x="1524600" y="19818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6" name="object 60"/>
            <p:cNvSpPr/>
            <p:nvPr/>
          </p:nvSpPr>
          <p:spPr>
            <a:xfrm>
              <a:off x="1205640" y="2396160"/>
              <a:ext cx="318960" cy="95724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19405" h="957579">
                  <a:moveTo>
                    <a:pt x="2333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233362" y="42925"/>
                  </a:lnTo>
                  <a:lnTo>
                    <a:pt x="233362" y="28575"/>
                  </a:lnTo>
                  <a:close/>
                </a:path>
                <a:path w="319405" h="957579">
                  <a:moveTo>
                    <a:pt x="233362" y="0"/>
                  </a:moveTo>
                  <a:lnTo>
                    <a:pt x="233362" y="85725"/>
                  </a:lnTo>
                  <a:lnTo>
                    <a:pt x="290597" y="57150"/>
                  </a:lnTo>
                  <a:lnTo>
                    <a:pt x="247586" y="57150"/>
                  </a:lnTo>
                  <a:lnTo>
                    <a:pt x="247586" y="28575"/>
                  </a:lnTo>
                  <a:lnTo>
                    <a:pt x="290427" y="28575"/>
                  </a:lnTo>
                  <a:lnTo>
                    <a:pt x="233362" y="0"/>
                  </a:lnTo>
                  <a:close/>
                </a:path>
                <a:path w="3194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5" h="957579">
                  <a:moveTo>
                    <a:pt x="2333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362" y="57150"/>
                  </a:lnTo>
                  <a:lnTo>
                    <a:pt x="233362" y="42925"/>
                  </a:lnTo>
                  <a:close/>
                </a:path>
                <a:path w="319405" h="957579">
                  <a:moveTo>
                    <a:pt x="290427" y="28575"/>
                  </a:moveTo>
                  <a:lnTo>
                    <a:pt x="247586" y="28575"/>
                  </a:lnTo>
                  <a:lnTo>
                    <a:pt x="247586" y="57150"/>
                  </a:lnTo>
                  <a:lnTo>
                    <a:pt x="290597" y="57150"/>
                  </a:lnTo>
                  <a:lnTo>
                    <a:pt x="319087" y="42925"/>
                  </a:lnTo>
                  <a:lnTo>
                    <a:pt x="290427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7" name="object 61"/>
          <p:cNvSpPr/>
          <p:nvPr/>
        </p:nvSpPr>
        <p:spPr>
          <a:xfrm>
            <a:off x="1603080" y="201024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38" name="object 62"/>
          <p:cNvGrpSpPr/>
          <p:nvPr/>
        </p:nvGrpSpPr>
        <p:grpSpPr>
          <a:xfrm>
            <a:off x="5487120" y="1524600"/>
            <a:ext cx="304560" cy="456840"/>
            <a:chOff x="5487120" y="1524600"/>
            <a:chExt cx="304560" cy="456840"/>
          </a:xfrm>
        </p:grpSpPr>
        <p:sp>
          <p:nvSpPr>
            <p:cNvPr id="1639" name="object 63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0" name="object 64"/>
            <p:cNvSpPr/>
            <p:nvPr/>
          </p:nvSpPr>
          <p:spPr>
            <a:xfrm>
              <a:off x="5487120" y="1524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1" name="object 65"/>
          <p:cNvSpPr/>
          <p:nvPr/>
        </p:nvSpPr>
        <p:spPr>
          <a:xfrm>
            <a:off x="5524200" y="152064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52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42" name="object 66"/>
          <p:cNvGrpSpPr/>
          <p:nvPr/>
        </p:nvGrpSpPr>
        <p:grpSpPr>
          <a:xfrm>
            <a:off x="291240" y="1053360"/>
            <a:ext cx="8410680" cy="3290760"/>
            <a:chOff x="291240" y="1053360"/>
            <a:chExt cx="8410680" cy="3290760"/>
          </a:xfrm>
        </p:grpSpPr>
        <p:sp>
          <p:nvSpPr>
            <p:cNvPr id="1643" name="object 67"/>
            <p:cNvSpPr/>
            <p:nvPr/>
          </p:nvSpPr>
          <p:spPr>
            <a:xfrm>
              <a:off x="5792040" y="171036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4" name="object 68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5" name="object 69"/>
            <p:cNvSpPr/>
            <p:nvPr/>
          </p:nvSpPr>
          <p:spPr>
            <a:xfrm>
              <a:off x="6096600" y="129600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6" name="object 70"/>
            <p:cNvSpPr/>
            <p:nvPr/>
          </p:nvSpPr>
          <p:spPr>
            <a:xfrm>
              <a:off x="5168160" y="1710360"/>
              <a:ext cx="318960" cy="2633760"/>
            </a:xfrm>
            <a:custGeom>
              <a:avLst/>
              <a:gdLst>
                <a:gd name="textAreaLeft" fmla="*/ 0 w 318960"/>
                <a:gd name="textAreaRight" fmla="*/ 319320 w 318960"/>
                <a:gd name="textAreaTop" fmla="*/ 0 h 2633760"/>
                <a:gd name="textAreaBottom" fmla="*/ 2634120 h 2633760"/>
              </a:gdLst>
              <a:ahLst/>
              <a:cxnLst/>
              <a:rect l="textAreaLeft" t="textAreaTop" r="textAreaRight" b="textAreaBottom"/>
              <a:pathLst>
                <a:path w="319404" h="2633979">
                  <a:moveTo>
                    <a:pt x="233425" y="28575"/>
                  </a:moveTo>
                  <a:lnTo>
                    <a:pt x="6476" y="28575"/>
                  </a:lnTo>
                  <a:lnTo>
                    <a:pt x="0" y="35051"/>
                  </a:lnTo>
                  <a:lnTo>
                    <a:pt x="0" y="2633726"/>
                  </a:lnTo>
                  <a:lnTo>
                    <a:pt x="28575" y="2633726"/>
                  </a:lnTo>
                  <a:lnTo>
                    <a:pt x="28575" y="57150"/>
                  </a:lnTo>
                  <a:lnTo>
                    <a:pt x="14350" y="57150"/>
                  </a:lnTo>
                  <a:lnTo>
                    <a:pt x="28575" y="42925"/>
                  </a:lnTo>
                  <a:lnTo>
                    <a:pt x="233425" y="42925"/>
                  </a:lnTo>
                  <a:lnTo>
                    <a:pt x="233425" y="28575"/>
                  </a:lnTo>
                  <a:close/>
                </a:path>
                <a:path w="319404" h="2633979">
                  <a:moveTo>
                    <a:pt x="233425" y="0"/>
                  </a:moveTo>
                  <a:lnTo>
                    <a:pt x="233425" y="85725"/>
                  </a:lnTo>
                  <a:lnTo>
                    <a:pt x="290660" y="57150"/>
                  </a:lnTo>
                  <a:lnTo>
                    <a:pt x="247650" y="57150"/>
                  </a:lnTo>
                  <a:lnTo>
                    <a:pt x="247650" y="28575"/>
                  </a:lnTo>
                  <a:lnTo>
                    <a:pt x="290491" y="28575"/>
                  </a:lnTo>
                  <a:lnTo>
                    <a:pt x="233425" y="0"/>
                  </a:lnTo>
                  <a:close/>
                </a:path>
                <a:path w="319404" h="2633979">
                  <a:moveTo>
                    <a:pt x="28575" y="42925"/>
                  </a:moveTo>
                  <a:lnTo>
                    <a:pt x="14350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319404" h="2633979">
                  <a:moveTo>
                    <a:pt x="233425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233425" y="57150"/>
                  </a:lnTo>
                  <a:lnTo>
                    <a:pt x="233425" y="42925"/>
                  </a:lnTo>
                  <a:close/>
                </a:path>
                <a:path w="319404" h="2633979">
                  <a:moveTo>
                    <a:pt x="290491" y="28575"/>
                  </a:moveTo>
                  <a:lnTo>
                    <a:pt x="247650" y="28575"/>
                  </a:lnTo>
                  <a:lnTo>
                    <a:pt x="247650" y="57150"/>
                  </a:lnTo>
                  <a:lnTo>
                    <a:pt x="290660" y="57150"/>
                  </a:lnTo>
                  <a:lnTo>
                    <a:pt x="319150" y="42925"/>
                  </a:lnTo>
                  <a:lnTo>
                    <a:pt x="2904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7" name="object 71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8" name="object 72"/>
            <p:cNvSpPr/>
            <p:nvPr/>
          </p:nvSpPr>
          <p:spPr>
            <a:xfrm>
              <a:off x="762084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9" name="object 73"/>
            <p:cNvSpPr/>
            <p:nvPr/>
          </p:nvSpPr>
          <p:spPr>
            <a:xfrm>
              <a:off x="2134440" y="1405800"/>
              <a:ext cx="3962160" cy="85320"/>
            </a:xfrm>
            <a:custGeom>
              <a:avLst/>
              <a:gdLst>
                <a:gd name="textAreaLeft" fmla="*/ 0 w 3962160"/>
                <a:gd name="textAreaRight" fmla="*/ 3962520 w 39621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962400" h="85725">
                  <a:moveTo>
                    <a:pt x="3876675" y="57149"/>
                  </a:moveTo>
                  <a:lnTo>
                    <a:pt x="3876675" y="85725"/>
                  </a:lnTo>
                  <a:lnTo>
                    <a:pt x="3933740" y="57150"/>
                  </a:lnTo>
                  <a:lnTo>
                    <a:pt x="3876675" y="57149"/>
                  </a:lnTo>
                  <a:close/>
                </a:path>
                <a:path w="3962400" h="85725">
                  <a:moveTo>
                    <a:pt x="3876675" y="28574"/>
                  </a:moveTo>
                  <a:lnTo>
                    <a:pt x="3876675" y="57149"/>
                  </a:lnTo>
                  <a:lnTo>
                    <a:pt x="3891026" y="57150"/>
                  </a:lnTo>
                  <a:lnTo>
                    <a:pt x="3891026" y="28575"/>
                  </a:lnTo>
                  <a:lnTo>
                    <a:pt x="3876675" y="28574"/>
                  </a:lnTo>
                  <a:close/>
                </a:path>
                <a:path w="3962400" h="85725">
                  <a:moveTo>
                    <a:pt x="3876675" y="0"/>
                  </a:moveTo>
                  <a:lnTo>
                    <a:pt x="3876675" y="28574"/>
                  </a:lnTo>
                  <a:lnTo>
                    <a:pt x="3891026" y="28575"/>
                  </a:lnTo>
                  <a:lnTo>
                    <a:pt x="3891026" y="57150"/>
                  </a:lnTo>
                  <a:lnTo>
                    <a:pt x="3933741" y="57149"/>
                  </a:lnTo>
                  <a:lnTo>
                    <a:pt x="3962400" y="42799"/>
                  </a:lnTo>
                  <a:lnTo>
                    <a:pt x="3876675" y="0"/>
                  </a:lnTo>
                  <a:close/>
                </a:path>
                <a:path w="3962400" h="85725">
                  <a:moveTo>
                    <a:pt x="0" y="28448"/>
                  </a:moveTo>
                  <a:lnTo>
                    <a:pt x="0" y="57023"/>
                  </a:lnTo>
                  <a:lnTo>
                    <a:pt x="3876675" y="57149"/>
                  </a:lnTo>
                  <a:lnTo>
                    <a:pt x="3876675" y="28574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0" name="object 74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1" name="object 75"/>
            <p:cNvSpPr/>
            <p:nvPr/>
          </p:nvSpPr>
          <p:spPr>
            <a:xfrm>
              <a:off x="7087320" y="167724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2" name="object 76"/>
            <p:cNvSpPr/>
            <p:nvPr/>
          </p:nvSpPr>
          <p:spPr>
            <a:xfrm>
              <a:off x="6400800" y="1558080"/>
              <a:ext cx="1333080" cy="1572480"/>
            </a:xfrm>
            <a:custGeom>
              <a:avLst/>
              <a:gdLst>
                <a:gd name="textAreaLeft" fmla="*/ 0 w 1333080"/>
                <a:gd name="textAreaRight" fmla="*/ 1333440 w 1333080"/>
                <a:gd name="textAreaTop" fmla="*/ 0 h 1572480"/>
                <a:gd name="textAreaBottom" fmla="*/ 1572840 h 1572480"/>
              </a:gdLst>
              <a:ahLst/>
              <a:cxnLst/>
              <a:rect l="textAreaLeft" t="textAreaTop" r="textAreaRight" b="textAreaBottom"/>
              <a:pathLst>
                <a:path w="1333500" h="1572895">
                  <a:moveTo>
                    <a:pt x="685800" y="346837"/>
                  </a:moveTo>
                  <a:lnTo>
                    <a:pt x="673100" y="340487"/>
                  </a:lnTo>
                  <a:lnTo>
                    <a:pt x="609600" y="308737"/>
                  </a:lnTo>
                  <a:lnTo>
                    <a:pt x="609600" y="340487"/>
                  </a:lnTo>
                  <a:lnTo>
                    <a:pt x="148844" y="340487"/>
                  </a:lnTo>
                  <a:lnTo>
                    <a:pt x="146050" y="343281"/>
                  </a:lnTo>
                  <a:lnTo>
                    <a:pt x="146050" y="1559687"/>
                  </a:lnTo>
                  <a:lnTo>
                    <a:pt x="0" y="1559687"/>
                  </a:lnTo>
                  <a:lnTo>
                    <a:pt x="0" y="1572387"/>
                  </a:lnTo>
                  <a:lnTo>
                    <a:pt x="155956" y="1572387"/>
                  </a:lnTo>
                  <a:lnTo>
                    <a:pt x="158750" y="1569593"/>
                  </a:lnTo>
                  <a:lnTo>
                    <a:pt x="158750" y="1566037"/>
                  </a:lnTo>
                  <a:lnTo>
                    <a:pt x="158750" y="1559687"/>
                  </a:lnTo>
                  <a:lnTo>
                    <a:pt x="158750" y="353187"/>
                  </a:lnTo>
                  <a:lnTo>
                    <a:pt x="609600" y="353187"/>
                  </a:lnTo>
                  <a:lnTo>
                    <a:pt x="609600" y="384937"/>
                  </a:lnTo>
                  <a:lnTo>
                    <a:pt x="673100" y="353187"/>
                  </a:lnTo>
                  <a:lnTo>
                    <a:pt x="685800" y="346837"/>
                  </a:lnTo>
                  <a:close/>
                </a:path>
                <a:path w="1333500" h="1572895">
                  <a:moveTo>
                    <a:pt x="1219962" y="42799"/>
                  </a:moveTo>
                  <a:lnTo>
                    <a:pt x="1134237" y="0"/>
                  </a:lnTo>
                  <a:lnTo>
                    <a:pt x="1134237" y="28575"/>
                  </a:lnTo>
                  <a:lnTo>
                    <a:pt x="762" y="28448"/>
                  </a:lnTo>
                  <a:lnTo>
                    <a:pt x="762" y="57023"/>
                  </a:lnTo>
                  <a:lnTo>
                    <a:pt x="1134237" y="57150"/>
                  </a:lnTo>
                  <a:lnTo>
                    <a:pt x="1134237" y="85598"/>
                  </a:lnTo>
                  <a:lnTo>
                    <a:pt x="1191209" y="57150"/>
                  </a:lnTo>
                  <a:lnTo>
                    <a:pt x="1219962" y="42799"/>
                  </a:lnTo>
                  <a:close/>
                </a:path>
                <a:path w="1333500" h="1572895">
                  <a:moveTo>
                    <a:pt x="1333500" y="194437"/>
                  </a:moveTo>
                  <a:lnTo>
                    <a:pt x="1327150" y="181737"/>
                  </a:lnTo>
                  <a:lnTo>
                    <a:pt x="1295400" y="118237"/>
                  </a:lnTo>
                  <a:lnTo>
                    <a:pt x="1257300" y="194437"/>
                  </a:lnTo>
                  <a:lnTo>
                    <a:pt x="1289050" y="194437"/>
                  </a:lnTo>
                  <a:lnTo>
                    <a:pt x="1289050" y="264287"/>
                  </a:lnTo>
                  <a:lnTo>
                    <a:pt x="990600" y="264287"/>
                  </a:lnTo>
                  <a:lnTo>
                    <a:pt x="990600" y="276987"/>
                  </a:lnTo>
                  <a:lnTo>
                    <a:pt x="1298956" y="276987"/>
                  </a:lnTo>
                  <a:lnTo>
                    <a:pt x="1301750" y="274193"/>
                  </a:lnTo>
                  <a:lnTo>
                    <a:pt x="1301750" y="270637"/>
                  </a:lnTo>
                  <a:lnTo>
                    <a:pt x="1301750" y="264287"/>
                  </a:lnTo>
                  <a:lnTo>
                    <a:pt x="1301750" y="194437"/>
                  </a:lnTo>
                  <a:lnTo>
                    <a:pt x="1333500" y="19443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3" name="object 77"/>
            <p:cNvSpPr/>
            <p:nvPr/>
          </p:nvSpPr>
          <p:spPr>
            <a:xfrm>
              <a:off x="6781680" y="171468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4" name="object 78"/>
            <p:cNvSpPr/>
            <p:nvPr/>
          </p:nvSpPr>
          <p:spPr>
            <a:xfrm>
              <a:off x="1829520" y="1177200"/>
              <a:ext cx="6872400" cy="1914120"/>
            </a:xfrm>
            <a:custGeom>
              <a:avLst/>
              <a:gdLst>
                <a:gd name="textAreaLeft" fmla="*/ 0 w 6872400"/>
                <a:gd name="textAreaRight" fmla="*/ 6872760 w 6872400"/>
                <a:gd name="textAreaTop" fmla="*/ 0 h 1914120"/>
                <a:gd name="textAreaBottom" fmla="*/ 1914480 h 1914120"/>
              </a:gdLst>
              <a:ahLst/>
              <a:cxnLst/>
              <a:rect l="textAreaLeft" t="textAreaTop" r="textAreaRight" b="textAreaBottom"/>
              <a:pathLst>
                <a:path w="6872605" h="1914525">
                  <a:moveTo>
                    <a:pt x="5791200" y="42926"/>
                  </a:moveTo>
                  <a:lnTo>
                    <a:pt x="5762536" y="28575"/>
                  </a:lnTo>
                  <a:lnTo>
                    <a:pt x="5705475" y="0"/>
                  </a:lnTo>
                  <a:lnTo>
                    <a:pt x="57054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1095375"/>
                  </a:lnTo>
                  <a:lnTo>
                    <a:pt x="0" y="1095375"/>
                  </a:lnTo>
                  <a:lnTo>
                    <a:pt x="0" y="1123950"/>
                  </a:lnTo>
                  <a:lnTo>
                    <a:pt x="312674" y="1123950"/>
                  </a:lnTo>
                  <a:lnTo>
                    <a:pt x="319024" y="1117600"/>
                  </a:lnTo>
                  <a:lnTo>
                    <a:pt x="319024" y="1109726"/>
                  </a:lnTo>
                  <a:lnTo>
                    <a:pt x="319024" y="1095375"/>
                  </a:lnTo>
                  <a:lnTo>
                    <a:pt x="319024" y="57150"/>
                  </a:lnTo>
                  <a:lnTo>
                    <a:pt x="5705475" y="57150"/>
                  </a:lnTo>
                  <a:lnTo>
                    <a:pt x="5705475" y="85725"/>
                  </a:lnTo>
                  <a:lnTo>
                    <a:pt x="5762701" y="57150"/>
                  </a:lnTo>
                  <a:lnTo>
                    <a:pt x="5791200" y="42926"/>
                  </a:lnTo>
                  <a:close/>
                </a:path>
                <a:path w="6872605" h="1914525">
                  <a:moveTo>
                    <a:pt x="6872224" y="1254252"/>
                  </a:moveTo>
                  <a:lnTo>
                    <a:pt x="6865874" y="1247775"/>
                  </a:lnTo>
                  <a:lnTo>
                    <a:pt x="906526" y="1247775"/>
                  </a:lnTo>
                  <a:lnTo>
                    <a:pt x="900049" y="1254252"/>
                  </a:lnTo>
                  <a:lnTo>
                    <a:pt x="900049" y="1879600"/>
                  </a:lnTo>
                  <a:lnTo>
                    <a:pt x="906526" y="1885950"/>
                  </a:lnTo>
                  <a:lnTo>
                    <a:pt x="1133475" y="1885950"/>
                  </a:lnTo>
                  <a:lnTo>
                    <a:pt x="1133475" y="1914525"/>
                  </a:lnTo>
                  <a:lnTo>
                    <a:pt x="1190701" y="1885950"/>
                  </a:lnTo>
                  <a:lnTo>
                    <a:pt x="1219200" y="1871726"/>
                  </a:lnTo>
                  <a:lnTo>
                    <a:pt x="1190536" y="1857375"/>
                  </a:lnTo>
                  <a:lnTo>
                    <a:pt x="1133475" y="1828800"/>
                  </a:lnTo>
                  <a:lnTo>
                    <a:pt x="1133475" y="1857375"/>
                  </a:lnTo>
                  <a:lnTo>
                    <a:pt x="928624" y="1857375"/>
                  </a:lnTo>
                  <a:lnTo>
                    <a:pt x="928624" y="1276350"/>
                  </a:lnTo>
                  <a:lnTo>
                    <a:pt x="6843649" y="1276350"/>
                  </a:lnTo>
                  <a:lnTo>
                    <a:pt x="6843649" y="1628775"/>
                  </a:lnTo>
                  <a:lnTo>
                    <a:pt x="6553200" y="1628775"/>
                  </a:lnTo>
                  <a:lnTo>
                    <a:pt x="6553200" y="1657350"/>
                  </a:lnTo>
                  <a:lnTo>
                    <a:pt x="6865874" y="1657350"/>
                  </a:lnTo>
                  <a:lnTo>
                    <a:pt x="6872224" y="1651000"/>
                  </a:lnTo>
                  <a:lnTo>
                    <a:pt x="6872224" y="1643126"/>
                  </a:lnTo>
                  <a:lnTo>
                    <a:pt x="6872224" y="1628775"/>
                  </a:lnTo>
                  <a:lnTo>
                    <a:pt x="6872224" y="1276350"/>
                  </a:lnTo>
                  <a:lnTo>
                    <a:pt x="6872224" y="1262126"/>
                  </a:lnTo>
                  <a:lnTo>
                    <a:pt x="6872224" y="1254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5" name="object 79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6" name="object 80"/>
            <p:cNvSpPr/>
            <p:nvPr/>
          </p:nvSpPr>
          <p:spPr>
            <a:xfrm>
              <a:off x="8230320" y="114372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7" name="object 81"/>
            <p:cNvSpPr/>
            <p:nvPr/>
          </p:nvSpPr>
          <p:spPr>
            <a:xfrm>
              <a:off x="291240" y="1053360"/>
              <a:ext cx="8410320" cy="2342880"/>
            </a:xfrm>
            <a:custGeom>
              <a:avLst/>
              <a:gdLst>
                <a:gd name="textAreaLeft" fmla="*/ 0 w 8410320"/>
                <a:gd name="textAreaRight" fmla="*/ 8410680 w 841032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8410575" h="2343150">
                  <a:moveTo>
                    <a:pt x="7939087" y="166751"/>
                  </a:moveTo>
                  <a:lnTo>
                    <a:pt x="7853362" y="123952"/>
                  </a:lnTo>
                  <a:lnTo>
                    <a:pt x="7853362" y="152527"/>
                  </a:lnTo>
                  <a:lnTo>
                    <a:pt x="7481887" y="152400"/>
                  </a:lnTo>
                  <a:lnTo>
                    <a:pt x="7481887" y="180975"/>
                  </a:lnTo>
                  <a:lnTo>
                    <a:pt x="7853362" y="181102"/>
                  </a:lnTo>
                  <a:lnTo>
                    <a:pt x="7853362" y="209677"/>
                  </a:lnTo>
                  <a:lnTo>
                    <a:pt x="7910423" y="181102"/>
                  </a:lnTo>
                  <a:lnTo>
                    <a:pt x="7939087" y="166751"/>
                  </a:lnTo>
                  <a:close/>
                </a:path>
                <a:path w="8410575" h="2343150">
                  <a:moveTo>
                    <a:pt x="8410511" y="6477"/>
                  </a:moveTo>
                  <a:lnTo>
                    <a:pt x="8404161" y="0"/>
                  </a:lnTo>
                  <a:lnTo>
                    <a:pt x="6400" y="0"/>
                  </a:lnTo>
                  <a:lnTo>
                    <a:pt x="0" y="6477"/>
                  </a:lnTo>
                  <a:lnTo>
                    <a:pt x="0" y="2308225"/>
                  </a:lnTo>
                  <a:lnTo>
                    <a:pt x="6400" y="2314575"/>
                  </a:lnTo>
                  <a:lnTo>
                    <a:pt x="233362" y="2314575"/>
                  </a:lnTo>
                  <a:lnTo>
                    <a:pt x="233362" y="2343150"/>
                  </a:lnTo>
                  <a:lnTo>
                    <a:pt x="290588" y="2314575"/>
                  </a:lnTo>
                  <a:lnTo>
                    <a:pt x="319087" y="2300351"/>
                  </a:lnTo>
                  <a:lnTo>
                    <a:pt x="290423" y="2286000"/>
                  </a:lnTo>
                  <a:lnTo>
                    <a:pt x="233362" y="2257425"/>
                  </a:lnTo>
                  <a:lnTo>
                    <a:pt x="233362" y="2286000"/>
                  </a:lnTo>
                  <a:lnTo>
                    <a:pt x="28575" y="2286000"/>
                  </a:lnTo>
                  <a:lnTo>
                    <a:pt x="28575" y="28575"/>
                  </a:lnTo>
                  <a:lnTo>
                    <a:pt x="8381936" y="28575"/>
                  </a:lnTo>
                  <a:lnTo>
                    <a:pt x="8381936" y="304800"/>
                  </a:lnTo>
                  <a:lnTo>
                    <a:pt x="8091487" y="304800"/>
                  </a:lnTo>
                  <a:lnTo>
                    <a:pt x="8091487" y="333375"/>
                  </a:lnTo>
                  <a:lnTo>
                    <a:pt x="8404161" y="333375"/>
                  </a:lnTo>
                  <a:lnTo>
                    <a:pt x="8410511" y="327025"/>
                  </a:lnTo>
                  <a:lnTo>
                    <a:pt x="8410511" y="319151"/>
                  </a:lnTo>
                  <a:lnTo>
                    <a:pt x="8410511" y="304800"/>
                  </a:lnTo>
                  <a:lnTo>
                    <a:pt x="8410511" y="28575"/>
                  </a:lnTo>
                  <a:lnTo>
                    <a:pt x="8410511" y="14351"/>
                  </a:lnTo>
                  <a:lnTo>
                    <a:pt x="8410511" y="647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8" name="object 82"/>
            <p:cNvSpPr/>
            <p:nvPr/>
          </p:nvSpPr>
          <p:spPr>
            <a:xfrm>
              <a:off x="8267760" y="167652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C261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9" name="object 83"/>
          <p:cNvSpPr/>
          <p:nvPr/>
        </p:nvSpPr>
        <p:spPr>
          <a:xfrm>
            <a:off x="2898720" y="4141080"/>
            <a:ext cx="5360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Rwe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object 84"/>
          <p:cNvSpPr/>
          <p:nvPr/>
        </p:nvSpPr>
        <p:spPr>
          <a:xfrm>
            <a:off x="6804360" y="4217400"/>
            <a:ext cx="7470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DMwe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object 85"/>
          <p:cNvSpPr/>
          <p:nvPr/>
        </p:nvSpPr>
        <p:spPr>
          <a:xfrm>
            <a:off x="8133480" y="1914480"/>
            <a:ext cx="3240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JP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object 86"/>
          <p:cNvSpPr/>
          <p:nvPr/>
        </p:nvSpPr>
        <p:spPr>
          <a:xfrm>
            <a:off x="5718600" y="4125240"/>
            <a:ext cx="803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object 87"/>
          <p:cNvSpPr/>
          <p:nvPr/>
        </p:nvSpPr>
        <p:spPr>
          <a:xfrm>
            <a:off x="6552000" y="1305360"/>
            <a:ext cx="37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BR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object 88"/>
          <p:cNvSpPr/>
          <p:nvPr/>
        </p:nvSpPr>
        <p:spPr>
          <a:xfrm>
            <a:off x="8004960" y="3362760"/>
            <a:ext cx="536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Rwd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5" name="object 89"/>
          <p:cNvSpPr/>
          <p:nvPr/>
        </p:nvSpPr>
        <p:spPr>
          <a:xfrm>
            <a:off x="3908520" y="4674240"/>
            <a:ext cx="201276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pos="1136520" algn="l"/>
              </a:tabLst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Rdst</a:t>
            </a:r>
            <a:r>
              <a:rPr lang="en-US" sz="2000" b="0" u="none" strike="noStrike">
                <a:solidFill>
                  <a:srgbClr val="C261E8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ALUinB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object 90"/>
          <p:cNvSpPr/>
          <p:nvPr/>
        </p:nvSpPr>
        <p:spPr>
          <a:xfrm>
            <a:off x="3048840" y="5182200"/>
            <a:ext cx="5486040" cy="304560"/>
          </a:xfrm>
          <a:prstGeom prst="rect">
            <a:avLst/>
          </a:prstGeom>
          <a:solidFill>
            <a:srgbClr val="C261E8"/>
          </a:solidFill>
          <a:ln w="25400">
            <a:solidFill>
              <a:srgbClr val="8E46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2350"/>
              </a:lnSpc>
            </a:pPr>
            <a:r>
              <a:rPr lang="en-US" sz="2000" b="0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Control?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67" name="object 91"/>
          <p:cNvGrpSpPr/>
          <p:nvPr/>
        </p:nvGrpSpPr>
        <p:grpSpPr>
          <a:xfrm>
            <a:off x="4507200" y="1558080"/>
            <a:ext cx="3798360" cy="3623040"/>
            <a:chOff x="4507200" y="1558080"/>
            <a:chExt cx="3798360" cy="3623040"/>
          </a:xfrm>
        </p:grpSpPr>
        <p:sp>
          <p:nvSpPr>
            <p:cNvPr id="1668" name="object 92"/>
            <p:cNvSpPr/>
            <p:nvPr/>
          </p:nvSpPr>
          <p:spPr>
            <a:xfrm>
              <a:off x="6629400" y="1752480"/>
              <a:ext cx="1676160" cy="3428640"/>
            </a:xfrm>
            <a:custGeom>
              <a:avLst/>
              <a:gdLst>
                <a:gd name="textAreaLeft" fmla="*/ 0 w 1676160"/>
                <a:gd name="textAreaRight" fmla="*/ 1676520 w 1676160"/>
                <a:gd name="textAreaTop" fmla="*/ 0 h 3428640"/>
                <a:gd name="textAreaBottom" fmla="*/ 3429000 h 3428640"/>
              </a:gdLst>
              <a:ahLst/>
              <a:cxnLst/>
              <a:rect l="textAreaLeft" t="textAreaTop" r="textAreaRight" b="textAreaBottom"/>
              <a:pathLst>
                <a:path w="1676400" h="3429000">
                  <a:moveTo>
                    <a:pt x="152400" y="0"/>
                  </a:moveTo>
                  <a:lnTo>
                    <a:pt x="0" y="0"/>
                  </a:lnTo>
                  <a:lnTo>
                    <a:pt x="0" y="3429000"/>
                  </a:lnTo>
                </a:path>
                <a:path w="1676400" h="3429000">
                  <a:moveTo>
                    <a:pt x="1676400" y="228600"/>
                  </a:moveTo>
                  <a:lnTo>
                    <a:pt x="1447800" y="228600"/>
                  </a:lnTo>
                  <a:lnTo>
                    <a:pt x="1447800" y="3429000"/>
                  </a:lnTo>
                </a:path>
              </a:pathLst>
            </a:custGeom>
            <a:noFill/>
            <a:ln w="12700">
              <a:solidFill>
                <a:srgbClr val="C261E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9" name="object 93"/>
            <p:cNvSpPr/>
            <p:nvPr/>
          </p:nvSpPr>
          <p:spPr>
            <a:xfrm>
              <a:off x="6020640" y="1558080"/>
              <a:ext cx="2209320" cy="590040"/>
            </a:xfrm>
            <a:custGeom>
              <a:avLst/>
              <a:gdLst>
                <a:gd name="textAreaLeft" fmla="*/ 0 w 2209320"/>
                <a:gd name="textAreaRight" fmla="*/ 2209680 w 22093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2209800" h="590550">
                  <a:moveTo>
                    <a:pt x="1979930" y="561975"/>
                  </a:moveTo>
                  <a:lnTo>
                    <a:pt x="0" y="561975"/>
                  </a:lnTo>
                  <a:lnTo>
                    <a:pt x="0" y="590550"/>
                  </a:lnTo>
                  <a:lnTo>
                    <a:pt x="2002155" y="590550"/>
                  </a:lnTo>
                  <a:lnTo>
                    <a:pt x="2008505" y="584200"/>
                  </a:lnTo>
                  <a:lnTo>
                    <a:pt x="2008505" y="576326"/>
                  </a:lnTo>
                  <a:lnTo>
                    <a:pt x="1979930" y="576326"/>
                  </a:lnTo>
                  <a:lnTo>
                    <a:pt x="1979930" y="561975"/>
                  </a:lnTo>
                  <a:close/>
                </a:path>
                <a:path w="2209800" h="590550">
                  <a:moveTo>
                    <a:pt x="2124074" y="28575"/>
                  </a:moveTo>
                  <a:lnTo>
                    <a:pt x="1986280" y="28575"/>
                  </a:lnTo>
                  <a:lnTo>
                    <a:pt x="1979930" y="35051"/>
                  </a:lnTo>
                  <a:lnTo>
                    <a:pt x="1979930" y="576326"/>
                  </a:lnTo>
                  <a:lnTo>
                    <a:pt x="1994154" y="561975"/>
                  </a:lnTo>
                  <a:lnTo>
                    <a:pt x="2008505" y="561975"/>
                  </a:lnTo>
                  <a:lnTo>
                    <a:pt x="2008505" y="57150"/>
                  </a:lnTo>
                  <a:lnTo>
                    <a:pt x="1994154" y="57150"/>
                  </a:lnTo>
                  <a:lnTo>
                    <a:pt x="2008505" y="42925"/>
                  </a:lnTo>
                  <a:lnTo>
                    <a:pt x="2124074" y="42925"/>
                  </a:lnTo>
                  <a:lnTo>
                    <a:pt x="2124074" y="28575"/>
                  </a:lnTo>
                  <a:close/>
                </a:path>
                <a:path w="2209800" h="590550">
                  <a:moveTo>
                    <a:pt x="2008505" y="561975"/>
                  </a:moveTo>
                  <a:lnTo>
                    <a:pt x="1994154" y="561975"/>
                  </a:lnTo>
                  <a:lnTo>
                    <a:pt x="1979930" y="576326"/>
                  </a:lnTo>
                  <a:lnTo>
                    <a:pt x="2008505" y="576326"/>
                  </a:lnTo>
                  <a:lnTo>
                    <a:pt x="2008505" y="561975"/>
                  </a:lnTo>
                  <a:close/>
                </a:path>
                <a:path w="2209800" h="590550">
                  <a:moveTo>
                    <a:pt x="2124074" y="0"/>
                  </a:moveTo>
                  <a:lnTo>
                    <a:pt x="2124074" y="85725"/>
                  </a:lnTo>
                  <a:lnTo>
                    <a:pt x="2181309" y="57150"/>
                  </a:lnTo>
                  <a:lnTo>
                    <a:pt x="2138298" y="57150"/>
                  </a:lnTo>
                  <a:lnTo>
                    <a:pt x="2138298" y="28575"/>
                  </a:lnTo>
                  <a:lnTo>
                    <a:pt x="2181140" y="28575"/>
                  </a:lnTo>
                  <a:lnTo>
                    <a:pt x="2124074" y="0"/>
                  </a:lnTo>
                  <a:close/>
                </a:path>
                <a:path w="2209800" h="590550">
                  <a:moveTo>
                    <a:pt x="2008505" y="42925"/>
                  </a:moveTo>
                  <a:lnTo>
                    <a:pt x="1994154" y="57150"/>
                  </a:lnTo>
                  <a:lnTo>
                    <a:pt x="2008505" y="57150"/>
                  </a:lnTo>
                  <a:lnTo>
                    <a:pt x="2008505" y="42925"/>
                  </a:lnTo>
                  <a:close/>
                </a:path>
                <a:path w="2209800" h="590550">
                  <a:moveTo>
                    <a:pt x="2124074" y="42925"/>
                  </a:moveTo>
                  <a:lnTo>
                    <a:pt x="2008505" y="42925"/>
                  </a:lnTo>
                  <a:lnTo>
                    <a:pt x="2008505" y="57150"/>
                  </a:lnTo>
                  <a:lnTo>
                    <a:pt x="2124074" y="57150"/>
                  </a:lnTo>
                  <a:lnTo>
                    <a:pt x="2124074" y="42925"/>
                  </a:lnTo>
                  <a:close/>
                </a:path>
                <a:path w="2209800" h="590550">
                  <a:moveTo>
                    <a:pt x="2181140" y="28575"/>
                  </a:moveTo>
                  <a:lnTo>
                    <a:pt x="2138298" y="28575"/>
                  </a:lnTo>
                  <a:lnTo>
                    <a:pt x="2138298" y="57150"/>
                  </a:lnTo>
                  <a:lnTo>
                    <a:pt x="2181309" y="57150"/>
                  </a:lnTo>
                  <a:lnTo>
                    <a:pt x="2209799" y="42925"/>
                  </a:lnTo>
                  <a:lnTo>
                    <a:pt x="2181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0" name="object 94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1" name="object 95"/>
            <p:cNvSpPr/>
            <p:nvPr/>
          </p:nvSpPr>
          <p:spPr>
            <a:xfrm>
              <a:off x="4507200" y="190728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2" name="object 96"/>
          <p:cNvSpPr/>
          <p:nvPr/>
        </p:nvSpPr>
        <p:spPr>
          <a:xfrm>
            <a:off x="4586400" y="1902960"/>
            <a:ext cx="144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304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73" name="object 97"/>
          <p:cNvGrpSpPr/>
          <p:nvPr/>
        </p:nvGrpSpPr>
        <p:grpSpPr>
          <a:xfrm>
            <a:off x="4619880" y="1905840"/>
            <a:ext cx="1450800" cy="2438280"/>
            <a:chOff x="4619880" y="1905840"/>
            <a:chExt cx="1450800" cy="2438280"/>
          </a:xfrm>
        </p:grpSpPr>
        <p:sp>
          <p:nvSpPr>
            <p:cNvPr id="1674" name="object 98"/>
            <p:cNvSpPr/>
            <p:nvPr/>
          </p:nvSpPr>
          <p:spPr>
            <a:xfrm>
              <a:off x="4619880" y="2363760"/>
              <a:ext cx="75960" cy="19803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980360"/>
                <a:gd name="textAreaBottom" fmla="*/ 1980720 h 1980360"/>
              </a:gdLst>
              <a:ahLst/>
              <a:cxnLst/>
              <a:rect l="textAreaLeft" t="textAreaTop" r="textAreaRight" b="textAreaBottom"/>
              <a:pathLst>
                <a:path w="76200" h="1980564">
                  <a:moveTo>
                    <a:pt x="31811" y="76158"/>
                  </a:moveTo>
                  <a:lnTo>
                    <a:pt x="21971" y="1980057"/>
                  </a:lnTo>
                  <a:lnTo>
                    <a:pt x="34671" y="1980183"/>
                  </a:lnTo>
                  <a:lnTo>
                    <a:pt x="44511" y="76242"/>
                  </a:lnTo>
                  <a:lnTo>
                    <a:pt x="31811" y="76158"/>
                  </a:lnTo>
                  <a:close/>
                </a:path>
                <a:path w="76200" h="1980564">
                  <a:moveTo>
                    <a:pt x="69809" y="63500"/>
                  </a:moveTo>
                  <a:lnTo>
                    <a:pt x="44576" y="63500"/>
                  </a:lnTo>
                  <a:lnTo>
                    <a:pt x="44511" y="76242"/>
                  </a:lnTo>
                  <a:lnTo>
                    <a:pt x="76200" y="76453"/>
                  </a:lnTo>
                  <a:lnTo>
                    <a:pt x="69809" y="63500"/>
                  </a:lnTo>
                  <a:close/>
                </a:path>
                <a:path w="76200" h="1980564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58"/>
                  </a:lnTo>
                  <a:lnTo>
                    <a:pt x="44511" y="76242"/>
                  </a:lnTo>
                  <a:lnTo>
                    <a:pt x="44576" y="63500"/>
                  </a:lnTo>
                  <a:close/>
                </a:path>
                <a:path w="76200" h="1980564">
                  <a:moveTo>
                    <a:pt x="38481" y="0"/>
                  </a:moveTo>
                  <a:lnTo>
                    <a:pt x="0" y="75946"/>
                  </a:lnTo>
                  <a:lnTo>
                    <a:pt x="31811" y="76158"/>
                  </a:lnTo>
                  <a:lnTo>
                    <a:pt x="31876" y="63500"/>
                  </a:lnTo>
                  <a:lnTo>
                    <a:pt x="69809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5" name="object 99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6" name="object 100"/>
            <p:cNvSpPr/>
            <p:nvPr/>
          </p:nvSpPr>
          <p:spPr>
            <a:xfrm>
              <a:off x="5766120" y="1905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7" name="object 101"/>
          <p:cNvSpPr/>
          <p:nvPr/>
        </p:nvSpPr>
        <p:spPr>
          <a:xfrm>
            <a:off x="5802840" y="190152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object 102"/>
          <p:cNvSpPr/>
          <p:nvPr/>
        </p:nvSpPr>
        <p:spPr>
          <a:xfrm>
            <a:off x="4812120" y="2091600"/>
            <a:ext cx="954000" cy="85320"/>
          </a:xfrm>
          <a:custGeom>
            <a:avLst/>
            <a:gdLst>
              <a:gd name="textAreaLeft" fmla="*/ 0 w 954000"/>
              <a:gd name="textAreaRight" fmla="*/ 954360 w 9540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954404" h="85725">
                <a:moveTo>
                  <a:pt x="925745" y="28575"/>
                </a:moveTo>
                <a:lnTo>
                  <a:pt x="882777" y="28575"/>
                </a:lnTo>
                <a:lnTo>
                  <a:pt x="882777" y="57150"/>
                </a:lnTo>
                <a:lnTo>
                  <a:pt x="868510" y="57166"/>
                </a:lnTo>
                <a:lnTo>
                  <a:pt x="868553" y="85725"/>
                </a:lnTo>
                <a:lnTo>
                  <a:pt x="954278" y="42799"/>
                </a:lnTo>
                <a:lnTo>
                  <a:pt x="925745" y="28575"/>
                </a:lnTo>
                <a:close/>
              </a:path>
              <a:path w="954404" h="85725">
                <a:moveTo>
                  <a:pt x="868468" y="28591"/>
                </a:moveTo>
                <a:lnTo>
                  <a:pt x="0" y="29590"/>
                </a:lnTo>
                <a:lnTo>
                  <a:pt x="0" y="58165"/>
                </a:lnTo>
                <a:lnTo>
                  <a:pt x="868510" y="57166"/>
                </a:lnTo>
                <a:lnTo>
                  <a:pt x="868468" y="28591"/>
                </a:lnTo>
                <a:close/>
              </a:path>
              <a:path w="954404" h="85725">
                <a:moveTo>
                  <a:pt x="882777" y="28575"/>
                </a:moveTo>
                <a:lnTo>
                  <a:pt x="868468" y="28591"/>
                </a:lnTo>
                <a:lnTo>
                  <a:pt x="868510" y="57166"/>
                </a:lnTo>
                <a:lnTo>
                  <a:pt x="882777" y="57150"/>
                </a:lnTo>
                <a:lnTo>
                  <a:pt x="882777" y="28575"/>
                </a:lnTo>
                <a:close/>
              </a:path>
              <a:path w="954404" h="85725">
                <a:moveTo>
                  <a:pt x="868426" y="0"/>
                </a:moveTo>
                <a:lnTo>
                  <a:pt x="868468" y="28591"/>
                </a:lnTo>
                <a:lnTo>
                  <a:pt x="925745" y="28575"/>
                </a:lnTo>
                <a:lnTo>
                  <a:pt x="8684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9" name="PlaceHolder 2"/>
          <p:cNvSpPr>
            <a:spLocks noGrp="1"/>
          </p:cNvSpPr>
          <p:nvPr>
            <p:ph type="sldNum" idx="41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830CD154-3937-4250-912A-D19BF5B65175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0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681" name="object 3"/>
            <p:cNvPicPr/>
            <p:nvPr/>
          </p:nvPicPr>
          <p:blipFill>
            <a:blip r:embed="rId1"/>
            <a:stretch/>
          </p:blipFill>
          <p:spPr>
            <a:xfrm>
              <a:off x="2477880" y="131040"/>
              <a:ext cx="417996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82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83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5354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Implementing</a:t>
            </a:r>
            <a:r>
              <a:rPr lang="en-US" sz="2800" b="1" u="none" spc="-17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84" name="PlaceHolder 2"/>
          <p:cNvSpPr>
            <a:spLocks noGrp="1"/>
          </p:cNvSpPr>
          <p:nvPr>
            <p:ph type="sldNum" idx="42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B4410B32-B4AF-48C3-A7CB-DD0189A9CE9E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object 6"/>
          <p:cNvSpPr/>
          <p:nvPr/>
        </p:nvSpPr>
        <p:spPr>
          <a:xfrm>
            <a:off x="212760" y="989280"/>
            <a:ext cx="8151840" cy="41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469440" indent="-45648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469440" algn="l"/>
                <a:tab pos="4698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Each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has a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unique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lvl="1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Most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function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opcode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lvl="1" indent="-3805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may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encoded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itself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07520" lvl="2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307520" algn="l"/>
                <a:tab pos="13082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E.g.,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ALUop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signal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portion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MIPS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Func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field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479"/>
              </a:spcBef>
              <a:tabLst>
                <a:tab pos="1307520" algn="l"/>
              </a:tabLst>
            </a:pP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+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Simplifies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controller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implementation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479"/>
              </a:spcBef>
              <a:tabLst>
                <a:tab pos="1307520" algn="l"/>
              </a:tabLst>
            </a:pP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–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Requires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careful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design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tabLst>
                <a:tab pos="1307520" algn="l"/>
              </a:tabLst>
            </a:pP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440" indent="-4564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469440" algn="l"/>
                <a:tab pos="4698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Options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implementing</a:t>
            </a:r>
            <a:r>
              <a:rPr lang="en-US" sz="24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lvl="1" indent="-38052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Open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type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look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up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lvl="1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Design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combinational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logic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whose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outputs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0320" lvl="2" indent="-3805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850320" algn="l"/>
                <a:tab pos="85104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Either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way,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goal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same: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turn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687" name="object 3"/>
            <p:cNvPicPr/>
            <p:nvPr/>
          </p:nvPicPr>
          <p:blipFill>
            <a:blip r:embed="rId1"/>
            <a:stretch/>
          </p:blipFill>
          <p:spPr>
            <a:xfrm>
              <a:off x="1795320" y="131040"/>
              <a:ext cx="554688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88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89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8522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r>
              <a:rPr lang="en-US" sz="2800" b="1" u="none" spc="-1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Implementation:</a:t>
            </a:r>
            <a:r>
              <a:rPr lang="en-US" sz="2800" b="1" u="none" spc="-13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ROM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90" name="PlaceHolder 2"/>
          <p:cNvSpPr>
            <a:spLocks noGrp="1"/>
          </p:cNvSpPr>
          <p:nvPr>
            <p:ph/>
          </p:nvPr>
        </p:nvSpPr>
        <p:spPr>
          <a:xfrm>
            <a:off x="384120" y="1065960"/>
            <a:ext cx="7837560" cy="1910160"/>
          </a:xfrm>
          <a:prstGeom prst="rect">
            <a:avLst/>
          </a:prstGeom>
          <a:noFill/>
          <a:ln w="0">
            <a:noFill/>
          </a:ln>
        </p:spPr>
        <p:txBody>
          <a:bodyPr lIns="0" tIns="84960" rIns="0" bIns="0" anchor="t">
            <a:spAutoFit/>
          </a:bodyPr>
          <a:p>
            <a:pPr marL="299160" indent="-286920" algn="l">
              <a:lnSpc>
                <a:spcPct val="100000"/>
              </a:lnSpc>
              <a:spcBef>
                <a:spcPts val="669"/>
              </a:spcBef>
              <a:buClr>
                <a:srgbClr val="FF0909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ROM</a:t>
            </a:r>
            <a:r>
              <a:rPr lang="en-US" sz="2400" b="1" u="none" spc="-26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(read</a:t>
            </a:r>
            <a:r>
              <a:rPr lang="en-US" sz="2400" b="1" u="none" spc="-20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only</a:t>
            </a:r>
            <a:r>
              <a:rPr lang="en-US" sz="2400" b="1" u="none" spc="26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memory)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like</a:t>
            </a:r>
            <a:r>
              <a:rPr lang="en-US" sz="2400" b="0" u="none" spc="-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RAM</a:t>
            </a:r>
            <a:r>
              <a:rPr lang="en-US" sz="2400" b="0" u="none" spc="-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but</a:t>
            </a:r>
            <a:r>
              <a:rPr lang="en-US" sz="24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unwritable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98400" lvl="1" indent="-229320" algn="l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Bits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words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98400" lvl="1" indent="-22932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Lines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indexed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by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opcode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spcBef>
                <a:spcPts val="11"/>
              </a:spcBef>
              <a:buNone/>
              <a:tabLst>
                <a:tab pos="699120" algn="l"/>
              </a:tabLst>
            </a:pPr>
            <a:endParaRPr lang="en-US" sz="28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9160" indent="-286920" algn="l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Tahoma"/>
              <a:buChar char="•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Example: ROM control</a:t>
            </a:r>
            <a:r>
              <a:rPr lang="en-US" sz="24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our simple </a:t>
            </a:r>
            <a:r>
              <a:rPr lang="en-US" sz="24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691" name="object 7"/>
          <p:cNvGraphicFramePr/>
          <p:nvPr/>
        </p:nvGraphicFramePr>
        <p:xfrm>
          <a:off x="2400120" y="3672000"/>
          <a:ext cx="6162840" cy="2406240"/>
        </p:xfrm>
        <a:graphic>
          <a:graphicData uri="http://schemas.openxmlformats.org/drawingml/2006/table">
            <a:tbl>
              <a:tblPr/>
              <a:tblGrid>
                <a:gridCol w="501480"/>
                <a:gridCol w="444240"/>
                <a:gridCol w="474120"/>
                <a:gridCol w="888840"/>
                <a:gridCol w="914400"/>
                <a:gridCol w="815760"/>
                <a:gridCol w="706680"/>
                <a:gridCol w="709920"/>
                <a:gridCol w="706680"/>
              </a:tblGrid>
              <a:tr h="395280"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2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BR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marL="1396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JP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ALUinB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marL="1688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11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ALUop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marL="1339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0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DMwe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marL="1612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Rwe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marL="1569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0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Rdst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marL="1587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Rwd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add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>
                      <a:noFill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4440"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pc="-20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addi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>
                      <a:noFill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572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lw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>
                      <a:noFill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sw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>
                      <a:noFill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pc="-26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beq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>
                      <a:noFill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j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>
                      <a:noFill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46080" r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66"/>
                        </a:spcBef>
                      </a:pPr>
                      <a:r>
                        <a:rPr lang="en-US" sz="1600" b="0" u="none" strike="noStrike">
                          <a:solidFill>
                            <a:srgbClr val="030304"/>
                          </a:solidFill>
                          <a:effectLst/>
                          <a:uFillTx/>
                          <a:latin typeface="Tahoma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4608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92" name="object 8"/>
          <p:cNvSpPr/>
          <p:nvPr/>
        </p:nvSpPr>
        <p:spPr>
          <a:xfrm>
            <a:off x="1220040" y="5046480"/>
            <a:ext cx="456840" cy="85320"/>
          </a:xfrm>
          <a:custGeom>
            <a:avLst/>
            <a:gdLst>
              <a:gd name="textAreaLeft" fmla="*/ 0 w 456840"/>
              <a:gd name="textAreaRight" fmla="*/ 457200 w 45684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457200" h="85725">
                <a:moveTo>
                  <a:pt x="371475" y="0"/>
                </a:moveTo>
                <a:lnTo>
                  <a:pt x="371475" y="85725"/>
                </a:lnTo>
                <a:lnTo>
                  <a:pt x="428709" y="57150"/>
                </a:lnTo>
                <a:lnTo>
                  <a:pt x="385699" y="57150"/>
                </a:lnTo>
                <a:lnTo>
                  <a:pt x="385699" y="28575"/>
                </a:lnTo>
                <a:lnTo>
                  <a:pt x="428540" y="28575"/>
                </a:lnTo>
                <a:lnTo>
                  <a:pt x="371475" y="0"/>
                </a:lnTo>
                <a:close/>
              </a:path>
              <a:path w="457200" h="85725">
                <a:moveTo>
                  <a:pt x="3714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371475" y="57150"/>
                </a:lnTo>
                <a:lnTo>
                  <a:pt x="371475" y="28575"/>
                </a:lnTo>
                <a:close/>
              </a:path>
              <a:path w="457200" h="85725">
                <a:moveTo>
                  <a:pt x="428540" y="28575"/>
                </a:moveTo>
                <a:lnTo>
                  <a:pt x="385699" y="28575"/>
                </a:lnTo>
                <a:lnTo>
                  <a:pt x="385699" y="57150"/>
                </a:lnTo>
                <a:lnTo>
                  <a:pt x="428709" y="57150"/>
                </a:lnTo>
                <a:lnTo>
                  <a:pt x="457200" y="42925"/>
                </a:lnTo>
                <a:lnTo>
                  <a:pt x="428540" y="285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3" name="object 9"/>
          <p:cNvSpPr/>
          <p:nvPr/>
        </p:nvSpPr>
        <p:spPr>
          <a:xfrm>
            <a:off x="1981080" y="4229280"/>
            <a:ext cx="304560" cy="75960"/>
          </a:xfrm>
          <a:custGeom>
            <a:avLst/>
            <a:gdLst>
              <a:gd name="textAreaLeft" fmla="*/ 0 w 304560"/>
              <a:gd name="textAreaRight" fmla="*/ 304920 w 3045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4" name="object 10"/>
          <p:cNvSpPr/>
          <p:nvPr/>
        </p:nvSpPr>
        <p:spPr>
          <a:xfrm>
            <a:off x="1981080" y="4533840"/>
            <a:ext cx="304560" cy="75960"/>
          </a:xfrm>
          <a:custGeom>
            <a:avLst/>
            <a:gdLst>
              <a:gd name="textAreaLeft" fmla="*/ 0 w 304560"/>
              <a:gd name="textAreaRight" fmla="*/ 304920 w 3045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5" name="object 11"/>
          <p:cNvSpPr/>
          <p:nvPr/>
        </p:nvSpPr>
        <p:spPr>
          <a:xfrm>
            <a:off x="1981080" y="4915080"/>
            <a:ext cx="304560" cy="75960"/>
          </a:xfrm>
          <a:custGeom>
            <a:avLst/>
            <a:gdLst>
              <a:gd name="textAreaLeft" fmla="*/ 0 w 304560"/>
              <a:gd name="textAreaRight" fmla="*/ 304920 w 3045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6" name="object 12"/>
          <p:cNvSpPr/>
          <p:nvPr/>
        </p:nvSpPr>
        <p:spPr>
          <a:xfrm>
            <a:off x="1981080" y="5219640"/>
            <a:ext cx="304560" cy="75960"/>
          </a:xfrm>
          <a:custGeom>
            <a:avLst/>
            <a:gdLst>
              <a:gd name="textAreaLeft" fmla="*/ 0 w 304560"/>
              <a:gd name="textAreaRight" fmla="*/ 304920 w 3045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7" name="object 13"/>
          <p:cNvSpPr/>
          <p:nvPr/>
        </p:nvSpPr>
        <p:spPr>
          <a:xfrm>
            <a:off x="1981080" y="5600880"/>
            <a:ext cx="304560" cy="75960"/>
          </a:xfrm>
          <a:custGeom>
            <a:avLst/>
            <a:gdLst>
              <a:gd name="textAreaLeft" fmla="*/ 0 w 304560"/>
              <a:gd name="textAreaRight" fmla="*/ 304920 w 3045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object 14"/>
          <p:cNvSpPr/>
          <p:nvPr/>
        </p:nvSpPr>
        <p:spPr>
          <a:xfrm>
            <a:off x="1981080" y="5905440"/>
            <a:ext cx="304560" cy="75960"/>
          </a:xfrm>
          <a:custGeom>
            <a:avLst/>
            <a:gdLst>
              <a:gd name="textAreaLeft" fmla="*/ 0 w 304560"/>
              <a:gd name="textAreaRight" fmla="*/ 304920 w 3045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object 15"/>
          <p:cNvSpPr/>
          <p:nvPr/>
        </p:nvSpPr>
        <p:spPr>
          <a:xfrm>
            <a:off x="688320" y="4734360"/>
            <a:ext cx="8614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pc="-11" strike="noStrike">
                <a:solidFill>
                  <a:srgbClr val="FF0909"/>
                </a:solidFill>
                <a:effectLst/>
                <a:uFillTx/>
                <a:latin typeface="Arial"/>
              </a:rPr>
              <a:t>opcode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PlaceHolder 3"/>
          <p:cNvSpPr>
            <a:spLocks noGrp="1"/>
          </p:cNvSpPr>
          <p:nvPr>
            <p:ph type="sldNum" idx="43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3905CF4A-A751-422A-BBC0-9D5D85C90449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1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702" name="object 3"/>
            <p:cNvPicPr/>
            <p:nvPr/>
          </p:nvPicPr>
          <p:blipFill>
            <a:blip r:embed="rId1"/>
            <a:stretch/>
          </p:blipFill>
          <p:spPr>
            <a:xfrm>
              <a:off x="1795320" y="131040"/>
              <a:ext cx="554544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03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4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8522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ROM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vs.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Combinational</a:t>
            </a:r>
            <a:r>
              <a:rPr lang="en-US" sz="2800" b="1" u="none" spc="-4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Logic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05" name="PlaceHolder 2"/>
          <p:cNvSpPr>
            <a:spLocks noGrp="1"/>
          </p:cNvSpPr>
          <p:nvPr>
            <p:ph type="sldNum" idx="44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60A2D29A-9DAA-4D24-BFC3-BF102877373D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object 6"/>
          <p:cNvSpPr/>
          <p:nvPr/>
        </p:nvSpPr>
        <p:spPr>
          <a:xfrm>
            <a:off x="212760" y="989640"/>
            <a:ext cx="790344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496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ROM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fine for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6</a:t>
            </a:r>
            <a:r>
              <a:rPr lang="en-US" sz="2400" b="0" u="none" spc="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insns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9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real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machine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has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100+ insns and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300+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Even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“RISC”s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lots of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30,000+</a:t>
            </a:r>
            <a:r>
              <a:rPr lang="en-US" sz="20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bits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(~4KB)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huge,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but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hard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make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must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faster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pos="1155600" algn="l"/>
              </a:tabLst>
            </a:pP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Alternative:</a:t>
            </a:r>
            <a:r>
              <a:rPr lang="en-US" sz="24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combinational </a:t>
            </a:r>
            <a:r>
              <a:rPr lang="en-US" sz="2400" b="1" u="none" spc="-11" strike="noStrike">
                <a:solidFill>
                  <a:srgbClr val="FF0909"/>
                </a:solidFill>
                <a:effectLst/>
                <a:uFillTx/>
                <a:latin typeface="Tahoma"/>
              </a:rPr>
              <a:t>logic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386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It’s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thing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know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how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do!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100" b="0" i="1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Nice!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Exploits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observation: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many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signals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few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few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0s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7" name="object 2"/>
          <p:cNvGrpSpPr/>
          <p:nvPr/>
        </p:nvGrpSpPr>
        <p:grpSpPr>
          <a:xfrm>
            <a:off x="534240" y="2759040"/>
            <a:ext cx="7924320" cy="2589840"/>
            <a:chOff x="534240" y="2759040"/>
            <a:chExt cx="7924320" cy="2589840"/>
          </a:xfrm>
        </p:grpSpPr>
        <p:sp>
          <p:nvSpPr>
            <p:cNvPr id="1708" name="object 3"/>
            <p:cNvSpPr/>
            <p:nvPr/>
          </p:nvSpPr>
          <p:spPr>
            <a:xfrm>
              <a:off x="815400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30480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69868" y="489637"/>
                  </a:lnTo>
                  <a:lnTo>
                    <a:pt x="134016" y="451801"/>
                  </a:lnTo>
                  <a:lnTo>
                    <a:pt x="163372" y="424619"/>
                  </a:lnTo>
                  <a:lnTo>
                    <a:pt x="190611" y="392432"/>
                  </a:lnTo>
                  <a:lnTo>
                    <a:pt x="215503" y="355615"/>
                  </a:lnTo>
                  <a:lnTo>
                    <a:pt x="237819" y="314548"/>
                  </a:lnTo>
                  <a:lnTo>
                    <a:pt x="257331" y="269606"/>
                  </a:lnTo>
                  <a:lnTo>
                    <a:pt x="273809" y="221168"/>
                  </a:lnTo>
                  <a:lnTo>
                    <a:pt x="287023" y="169611"/>
                  </a:lnTo>
                  <a:lnTo>
                    <a:pt x="296746" y="115313"/>
                  </a:lnTo>
                  <a:lnTo>
                    <a:pt x="302748" y="5864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9" name="object 4"/>
            <p:cNvSpPr/>
            <p:nvPr/>
          </p:nvSpPr>
          <p:spPr>
            <a:xfrm>
              <a:off x="815400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0" y="502920"/>
                  </a:moveTo>
                  <a:lnTo>
                    <a:pt x="69868" y="489637"/>
                  </a:lnTo>
                  <a:lnTo>
                    <a:pt x="134016" y="451801"/>
                  </a:lnTo>
                  <a:lnTo>
                    <a:pt x="163372" y="424619"/>
                  </a:lnTo>
                  <a:lnTo>
                    <a:pt x="190611" y="392432"/>
                  </a:lnTo>
                  <a:lnTo>
                    <a:pt x="215503" y="355615"/>
                  </a:lnTo>
                  <a:lnTo>
                    <a:pt x="237819" y="314548"/>
                  </a:lnTo>
                  <a:lnTo>
                    <a:pt x="257331" y="269606"/>
                  </a:lnTo>
                  <a:lnTo>
                    <a:pt x="273809" y="221168"/>
                  </a:lnTo>
                  <a:lnTo>
                    <a:pt x="287023" y="169611"/>
                  </a:lnTo>
                  <a:lnTo>
                    <a:pt x="296746" y="115313"/>
                  </a:lnTo>
                  <a:lnTo>
                    <a:pt x="302748" y="58649"/>
                  </a:ln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0" name="object 5"/>
            <p:cNvSpPr/>
            <p:nvPr/>
          </p:nvSpPr>
          <p:spPr>
            <a:xfrm>
              <a:off x="784944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304800" y="0"/>
                  </a:moveTo>
                  <a:lnTo>
                    <a:pt x="0" y="0"/>
                  </a:lnTo>
                  <a:lnTo>
                    <a:pt x="2051" y="58649"/>
                  </a:lnTo>
                  <a:lnTo>
                    <a:pt x="8053" y="115313"/>
                  </a:lnTo>
                  <a:lnTo>
                    <a:pt x="17776" y="169611"/>
                  </a:lnTo>
                  <a:lnTo>
                    <a:pt x="30990" y="221168"/>
                  </a:lnTo>
                  <a:lnTo>
                    <a:pt x="47468" y="269606"/>
                  </a:lnTo>
                  <a:lnTo>
                    <a:pt x="66980" y="314548"/>
                  </a:lnTo>
                  <a:lnTo>
                    <a:pt x="89296" y="355615"/>
                  </a:lnTo>
                  <a:lnTo>
                    <a:pt x="114188" y="392432"/>
                  </a:lnTo>
                  <a:lnTo>
                    <a:pt x="141427" y="424619"/>
                  </a:lnTo>
                  <a:lnTo>
                    <a:pt x="170783" y="451801"/>
                  </a:lnTo>
                  <a:lnTo>
                    <a:pt x="234931" y="489637"/>
                  </a:lnTo>
                  <a:lnTo>
                    <a:pt x="304800" y="50292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1" name="object 6"/>
            <p:cNvSpPr/>
            <p:nvPr/>
          </p:nvSpPr>
          <p:spPr>
            <a:xfrm>
              <a:off x="784944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304800" y="502920"/>
                  </a:moveTo>
                  <a:lnTo>
                    <a:pt x="234931" y="489637"/>
                  </a:lnTo>
                  <a:lnTo>
                    <a:pt x="170783" y="451801"/>
                  </a:lnTo>
                  <a:lnTo>
                    <a:pt x="141427" y="424619"/>
                  </a:lnTo>
                  <a:lnTo>
                    <a:pt x="114188" y="392432"/>
                  </a:lnTo>
                  <a:lnTo>
                    <a:pt x="89296" y="355615"/>
                  </a:lnTo>
                  <a:lnTo>
                    <a:pt x="66980" y="314548"/>
                  </a:lnTo>
                  <a:lnTo>
                    <a:pt x="47468" y="269606"/>
                  </a:lnTo>
                  <a:lnTo>
                    <a:pt x="30990" y="221168"/>
                  </a:lnTo>
                  <a:lnTo>
                    <a:pt x="17776" y="169611"/>
                  </a:lnTo>
                  <a:lnTo>
                    <a:pt x="8053" y="115313"/>
                  </a:lnTo>
                  <a:lnTo>
                    <a:pt x="2051" y="58649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2" name="object 7"/>
            <p:cNvSpPr/>
            <p:nvPr/>
          </p:nvSpPr>
          <p:spPr>
            <a:xfrm>
              <a:off x="815400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304800" y="0"/>
                  </a:moveTo>
                  <a:lnTo>
                    <a:pt x="0" y="0"/>
                  </a:lnTo>
                  <a:lnTo>
                    <a:pt x="0" y="92964"/>
                  </a:lnTo>
                  <a:lnTo>
                    <a:pt x="69868" y="90506"/>
                  </a:lnTo>
                  <a:lnTo>
                    <a:pt x="134016" y="83508"/>
                  </a:lnTo>
                  <a:lnTo>
                    <a:pt x="190611" y="72529"/>
                  </a:lnTo>
                  <a:lnTo>
                    <a:pt x="237819" y="58129"/>
                  </a:lnTo>
                  <a:lnTo>
                    <a:pt x="273809" y="408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3" name="object 8"/>
            <p:cNvSpPr/>
            <p:nvPr/>
          </p:nvSpPr>
          <p:spPr>
            <a:xfrm>
              <a:off x="815400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0" y="92964"/>
                  </a:moveTo>
                  <a:lnTo>
                    <a:pt x="69868" y="90506"/>
                  </a:lnTo>
                  <a:lnTo>
                    <a:pt x="134016" y="83508"/>
                  </a:lnTo>
                  <a:lnTo>
                    <a:pt x="190611" y="72529"/>
                  </a:lnTo>
                  <a:lnTo>
                    <a:pt x="237819" y="58129"/>
                  </a:lnTo>
                  <a:lnTo>
                    <a:pt x="273809" y="40868"/>
                  </a:lnTo>
                  <a:lnTo>
                    <a:pt x="296746" y="21304"/>
                  </a:ln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4" name="object 9"/>
            <p:cNvSpPr/>
            <p:nvPr/>
          </p:nvSpPr>
          <p:spPr>
            <a:xfrm>
              <a:off x="784944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304800" y="0"/>
                  </a:moveTo>
                  <a:lnTo>
                    <a:pt x="0" y="0"/>
                  </a:lnTo>
                  <a:lnTo>
                    <a:pt x="8053" y="21304"/>
                  </a:lnTo>
                  <a:lnTo>
                    <a:pt x="66980" y="58129"/>
                  </a:lnTo>
                  <a:lnTo>
                    <a:pt x="114188" y="72529"/>
                  </a:lnTo>
                  <a:lnTo>
                    <a:pt x="170783" y="83508"/>
                  </a:lnTo>
                  <a:lnTo>
                    <a:pt x="234931" y="90506"/>
                  </a:lnTo>
                  <a:lnTo>
                    <a:pt x="304800" y="92964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5" name="object 10"/>
            <p:cNvSpPr/>
            <p:nvPr/>
          </p:nvSpPr>
          <p:spPr>
            <a:xfrm>
              <a:off x="784944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304800" y="92964"/>
                  </a:moveTo>
                  <a:lnTo>
                    <a:pt x="234931" y="90506"/>
                  </a:lnTo>
                  <a:lnTo>
                    <a:pt x="170783" y="83508"/>
                  </a:lnTo>
                  <a:lnTo>
                    <a:pt x="114188" y="72529"/>
                  </a:lnTo>
                  <a:lnTo>
                    <a:pt x="66980" y="58129"/>
                  </a:lnTo>
                  <a:lnTo>
                    <a:pt x="30990" y="40868"/>
                  </a:lnTo>
                  <a:lnTo>
                    <a:pt x="8053" y="21304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6" name="object 11"/>
            <p:cNvSpPr/>
            <p:nvPr/>
          </p:nvSpPr>
          <p:spPr>
            <a:xfrm>
              <a:off x="8115480" y="4861440"/>
              <a:ext cx="75960" cy="4874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487440"/>
                <a:gd name="textAreaBottom" fmla="*/ 487800 h 487440"/>
              </a:gdLst>
              <a:ahLst/>
              <a:cxnLst/>
              <a:rect l="textAreaLeft" t="textAreaTop" r="textAreaRight" b="textAreaBottom"/>
              <a:pathLst>
                <a:path w="76200" h="487679">
                  <a:moveTo>
                    <a:pt x="31750" y="411479"/>
                  </a:moveTo>
                  <a:lnTo>
                    <a:pt x="0" y="411479"/>
                  </a:lnTo>
                  <a:lnTo>
                    <a:pt x="38100" y="487679"/>
                  </a:lnTo>
                  <a:lnTo>
                    <a:pt x="69850" y="424179"/>
                  </a:lnTo>
                  <a:lnTo>
                    <a:pt x="31750" y="424179"/>
                  </a:lnTo>
                  <a:lnTo>
                    <a:pt x="31750" y="411479"/>
                  </a:lnTo>
                  <a:close/>
                </a:path>
                <a:path w="76200" h="487679">
                  <a:moveTo>
                    <a:pt x="44450" y="0"/>
                  </a:moveTo>
                  <a:lnTo>
                    <a:pt x="31750" y="0"/>
                  </a:lnTo>
                  <a:lnTo>
                    <a:pt x="31750" y="424179"/>
                  </a:lnTo>
                  <a:lnTo>
                    <a:pt x="44450" y="424179"/>
                  </a:lnTo>
                  <a:lnTo>
                    <a:pt x="44450" y="0"/>
                  </a:lnTo>
                  <a:close/>
                </a:path>
                <a:path w="76200" h="487679">
                  <a:moveTo>
                    <a:pt x="76200" y="411479"/>
                  </a:moveTo>
                  <a:lnTo>
                    <a:pt x="44450" y="411479"/>
                  </a:lnTo>
                  <a:lnTo>
                    <a:pt x="44450" y="424179"/>
                  </a:lnTo>
                  <a:lnTo>
                    <a:pt x="69850" y="424179"/>
                  </a:lnTo>
                  <a:lnTo>
                    <a:pt x="76200" y="4114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7" name="object 12"/>
            <p:cNvSpPr/>
            <p:nvPr/>
          </p:nvSpPr>
          <p:spPr>
            <a:xfrm>
              <a:off x="472500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30480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69868" y="489637"/>
                  </a:lnTo>
                  <a:lnTo>
                    <a:pt x="134016" y="451801"/>
                  </a:lnTo>
                  <a:lnTo>
                    <a:pt x="163372" y="424619"/>
                  </a:lnTo>
                  <a:lnTo>
                    <a:pt x="190611" y="392432"/>
                  </a:lnTo>
                  <a:lnTo>
                    <a:pt x="215503" y="355615"/>
                  </a:lnTo>
                  <a:lnTo>
                    <a:pt x="237819" y="314548"/>
                  </a:lnTo>
                  <a:lnTo>
                    <a:pt x="257331" y="269606"/>
                  </a:lnTo>
                  <a:lnTo>
                    <a:pt x="273809" y="221168"/>
                  </a:lnTo>
                  <a:lnTo>
                    <a:pt x="287023" y="169611"/>
                  </a:lnTo>
                  <a:lnTo>
                    <a:pt x="296746" y="115313"/>
                  </a:lnTo>
                  <a:lnTo>
                    <a:pt x="302748" y="5864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8" name="object 13"/>
            <p:cNvSpPr/>
            <p:nvPr/>
          </p:nvSpPr>
          <p:spPr>
            <a:xfrm>
              <a:off x="472500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0" y="502920"/>
                  </a:moveTo>
                  <a:lnTo>
                    <a:pt x="69868" y="489637"/>
                  </a:lnTo>
                  <a:lnTo>
                    <a:pt x="134016" y="451801"/>
                  </a:lnTo>
                  <a:lnTo>
                    <a:pt x="163372" y="424619"/>
                  </a:lnTo>
                  <a:lnTo>
                    <a:pt x="190611" y="392432"/>
                  </a:lnTo>
                  <a:lnTo>
                    <a:pt x="215503" y="355615"/>
                  </a:lnTo>
                  <a:lnTo>
                    <a:pt x="237819" y="314548"/>
                  </a:lnTo>
                  <a:lnTo>
                    <a:pt x="257331" y="269606"/>
                  </a:lnTo>
                  <a:lnTo>
                    <a:pt x="273809" y="221168"/>
                  </a:lnTo>
                  <a:lnTo>
                    <a:pt x="287023" y="169611"/>
                  </a:lnTo>
                  <a:lnTo>
                    <a:pt x="296746" y="115313"/>
                  </a:lnTo>
                  <a:lnTo>
                    <a:pt x="302748" y="58649"/>
                  </a:ln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9" name="object 14"/>
            <p:cNvSpPr/>
            <p:nvPr/>
          </p:nvSpPr>
          <p:spPr>
            <a:xfrm>
              <a:off x="442044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304800" y="0"/>
                  </a:moveTo>
                  <a:lnTo>
                    <a:pt x="0" y="0"/>
                  </a:lnTo>
                  <a:lnTo>
                    <a:pt x="2051" y="58649"/>
                  </a:lnTo>
                  <a:lnTo>
                    <a:pt x="8053" y="115313"/>
                  </a:lnTo>
                  <a:lnTo>
                    <a:pt x="17776" y="169611"/>
                  </a:lnTo>
                  <a:lnTo>
                    <a:pt x="30990" y="221168"/>
                  </a:lnTo>
                  <a:lnTo>
                    <a:pt x="47468" y="269606"/>
                  </a:lnTo>
                  <a:lnTo>
                    <a:pt x="66980" y="314548"/>
                  </a:lnTo>
                  <a:lnTo>
                    <a:pt x="89296" y="355615"/>
                  </a:lnTo>
                  <a:lnTo>
                    <a:pt x="114188" y="392432"/>
                  </a:lnTo>
                  <a:lnTo>
                    <a:pt x="141427" y="424619"/>
                  </a:lnTo>
                  <a:lnTo>
                    <a:pt x="170783" y="451801"/>
                  </a:lnTo>
                  <a:lnTo>
                    <a:pt x="234931" y="489637"/>
                  </a:lnTo>
                  <a:lnTo>
                    <a:pt x="304800" y="50292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0" name="object 15"/>
            <p:cNvSpPr/>
            <p:nvPr/>
          </p:nvSpPr>
          <p:spPr>
            <a:xfrm>
              <a:off x="4420440" y="4359240"/>
              <a:ext cx="304560" cy="502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02560"/>
                <a:gd name="textAreaBottom" fmla="*/ 502920 h 502560"/>
              </a:gdLst>
              <a:ahLst/>
              <a:cxnLst/>
              <a:rect l="textAreaLeft" t="textAreaTop" r="textAreaRight" b="textAreaBottom"/>
              <a:pathLst>
                <a:path w="304800" h="502920">
                  <a:moveTo>
                    <a:pt x="304800" y="502920"/>
                  </a:moveTo>
                  <a:lnTo>
                    <a:pt x="234931" y="489637"/>
                  </a:lnTo>
                  <a:lnTo>
                    <a:pt x="170783" y="451801"/>
                  </a:lnTo>
                  <a:lnTo>
                    <a:pt x="141427" y="424619"/>
                  </a:lnTo>
                  <a:lnTo>
                    <a:pt x="114188" y="392432"/>
                  </a:lnTo>
                  <a:lnTo>
                    <a:pt x="89296" y="355615"/>
                  </a:lnTo>
                  <a:lnTo>
                    <a:pt x="66980" y="314548"/>
                  </a:lnTo>
                  <a:lnTo>
                    <a:pt x="47468" y="269606"/>
                  </a:lnTo>
                  <a:lnTo>
                    <a:pt x="30990" y="221168"/>
                  </a:lnTo>
                  <a:lnTo>
                    <a:pt x="17776" y="169611"/>
                  </a:lnTo>
                  <a:lnTo>
                    <a:pt x="8053" y="115313"/>
                  </a:lnTo>
                  <a:lnTo>
                    <a:pt x="2051" y="58649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1" name="object 16"/>
            <p:cNvSpPr/>
            <p:nvPr/>
          </p:nvSpPr>
          <p:spPr>
            <a:xfrm>
              <a:off x="472500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304800" y="0"/>
                  </a:moveTo>
                  <a:lnTo>
                    <a:pt x="0" y="0"/>
                  </a:lnTo>
                  <a:lnTo>
                    <a:pt x="0" y="92964"/>
                  </a:lnTo>
                  <a:lnTo>
                    <a:pt x="69868" y="90506"/>
                  </a:lnTo>
                  <a:lnTo>
                    <a:pt x="134016" y="83508"/>
                  </a:lnTo>
                  <a:lnTo>
                    <a:pt x="190611" y="72529"/>
                  </a:lnTo>
                  <a:lnTo>
                    <a:pt x="237819" y="58129"/>
                  </a:lnTo>
                  <a:lnTo>
                    <a:pt x="273809" y="408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2" name="object 17"/>
            <p:cNvSpPr/>
            <p:nvPr/>
          </p:nvSpPr>
          <p:spPr>
            <a:xfrm>
              <a:off x="472500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0" y="92964"/>
                  </a:moveTo>
                  <a:lnTo>
                    <a:pt x="69868" y="90506"/>
                  </a:lnTo>
                  <a:lnTo>
                    <a:pt x="134016" y="83508"/>
                  </a:lnTo>
                  <a:lnTo>
                    <a:pt x="190611" y="72529"/>
                  </a:lnTo>
                  <a:lnTo>
                    <a:pt x="237819" y="58129"/>
                  </a:lnTo>
                  <a:lnTo>
                    <a:pt x="273809" y="40868"/>
                  </a:lnTo>
                  <a:lnTo>
                    <a:pt x="296746" y="21304"/>
                  </a:ln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3" name="object 18"/>
            <p:cNvSpPr/>
            <p:nvPr/>
          </p:nvSpPr>
          <p:spPr>
            <a:xfrm>
              <a:off x="442044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304800" y="0"/>
                  </a:moveTo>
                  <a:lnTo>
                    <a:pt x="0" y="0"/>
                  </a:lnTo>
                  <a:lnTo>
                    <a:pt x="8053" y="21304"/>
                  </a:lnTo>
                  <a:lnTo>
                    <a:pt x="66980" y="58129"/>
                  </a:lnTo>
                  <a:lnTo>
                    <a:pt x="114188" y="72529"/>
                  </a:lnTo>
                  <a:lnTo>
                    <a:pt x="170783" y="83508"/>
                  </a:lnTo>
                  <a:lnTo>
                    <a:pt x="234931" y="90506"/>
                  </a:lnTo>
                  <a:lnTo>
                    <a:pt x="304800" y="92964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4" name="object 19"/>
            <p:cNvSpPr/>
            <p:nvPr/>
          </p:nvSpPr>
          <p:spPr>
            <a:xfrm>
              <a:off x="4420440" y="4359240"/>
              <a:ext cx="304560" cy="92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04800" h="93345">
                  <a:moveTo>
                    <a:pt x="304800" y="92964"/>
                  </a:moveTo>
                  <a:lnTo>
                    <a:pt x="234931" y="90506"/>
                  </a:lnTo>
                  <a:lnTo>
                    <a:pt x="170783" y="83508"/>
                  </a:lnTo>
                  <a:lnTo>
                    <a:pt x="114188" y="72529"/>
                  </a:lnTo>
                  <a:lnTo>
                    <a:pt x="66980" y="58129"/>
                  </a:lnTo>
                  <a:lnTo>
                    <a:pt x="30990" y="40868"/>
                  </a:lnTo>
                  <a:lnTo>
                    <a:pt x="8053" y="21304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5" name="object 20"/>
            <p:cNvSpPr/>
            <p:nvPr/>
          </p:nvSpPr>
          <p:spPr>
            <a:xfrm>
              <a:off x="991440" y="2759040"/>
              <a:ext cx="304560" cy="19047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904760"/>
                <a:gd name="textAreaBottom" fmla="*/ 1905120 h 1904760"/>
              </a:gdLst>
              <a:ahLst/>
              <a:cxnLst/>
              <a:rect l="textAreaLeft" t="textAreaTop" r="textAreaRight" b="textAreaBottom"/>
              <a:pathLst>
                <a:path w="304800" h="1905000">
                  <a:moveTo>
                    <a:pt x="304800" y="0"/>
                  </a:moveTo>
                  <a:lnTo>
                    <a:pt x="0" y="272161"/>
                  </a:lnTo>
                  <a:lnTo>
                    <a:pt x="0" y="1632839"/>
                  </a:lnTo>
                  <a:lnTo>
                    <a:pt x="304800" y="1905000"/>
                  </a:lnTo>
                  <a:lnTo>
                    <a:pt x="304800" y="13601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6" name="object 21"/>
            <p:cNvSpPr/>
            <p:nvPr/>
          </p:nvSpPr>
          <p:spPr>
            <a:xfrm>
              <a:off x="991440" y="2759040"/>
              <a:ext cx="304560" cy="19047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904760"/>
                <a:gd name="textAreaBottom" fmla="*/ 1905120 h 1904760"/>
              </a:gdLst>
              <a:ahLst/>
              <a:cxnLst/>
              <a:rect l="textAreaLeft" t="textAreaTop" r="textAreaRight" b="textAreaBottom"/>
              <a:pathLst>
                <a:path w="304800" h="1905000">
                  <a:moveTo>
                    <a:pt x="304800" y="136017"/>
                  </a:moveTo>
                  <a:lnTo>
                    <a:pt x="304800" y="1905000"/>
                  </a:lnTo>
                  <a:lnTo>
                    <a:pt x="0" y="1632839"/>
                  </a:lnTo>
                  <a:lnTo>
                    <a:pt x="0" y="272161"/>
                  </a:lnTo>
                  <a:lnTo>
                    <a:pt x="304800" y="0"/>
                  </a:lnTo>
                  <a:lnTo>
                    <a:pt x="304800" y="136017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7" name="object 22"/>
            <p:cNvSpPr/>
            <p:nvPr/>
          </p:nvSpPr>
          <p:spPr>
            <a:xfrm>
              <a:off x="534240" y="3629160"/>
              <a:ext cx="456840" cy="8532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457200" h="85725">
                  <a:moveTo>
                    <a:pt x="371475" y="57272"/>
                  </a:moveTo>
                  <a:lnTo>
                    <a:pt x="371475" y="85725"/>
                  </a:lnTo>
                  <a:lnTo>
                    <a:pt x="428455" y="57277"/>
                  </a:lnTo>
                  <a:lnTo>
                    <a:pt x="371475" y="57272"/>
                  </a:lnTo>
                  <a:close/>
                </a:path>
                <a:path w="457200" h="85725">
                  <a:moveTo>
                    <a:pt x="371475" y="28697"/>
                  </a:moveTo>
                  <a:lnTo>
                    <a:pt x="371475" y="57272"/>
                  </a:lnTo>
                  <a:lnTo>
                    <a:pt x="385762" y="57277"/>
                  </a:lnTo>
                  <a:lnTo>
                    <a:pt x="385762" y="28702"/>
                  </a:lnTo>
                  <a:lnTo>
                    <a:pt x="371475" y="28697"/>
                  </a:lnTo>
                  <a:close/>
                </a:path>
                <a:path w="457200" h="85725">
                  <a:moveTo>
                    <a:pt x="371475" y="0"/>
                  </a:moveTo>
                  <a:lnTo>
                    <a:pt x="371475" y="28697"/>
                  </a:lnTo>
                  <a:lnTo>
                    <a:pt x="385762" y="28702"/>
                  </a:lnTo>
                  <a:lnTo>
                    <a:pt x="385762" y="57277"/>
                  </a:lnTo>
                  <a:lnTo>
                    <a:pt x="428464" y="57272"/>
                  </a:lnTo>
                  <a:lnTo>
                    <a:pt x="457200" y="42925"/>
                  </a:lnTo>
                  <a:lnTo>
                    <a:pt x="371475" y="0"/>
                  </a:lnTo>
                  <a:close/>
                </a:path>
                <a:path w="457200" h="85725">
                  <a:moveTo>
                    <a:pt x="0" y="28575"/>
                  </a:moveTo>
                  <a:lnTo>
                    <a:pt x="0" y="57150"/>
                  </a:lnTo>
                  <a:lnTo>
                    <a:pt x="371475" y="57272"/>
                  </a:lnTo>
                  <a:lnTo>
                    <a:pt x="371475" y="28697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8" name="object 23"/>
            <p:cNvSpPr/>
            <p:nvPr/>
          </p:nvSpPr>
          <p:spPr>
            <a:xfrm>
              <a:off x="1295280" y="2910960"/>
              <a:ext cx="6989040" cy="1540800"/>
            </a:xfrm>
            <a:custGeom>
              <a:avLst/>
              <a:gdLst>
                <a:gd name="textAreaLeft" fmla="*/ 0 w 6989040"/>
                <a:gd name="textAreaRight" fmla="*/ 6989400 w 6989040"/>
                <a:gd name="textAreaTop" fmla="*/ 0 h 1540800"/>
                <a:gd name="textAreaBottom" fmla="*/ 1541160 h 1540800"/>
              </a:gdLst>
              <a:ahLst/>
              <a:cxnLst/>
              <a:rect l="textAreaLeft" t="textAreaTop" r="textAreaRight" b="textAreaBottom"/>
              <a:pathLst>
                <a:path w="6989445" h="1541145">
                  <a:moveTo>
                    <a:pt x="0" y="0"/>
                  </a:moveTo>
                  <a:lnTo>
                    <a:pt x="5007864" y="0"/>
                  </a:lnTo>
                </a:path>
                <a:path w="6989445" h="1541145">
                  <a:moveTo>
                    <a:pt x="0" y="304800"/>
                  </a:moveTo>
                  <a:lnTo>
                    <a:pt x="6684264" y="304800"/>
                  </a:lnTo>
                </a:path>
                <a:path w="6989445" h="1541145">
                  <a:moveTo>
                    <a:pt x="0" y="626363"/>
                  </a:moveTo>
                  <a:lnTo>
                    <a:pt x="6836664" y="626363"/>
                  </a:lnTo>
                </a:path>
                <a:path w="6989445" h="1541145">
                  <a:moveTo>
                    <a:pt x="0" y="931164"/>
                  </a:moveTo>
                  <a:lnTo>
                    <a:pt x="6989064" y="931164"/>
                  </a:lnTo>
                </a:path>
                <a:path w="6989445" h="1541145">
                  <a:moveTo>
                    <a:pt x="0" y="1235964"/>
                  </a:moveTo>
                  <a:lnTo>
                    <a:pt x="5943600" y="1235964"/>
                  </a:lnTo>
                </a:path>
                <a:path w="6989445" h="1541145">
                  <a:moveTo>
                    <a:pt x="0" y="1540764"/>
                  </a:moveTo>
                  <a:lnTo>
                    <a:pt x="1676400" y="154076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9" name="object 24"/>
          <p:cNvSpPr/>
          <p:nvPr/>
        </p:nvSpPr>
        <p:spPr>
          <a:xfrm>
            <a:off x="7920720" y="5376600"/>
            <a:ext cx="888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ALUinB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30" name="object 25"/>
          <p:cNvGrpSpPr/>
          <p:nvPr/>
        </p:nvGrpSpPr>
        <p:grpSpPr>
          <a:xfrm>
            <a:off x="0" y="0"/>
            <a:ext cx="9143640" cy="1150200"/>
            <a:chOff x="0" y="0"/>
            <a:chExt cx="9143640" cy="1150200"/>
          </a:xfrm>
        </p:grpSpPr>
        <p:pic>
          <p:nvPicPr>
            <p:cNvPr id="1731" name="object 26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1038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32" name="object 27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115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33" name="object 28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34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60480" rIns="0" bIns="0" anchor="t">
            <a:spAutoFit/>
          </a:bodyPr>
          <a:p>
            <a:pPr marL="1553040" indent="-1541160" algn="l">
              <a:lnSpc>
                <a:spcPts val="3030"/>
              </a:lnSpc>
              <a:spcBef>
                <a:spcPts val="476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Control</a:t>
            </a:r>
            <a:r>
              <a:rPr lang="en-US" sz="2800" b="1" u="none" spc="-11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Implementation</a:t>
            </a:r>
            <a:r>
              <a:rPr lang="en-US" sz="2800" b="1" u="none" spc="-12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Combinational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Logic</a:t>
            </a:r>
            <a:r>
              <a:rPr lang="en-US" sz="2800" b="1" u="none" spc="-13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with</a:t>
            </a:r>
            <a:r>
              <a:rPr lang="en-US" sz="2800" b="1" u="none" spc="-13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a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Decoder</a:t>
            </a:r>
            <a:r>
              <a:rPr lang="en-US" sz="2800" b="1" u="none" spc="-3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20" strike="noStrike">
                <a:solidFill>
                  <a:schemeClr val="lt1"/>
                </a:solidFill>
                <a:effectLst/>
                <a:uFillTx/>
                <a:latin typeface="Arial"/>
              </a:rPr>
              <a:t>(one-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hot</a:t>
            </a:r>
            <a:r>
              <a:rPr lang="en-US" sz="2800" b="1" u="none" spc="-2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representation)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35" name="object 30"/>
          <p:cNvSpPr/>
          <p:nvPr/>
        </p:nvSpPr>
        <p:spPr>
          <a:xfrm>
            <a:off x="212760" y="1062360"/>
            <a:ext cx="849204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Example: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combinational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logic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simple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object 31"/>
          <p:cNvSpPr/>
          <p:nvPr/>
        </p:nvSpPr>
        <p:spPr>
          <a:xfrm>
            <a:off x="231120" y="2616840"/>
            <a:ext cx="1726920" cy="18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360" rIns="0" bIns="0" anchor="t">
            <a:spAutoFit/>
          </a:bodyPr>
          <a:p>
            <a:pPr marL="1231920" indent="-1219680">
              <a:lnSpc>
                <a:spcPct val="101000"/>
              </a:lnSpc>
              <a:spcBef>
                <a:spcPts val="74"/>
              </a:spcBef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FF0909"/>
                </a:solidFill>
                <a:effectLst/>
                <a:uFillTx/>
                <a:latin typeface="Arial"/>
              </a:rPr>
              <a:t>opcode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add </a:t>
            </a: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addi </a:t>
            </a:r>
            <a:r>
              <a:rPr lang="en-US" sz="2000" b="0" u="none" spc="-26" strike="noStrike">
                <a:solidFill>
                  <a:srgbClr val="FF0909"/>
                </a:solidFill>
                <a:effectLst/>
                <a:uFillTx/>
                <a:latin typeface="Arial"/>
              </a:rPr>
              <a:t>lw sw beq </a:t>
            </a:r>
            <a:r>
              <a:rPr lang="en-US" sz="2000" b="0" u="none" spc="-51" strike="noStrike">
                <a:solidFill>
                  <a:srgbClr val="FF0909"/>
                </a:solidFill>
                <a:effectLst/>
                <a:uFillTx/>
                <a:latin typeface="Arial"/>
              </a:rPr>
              <a:t>j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37" name="object 32"/>
          <p:cNvGrpSpPr/>
          <p:nvPr/>
        </p:nvGrpSpPr>
        <p:grpSpPr>
          <a:xfrm>
            <a:off x="1974960" y="2813040"/>
            <a:ext cx="6413040" cy="2535840"/>
            <a:chOff x="1974960" y="2813040"/>
            <a:chExt cx="6413040" cy="2535840"/>
          </a:xfrm>
        </p:grpSpPr>
        <p:sp>
          <p:nvSpPr>
            <p:cNvPr id="1738" name="object 33"/>
            <p:cNvSpPr/>
            <p:nvPr/>
          </p:nvSpPr>
          <p:spPr>
            <a:xfrm>
              <a:off x="1998000" y="4206240"/>
              <a:ext cx="75960" cy="11426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142640"/>
                <a:gd name="textAreaBottom" fmla="*/ 1143000 h 1142640"/>
              </a:gdLst>
              <a:ahLst/>
              <a:cxnLst/>
              <a:rect l="textAreaLeft" t="textAreaTop" r="textAreaRight" b="textAreaBottom"/>
              <a:pathLst>
                <a:path w="76200" h="1143000">
                  <a:moveTo>
                    <a:pt x="31750" y="1066800"/>
                  </a:moveTo>
                  <a:lnTo>
                    <a:pt x="0" y="1066800"/>
                  </a:lnTo>
                  <a:lnTo>
                    <a:pt x="38100" y="1143000"/>
                  </a:lnTo>
                  <a:lnTo>
                    <a:pt x="69850" y="1079500"/>
                  </a:lnTo>
                  <a:lnTo>
                    <a:pt x="31750" y="1079500"/>
                  </a:lnTo>
                  <a:lnTo>
                    <a:pt x="31750" y="1066800"/>
                  </a:lnTo>
                  <a:close/>
                </a:path>
                <a:path w="76200" h="1143000">
                  <a:moveTo>
                    <a:pt x="44450" y="0"/>
                  </a:moveTo>
                  <a:lnTo>
                    <a:pt x="31750" y="0"/>
                  </a:lnTo>
                  <a:lnTo>
                    <a:pt x="31750" y="1079500"/>
                  </a:lnTo>
                  <a:lnTo>
                    <a:pt x="44450" y="1079500"/>
                  </a:lnTo>
                  <a:lnTo>
                    <a:pt x="44450" y="0"/>
                  </a:lnTo>
                  <a:close/>
                </a:path>
                <a:path w="76200" h="1143000">
                  <a:moveTo>
                    <a:pt x="76200" y="1066800"/>
                  </a:moveTo>
                  <a:lnTo>
                    <a:pt x="44450" y="1066800"/>
                  </a:lnTo>
                  <a:lnTo>
                    <a:pt x="44450" y="1079500"/>
                  </a:lnTo>
                  <a:lnTo>
                    <a:pt x="69850" y="1079500"/>
                  </a:lnTo>
                  <a:lnTo>
                    <a:pt x="76200" y="10668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39" name="object 34"/>
            <p:cNvPicPr/>
            <p:nvPr/>
          </p:nvPicPr>
          <p:blipFill>
            <a:blip r:embed="rId3"/>
            <a:stretch/>
          </p:blipFill>
          <p:spPr>
            <a:xfrm>
              <a:off x="1974960" y="406440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40" name="object 35"/>
            <p:cNvSpPr/>
            <p:nvPr/>
          </p:nvSpPr>
          <p:spPr>
            <a:xfrm>
              <a:off x="2933640" y="4511160"/>
              <a:ext cx="75960" cy="8377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76200" h="838200">
                  <a:moveTo>
                    <a:pt x="31750" y="762000"/>
                  </a:moveTo>
                  <a:lnTo>
                    <a:pt x="0" y="762000"/>
                  </a:lnTo>
                  <a:lnTo>
                    <a:pt x="38100" y="838200"/>
                  </a:lnTo>
                  <a:lnTo>
                    <a:pt x="69850" y="774700"/>
                  </a:lnTo>
                  <a:lnTo>
                    <a:pt x="31750" y="774700"/>
                  </a:lnTo>
                  <a:lnTo>
                    <a:pt x="31750" y="762000"/>
                  </a:lnTo>
                  <a:close/>
                </a:path>
                <a:path w="76200" h="838200">
                  <a:moveTo>
                    <a:pt x="44450" y="0"/>
                  </a:moveTo>
                  <a:lnTo>
                    <a:pt x="31750" y="0"/>
                  </a:lnTo>
                  <a:lnTo>
                    <a:pt x="31750" y="774700"/>
                  </a:lnTo>
                  <a:lnTo>
                    <a:pt x="44450" y="774700"/>
                  </a:lnTo>
                  <a:lnTo>
                    <a:pt x="44450" y="0"/>
                  </a:lnTo>
                  <a:close/>
                </a:path>
                <a:path w="76200" h="838200">
                  <a:moveTo>
                    <a:pt x="76200" y="762000"/>
                  </a:moveTo>
                  <a:lnTo>
                    <a:pt x="44450" y="762000"/>
                  </a:lnTo>
                  <a:lnTo>
                    <a:pt x="44450" y="774700"/>
                  </a:lnTo>
                  <a:lnTo>
                    <a:pt x="69850" y="774700"/>
                  </a:lnTo>
                  <a:lnTo>
                    <a:pt x="76200" y="7620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41" name="object 36"/>
            <p:cNvPicPr/>
            <p:nvPr/>
          </p:nvPicPr>
          <p:blipFill>
            <a:blip r:embed="rId4"/>
            <a:stretch/>
          </p:blipFill>
          <p:spPr>
            <a:xfrm>
              <a:off x="2889360" y="436896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42" name="object 37"/>
            <p:cNvSpPr/>
            <p:nvPr/>
          </p:nvSpPr>
          <p:spPr>
            <a:xfrm>
              <a:off x="3826800" y="3901320"/>
              <a:ext cx="75960" cy="1447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447560"/>
                <a:gd name="textAreaBottom" fmla="*/ 1447920 h 1447560"/>
              </a:gdLst>
              <a:ahLst/>
              <a:cxnLst/>
              <a:rect l="textAreaLeft" t="textAreaTop" r="textAreaRight" b="textAreaBottom"/>
              <a:pathLst>
                <a:path w="76200" h="1447800">
                  <a:moveTo>
                    <a:pt x="31750" y="1371600"/>
                  </a:moveTo>
                  <a:lnTo>
                    <a:pt x="0" y="1371600"/>
                  </a:lnTo>
                  <a:lnTo>
                    <a:pt x="38100" y="1447800"/>
                  </a:lnTo>
                  <a:lnTo>
                    <a:pt x="69850" y="1384300"/>
                  </a:lnTo>
                  <a:lnTo>
                    <a:pt x="31750" y="1384300"/>
                  </a:lnTo>
                  <a:lnTo>
                    <a:pt x="31750" y="1371600"/>
                  </a:lnTo>
                  <a:close/>
                </a:path>
                <a:path w="76200" h="1447800">
                  <a:moveTo>
                    <a:pt x="44450" y="0"/>
                  </a:moveTo>
                  <a:lnTo>
                    <a:pt x="31750" y="0"/>
                  </a:lnTo>
                  <a:lnTo>
                    <a:pt x="31750" y="1384300"/>
                  </a:lnTo>
                  <a:lnTo>
                    <a:pt x="44450" y="1384300"/>
                  </a:lnTo>
                  <a:lnTo>
                    <a:pt x="44450" y="0"/>
                  </a:lnTo>
                  <a:close/>
                </a:path>
                <a:path w="76200" h="1447800">
                  <a:moveTo>
                    <a:pt x="76200" y="1371600"/>
                  </a:moveTo>
                  <a:lnTo>
                    <a:pt x="44450" y="1371600"/>
                  </a:lnTo>
                  <a:lnTo>
                    <a:pt x="44450" y="1384300"/>
                  </a:lnTo>
                  <a:lnTo>
                    <a:pt x="69850" y="1384300"/>
                  </a:lnTo>
                  <a:lnTo>
                    <a:pt x="76200" y="13716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43" name="object 38"/>
            <p:cNvPicPr/>
            <p:nvPr/>
          </p:nvPicPr>
          <p:blipFill>
            <a:blip r:embed="rId5"/>
            <a:stretch/>
          </p:blipFill>
          <p:spPr>
            <a:xfrm>
              <a:off x="3803760" y="375948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44" name="object 39"/>
            <p:cNvSpPr/>
            <p:nvPr/>
          </p:nvSpPr>
          <p:spPr>
            <a:xfrm>
              <a:off x="4512600" y="2910960"/>
              <a:ext cx="75960" cy="15408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540800"/>
                <a:gd name="textAreaBottom" fmla="*/ 1541160 h 1540800"/>
              </a:gdLst>
              <a:ahLst/>
              <a:cxnLst/>
              <a:rect l="textAreaLeft" t="textAreaTop" r="textAreaRight" b="textAreaBottom"/>
              <a:pathLst>
                <a:path w="76200" h="1541145">
                  <a:moveTo>
                    <a:pt x="31750" y="1464564"/>
                  </a:moveTo>
                  <a:lnTo>
                    <a:pt x="0" y="1464564"/>
                  </a:lnTo>
                  <a:lnTo>
                    <a:pt x="38100" y="1540764"/>
                  </a:lnTo>
                  <a:lnTo>
                    <a:pt x="69850" y="1477264"/>
                  </a:lnTo>
                  <a:lnTo>
                    <a:pt x="31750" y="1477264"/>
                  </a:lnTo>
                  <a:lnTo>
                    <a:pt x="31750" y="1464564"/>
                  </a:lnTo>
                  <a:close/>
                </a:path>
                <a:path w="76200" h="1541145">
                  <a:moveTo>
                    <a:pt x="44450" y="0"/>
                  </a:moveTo>
                  <a:lnTo>
                    <a:pt x="31750" y="0"/>
                  </a:lnTo>
                  <a:lnTo>
                    <a:pt x="31750" y="1477264"/>
                  </a:lnTo>
                  <a:lnTo>
                    <a:pt x="44450" y="1477264"/>
                  </a:lnTo>
                  <a:lnTo>
                    <a:pt x="44450" y="0"/>
                  </a:lnTo>
                  <a:close/>
                </a:path>
                <a:path w="76200" h="1541145">
                  <a:moveTo>
                    <a:pt x="76200" y="1464564"/>
                  </a:moveTo>
                  <a:lnTo>
                    <a:pt x="44450" y="1464564"/>
                  </a:lnTo>
                  <a:lnTo>
                    <a:pt x="44450" y="1477264"/>
                  </a:lnTo>
                  <a:lnTo>
                    <a:pt x="69850" y="1477264"/>
                  </a:lnTo>
                  <a:lnTo>
                    <a:pt x="76200" y="14645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45" name="object 40"/>
            <p:cNvPicPr/>
            <p:nvPr/>
          </p:nvPicPr>
          <p:blipFill>
            <a:blip r:embed="rId6"/>
            <a:stretch/>
          </p:blipFill>
          <p:spPr>
            <a:xfrm>
              <a:off x="4489560" y="282816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46" name="object 41"/>
            <p:cNvSpPr/>
            <p:nvPr/>
          </p:nvSpPr>
          <p:spPr>
            <a:xfrm>
              <a:off x="4664880" y="3215520"/>
              <a:ext cx="75960" cy="123588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235880"/>
                <a:gd name="textAreaBottom" fmla="*/ 1236240 h 1235880"/>
              </a:gdLst>
              <a:ahLst/>
              <a:cxnLst/>
              <a:rect l="textAreaLeft" t="textAreaTop" r="textAreaRight" b="textAreaBottom"/>
              <a:pathLst>
                <a:path w="76200" h="1236345">
                  <a:moveTo>
                    <a:pt x="31750" y="1159764"/>
                  </a:moveTo>
                  <a:lnTo>
                    <a:pt x="0" y="1159764"/>
                  </a:lnTo>
                  <a:lnTo>
                    <a:pt x="38100" y="1235964"/>
                  </a:lnTo>
                  <a:lnTo>
                    <a:pt x="69850" y="1172464"/>
                  </a:lnTo>
                  <a:lnTo>
                    <a:pt x="31750" y="1172464"/>
                  </a:lnTo>
                  <a:lnTo>
                    <a:pt x="31750" y="1159764"/>
                  </a:lnTo>
                  <a:close/>
                </a:path>
                <a:path w="76200" h="1236345">
                  <a:moveTo>
                    <a:pt x="44450" y="0"/>
                  </a:moveTo>
                  <a:lnTo>
                    <a:pt x="31750" y="0"/>
                  </a:lnTo>
                  <a:lnTo>
                    <a:pt x="31750" y="1172464"/>
                  </a:lnTo>
                  <a:lnTo>
                    <a:pt x="44450" y="1172464"/>
                  </a:lnTo>
                  <a:lnTo>
                    <a:pt x="44450" y="0"/>
                  </a:lnTo>
                  <a:close/>
                </a:path>
                <a:path w="76200" h="1236345">
                  <a:moveTo>
                    <a:pt x="76200" y="1159764"/>
                  </a:moveTo>
                  <a:lnTo>
                    <a:pt x="44450" y="1159764"/>
                  </a:lnTo>
                  <a:lnTo>
                    <a:pt x="44450" y="1172464"/>
                  </a:lnTo>
                  <a:lnTo>
                    <a:pt x="69850" y="1172464"/>
                  </a:lnTo>
                  <a:lnTo>
                    <a:pt x="76200" y="11597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47" name="object 42"/>
            <p:cNvPicPr/>
            <p:nvPr/>
          </p:nvPicPr>
          <p:blipFill>
            <a:blip r:embed="rId7"/>
            <a:stretch/>
          </p:blipFill>
          <p:spPr>
            <a:xfrm>
              <a:off x="4641840" y="313308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48" name="object 43"/>
            <p:cNvSpPr/>
            <p:nvPr/>
          </p:nvSpPr>
          <p:spPr>
            <a:xfrm>
              <a:off x="4817520" y="3596760"/>
              <a:ext cx="75960" cy="8550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855000"/>
                <a:gd name="textAreaBottom" fmla="*/ 855360 h 855000"/>
              </a:gdLst>
              <a:ahLst/>
              <a:cxnLst/>
              <a:rect l="textAreaLeft" t="textAreaTop" r="textAreaRight" b="textAreaBottom"/>
              <a:pathLst>
                <a:path w="76200" h="855345">
                  <a:moveTo>
                    <a:pt x="31750" y="778764"/>
                  </a:moveTo>
                  <a:lnTo>
                    <a:pt x="0" y="778764"/>
                  </a:lnTo>
                  <a:lnTo>
                    <a:pt x="38100" y="854964"/>
                  </a:lnTo>
                  <a:lnTo>
                    <a:pt x="69850" y="791464"/>
                  </a:lnTo>
                  <a:lnTo>
                    <a:pt x="31750" y="791464"/>
                  </a:lnTo>
                  <a:lnTo>
                    <a:pt x="31750" y="778764"/>
                  </a:lnTo>
                  <a:close/>
                </a:path>
                <a:path w="76200" h="855345">
                  <a:moveTo>
                    <a:pt x="44450" y="0"/>
                  </a:moveTo>
                  <a:lnTo>
                    <a:pt x="31750" y="0"/>
                  </a:lnTo>
                  <a:lnTo>
                    <a:pt x="31750" y="791464"/>
                  </a:lnTo>
                  <a:lnTo>
                    <a:pt x="44450" y="791464"/>
                  </a:lnTo>
                  <a:lnTo>
                    <a:pt x="44450" y="0"/>
                  </a:lnTo>
                  <a:close/>
                </a:path>
                <a:path w="76200" h="855345">
                  <a:moveTo>
                    <a:pt x="76200" y="778764"/>
                  </a:moveTo>
                  <a:lnTo>
                    <a:pt x="44450" y="778764"/>
                  </a:lnTo>
                  <a:lnTo>
                    <a:pt x="44450" y="791464"/>
                  </a:lnTo>
                  <a:lnTo>
                    <a:pt x="69850" y="791464"/>
                  </a:lnTo>
                  <a:lnTo>
                    <a:pt x="76200" y="7787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49" name="object 44"/>
            <p:cNvPicPr/>
            <p:nvPr/>
          </p:nvPicPr>
          <p:blipFill>
            <a:blip r:embed="rId8"/>
            <a:stretch/>
          </p:blipFill>
          <p:spPr>
            <a:xfrm>
              <a:off x="4794120" y="345456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50" name="object 45"/>
            <p:cNvSpPr/>
            <p:nvPr/>
          </p:nvSpPr>
          <p:spPr>
            <a:xfrm>
              <a:off x="5427000" y="3581280"/>
              <a:ext cx="75960" cy="17521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752120"/>
                <a:gd name="textAreaBottom" fmla="*/ 1752480 h 1752120"/>
              </a:gdLst>
              <a:ahLst/>
              <a:cxnLst/>
              <a:rect l="textAreaLeft" t="textAreaTop" r="textAreaRight" b="textAreaBottom"/>
              <a:pathLst>
                <a:path w="76200" h="1752600">
                  <a:moveTo>
                    <a:pt x="31750" y="1676400"/>
                  </a:moveTo>
                  <a:lnTo>
                    <a:pt x="0" y="1676400"/>
                  </a:lnTo>
                  <a:lnTo>
                    <a:pt x="38100" y="1752600"/>
                  </a:lnTo>
                  <a:lnTo>
                    <a:pt x="69850" y="1689100"/>
                  </a:lnTo>
                  <a:lnTo>
                    <a:pt x="31750" y="1689100"/>
                  </a:lnTo>
                  <a:lnTo>
                    <a:pt x="31750" y="1676400"/>
                  </a:lnTo>
                  <a:close/>
                </a:path>
                <a:path w="76200" h="1752600">
                  <a:moveTo>
                    <a:pt x="44450" y="0"/>
                  </a:moveTo>
                  <a:lnTo>
                    <a:pt x="31750" y="0"/>
                  </a:lnTo>
                  <a:lnTo>
                    <a:pt x="31750" y="1689100"/>
                  </a:lnTo>
                  <a:lnTo>
                    <a:pt x="44450" y="1689100"/>
                  </a:lnTo>
                  <a:lnTo>
                    <a:pt x="44450" y="0"/>
                  </a:lnTo>
                  <a:close/>
                </a:path>
                <a:path w="76200" h="1752600">
                  <a:moveTo>
                    <a:pt x="76200" y="1676400"/>
                  </a:moveTo>
                  <a:lnTo>
                    <a:pt x="44450" y="1676400"/>
                  </a:lnTo>
                  <a:lnTo>
                    <a:pt x="44450" y="1689100"/>
                  </a:lnTo>
                  <a:lnTo>
                    <a:pt x="69850" y="1689100"/>
                  </a:lnTo>
                  <a:lnTo>
                    <a:pt x="76200" y="16764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51" name="object 46"/>
            <p:cNvPicPr/>
            <p:nvPr/>
          </p:nvPicPr>
          <p:blipFill>
            <a:blip r:embed="rId9"/>
            <a:stretch/>
          </p:blipFill>
          <p:spPr>
            <a:xfrm>
              <a:off x="5403960" y="343800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52" name="object 47"/>
            <p:cNvSpPr/>
            <p:nvPr/>
          </p:nvSpPr>
          <p:spPr>
            <a:xfrm>
              <a:off x="6265080" y="2910960"/>
              <a:ext cx="75960" cy="2437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2437920"/>
                <a:gd name="textAreaBottom" fmla="*/ 2438280 h 2437920"/>
              </a:gdLst>
              <a:ahLst/>
              <a:cxnLst/>
              <a:rect l="textAreaLeft" t="textAreaTop" r="textAreaRight" b="textAreaBottom"/>
              <a:pathLst>
                <a:path w="76200" h="2438400">
                  <a:moveTo>
                    <a:pt x="31750" y="2362200"/>
                  </a:moveTo>
                  <a:lnTo>
                    <a:pt x="0" y="2362200"/>
                  </a:lnTo>
                  <a:lnTo>
                    <a:pt x="38100" y="2438400"/>
                  </a:lnTo>
                  <a:lnTo>
                    <a:pt x="69850" y="2374900"/>
                  </a:lnTo>
                  <a:lnTo>
                    <a:pt x="31750" y="2374900"/>
                  </a:lnTo>
                  <a:lnTo>
                    <a:pt x="31750" y="2362200"/>
                  </a:lnTo>
                  <a:close/>
                </a:path>
                <a:path w="76200" h="2438400">
                  <a:moveTo>
                    <a:pt x="44450" y="0"/>
                  </a:moveTo>
                  <a:lnTo>
                    <a:pt x="31750" y="0"/>
                  </a:lnTo>
                  <a:lnTo>
                    <a:pt x="31750" y="2374900"/>
                  </a:lnTo>
                  <a:lnTo>
                    <a:pt x="44450" y="2374900"/>
                  </a:lnTo>
                  <a:lnTo>
                    <a:pt x="44450" y="0"/>
                  </a:lnTo>
                  <a:close/>
                </a:path>
                <a:path w="76200" h="2438400">
                  <a:moveTo>
                    <a:pt x="76200" y="2362200"/>
                  </a:moveTo>
                  <a:lnTo>
                    <a:pt x="44450" y="2362200"/>
                  </a:lnTo>
                  <a:lnTo>
                    <a:pt x="44450" y="2374900"/>
                  </a:lnTo>
                  <a:lnTo>
                    <a:pt x="69850" y="2374900"/>
                  </a:lnTo>
                  <a:lnTo>
                    <a:pt x="76200" y="2362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53" name="object 48"/>
            <p:cNvPicPr/>
            <p:nvPr/>
          </p:nvPicPr>
          <p:blipFill>
            <a:blip r:embed="rId10"/>
            <a:stretch/>
          </p:blipFill>
          <p:spPr>
            <a:xfrm>
              <a:off x="6220800" y="281304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54" name="object 49"/>
            <p:cNvSpPr/>
            <p:nvPr/>
          </p:nvSpPr>
          <p:spPr>
            <a:xfrm>
              <a:off x="7179480" y="4206240"/>
              <a:ext cx="75960" cy="11426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142640"/>
                <a:gd name="textAreaBottom" fmla="*/ 1143000 h 1142640"/>
              </a:gdLst>
              <a:ahLst/>
              <a:cxnLst/>
              <a:rect l="textAreaLeft" t="textAreaTop" r="textAreaRight" b="textAreaBottom"/>
              <a:pathLst>
                <a:path w="76200" h="1143000">
                  <a:moveTo>
                    <a:pt x="31750" y="1066800"/>
                  </a:moveTo>
                  <a:lnTo>
                    <a:pt x="0" y="1066800"/>
                  </a:lnTo>
                  <a:lnTo>
                    <a:pt x="38100" y="1143000"/>
                  </a:lnTo>
                  <a:lnTo>
                    <a:pt x="69850" y="1079500"/>
                  </a:lnTo>
                  <a:lnTo>
                    <a:pt x="31750" y="1079500"/>
                  </a:lnTo>
                  <a:lnTo>
                    <a:pt x="31750" y="1066800"/>
                  </a:lnTo>
                  <a:close/>
                </a:path>
                <a:path w="76200" h="1143000">
                  <a:moveTo>
                    <a:pt x="44450" y="0"/>
                  </a:moveTo>
                  <a:lnTo>
                    <a:pt x="31750" y="0"/>
                  </a:lnTo>
                  <a:lnTo>
                    <a:pt x="31750" y="1079500"/>
                  </a:lnTo>
                  <a:lnTo>
                    <a:pt x="44450" y="1079500"/>
                  </a:lnTo>
                  <a:lnTo>
                    <a:pt x="44450" y="0"/>
                  </a:lnTo>
                  <a:close/>
                </a:path>
                <a:path w="76200" h="1143000">
                  <a:moveTo>
                    <a:pt x="76200" y="1066800"/>
                  </a:moveTo>
                  <a:lnTo>
                    <a:pt x="44450" y="1066800"/>
                  </a:lnTo>
                  <a:lnTo>
                    <a:pt x="44450" y="1079500"/>
                  </a:lnTo>
                  <a:lnTo>
                    <a:pt x="69850" y="1079500"/>
                  </a:lnTo>
                  <a:lnTo>
                    <a:pt x="76200" y="10668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55" name="object 50"/>
            <p:cNvPicPr/>
            <p:nvPr/>
          </p:nvPicPr>
          <p:blipFill>
            <a:blip r:embed="rId11"/>
            <a:stretch/>
          </p:blipFill>
          <p:spPr>
            <a:xfrm>
              <a:off x="7156440" y="406440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56" name="object 51"/>
            <p:cNvSpPr/>
            <p:nvPr/>
          </p:nvSpPr>
          <p:spPr>
            <a:xfrm>
              <a:off x="7941600" y="3215520"/>
              <a:ext cx="75960" cy="123588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235880"/>
                <a:gd name="textAreaBottom" fmla="*/ 1236240 h 1235880"/>
              </a:gdLst>
              <a:ahLst/>
              <a:cxnLst/>
              <a:rect l="textAreaLeft" t="textAreaTop" r="textAreaRight" b="textAreaBottom"/>
              <a:pathLst>
                <a:path w="76200" h="1236345">
                  <a:moveTo>
                    <a:pt x="31750" y="1159764"/>
                  </a:moveTo>
                  <a:lnTo>
                    <a:pt x="0" y="1159764"/>
                  </a:lnTo>
                  <a:lnTo>
                    <a:pt x="38100" y="1235964"/>
                  </a:lnTo>
                  <a:lnTo>
                    <a:pt x="69850" y="1172464"/>
                  </a:lnTo>
                  <a:lnTo>
                    <a:pt x="31750" y="1172464"/>
                  </a:lnTo>
                  <a:lnTo>
                    <a:pt x="31750" y="1159764"/>
                  </a:lnTo>
                  <a:close/>
                </a:path>
                <a:path w="76200" h="1236345">
                  <a:moveTo>
                    <a:pt x="44450" y="0"/>
                  </a:moveTo>
                  <a:lnTo>
                    <a:pt x="31750" y="0"/>
                  </a:lnTo>
                  <a:lnTo>
                    <a:pt x="31750" y="1172464"/>
                  </a:lnTo>
                  <a:lnTo>
                    <a:pt x="44450" y="1172464"/>
                  </a:lnTo>
                  <a:lnTo>
                    <a:pt x="44450" y="0"/>
                  </a:lnTo>
                  <a:close/>
                </a:path>
                <a:path w="76200" h="1236345">
                  <a:moveTo>
                    <a:pt x="76200" y="1159764"/>
                  </a:moveTo>
                  <a:lnTo>
                    <a:pt x="44450" y="1159764"/>
                  </a:lnTo>
                  <a:lnTo>
                    <a:pt x="44450" y="1172464"/>
                  </a:lnTo>
                  <a:lnTo>
                    <a:pt x="69850" y="1172464"/>
                  </a:lnTo>
                  <a:lnTo>
                    <a:pt x="76200" y="11597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57" name="object 52"/>
            <p:cNvPicPr/>
            <p:nvPr/>
          </p:nvPicPr>
          <p:blipFill>
            <a:blip r:embed="rId12"/>
            <a:stretch/>
          </p:blipFill>
          <p:spPr>
            <a:xfrm>
              <a:off x="7918560" y="313308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58" name="object 53"/>
            <p:cNvSpPr/>
            <p:nvPr/>
          </p:nvSpPr>
          <p:spPr>
            <a:xfrm>
              <a:off x="8093880" y="3520440"/>
              <a:ext cx="75960" cy="9313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931320"/>
                <a:gd name="textAreaBottom" fmla="*/ 931680 h 931320"/>
              </a:gdLst>
              <a:ahLst/>
              <a:cxnLst/>
              <a:rect l="textAreaLeft" t="textAreaTop" r="textAreaRight" b="textAreaBottom"/>
              <a:pathLst>
                <a:path w="76200" h="931545">
                  <a:moveTo>
                    <a:pt x="31750" y="854964"/>
                  </a:moveTo>
                  <a:lnTo>
                    <a:pt x="0" y="854964"/>
                  </a:lnTo>
                  <a:lnTo>
                    <a:pt x="38100" y="931164"/>
                  </a:lnTo>
                  <a:lnTo>
                    <a:pt x="69850" y="867664"/>
                  </a:lnTo>
                  <a:lnTo>
                    <a:pt x="31750" y="867664"/>
                  </a:lnTo>
                  <a:lnTo>
                    <a:pt x="31750" y="854964"/>
                  </a:lnTo>
                  <a:close/>
                </a:path>
                <a:path w="76200" h="931545">
                  <a:moveTo>
                    <a:pt x="44450" y="0"/>
                  </a:moveTo>
                  <a:lnTo>
                    <a:pt x="31750" y="0"/>
                  </a:lnTo>
                  <a:lnTo>
                    <a:pt x="31750" y="867664"/>
                  </a:lnTo>
                  <a:lnTo>
                    <a:pt x="44450" y="867664"/>
                  </a:lnTo>
                  <a:lnTo>
                    <a:pt x="44450" y="0"/>
                  </a:lnTo>
                  <a:close/>
                </a:path>
                <a:path w="76200" h="931545">
                  <a:moveTo>
                    <a:pt x="76200" y="854964"/>
                  </a:moveTo>
                  <a:lnTo>
                    <a:pt x="44450" y="854964"/>
                  </a:lnTo>
                  <a:lnTo>
                    <a:pt x="44450" y="867664"/>
                  </a:lnTo>
                  <a:lnTo>
                    <a:pt x="69850" y="867664"/>
                  </a:lnTo>
                  <a:lnTo>
                    <a:pt x="76200" y="8549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59" name="object 54"/>
            <p:cNvPicPr/>
            <p:nvPr/>
          </p:nvPicPr>
          <p:blipFill>
            <a:blip r:embed="rId13"/>
            <a:stretch/>
          </p:blipFill>
          <p:spPr>
            <a:xfrm>
              <a:off x="8070840" y="343800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60" name="object 55"/>
            <p:cNvSpPr/>
            <p:nvPr/>
          </p:nvSpPr>
          <p:spPr>
            <a:xfrm>
              <a:off x="8246520" y="3901320"/>
              <a:ext cx="75960" cy="55008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50080"/>
                <a:gd name="textAreaBottom" fmla="*/ 550440 h 550080"/>
              </a:gdLst>
              <a:ahLst/>
              <a:cxnLst/>
              <a:rect l="textAreaLeft" t="textAreaTop" r="textAreaRight" b="textAreaBottom"/>
              <a:pathLst>
                <a:path w="76200" h="550545">
                  <a:moveTo>
                    <a:pt x="31750" y="473964"/>
                  </a:moveTo>
                  <a:lnTo>
                    <a:pt x="0" y="473964"/>
                  </a:lnTo>
                  <a:lnTo>
                    <a:pt x="38100" y="550164"/>
                  </a:lnTo>
                  <a:lnTo>
                    <a:pt x="69850" y="486664"/>
                  </a:lnTo>
                  <a:lnTo>
                    <a:pt x="31750" y="486664"/>
                  </a:lnTo>
                  <a:lnTo>
                    <a:pt x="31750" y="473964"/>
                  </a:lnTo>
                  <a:close/>
                </a:path>
                <a:path w="76200" h="550545">
                  <a:moveTo>
                    <a:pt x="44450" y="0"/>
                  </a:moveTo>
                  <a:lnTo>
                    <a:pt x="31750" y="0"/>
                  </a:lnTo>
                  <a:lnTo>
                    <a:pt x="31750" y="486664"/>
                  </a:lnTo>
                  <a:lnTo>
                    <a:pt x="44450" y="486664"/>
                  </a:lnTo>
                  <a:lnTo>
                    <a:pt x="44450" y="0"/>
                  </a:lnTo>
                  <a:close/>
                </a:path>
                <a:path w="76200" h="550545">
                  <a:moveTo>
                    <a:pt x="76200" y="473964"/>
                  </a:moveTo>
                  <a:lnTo>
                    <a:pt x="44450" y="473964"/>
                  </a:lnTo>
                  <a:lnTo>
                    <a:pt x="44450" y="486664"/>
                  </a:lnTo>
                  <a:lnTo>
                    <a:pt x="69850" y="486664"/>
                  </a:lnTo>
                  <a:lnTo>
                    <a:pt x="76200" y="4739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61" name="object 56"/>
            <p:cNvPicPr/>
            <p:nvPr/>
          </p:nvPicPr>
          <p:blipFill>
            <a:blip r:embed="rId14"/>
            <a:stretch/>
          </p:blipFill>
          <p:spPr>
            <a:xfrm>
              <a:off x="8223120" y="3759480"/>
              <a:ext cx="164880" cy="164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62" name="object 57"/>
            <p:cNvSpPr/>
            <p:nvPr/>
          </p:nvSpPr>
          <p:spPr>
            <a:xfrm>
              <a:off x="4686480" y="4861440"/>
              <a:ext cx="75960" cy="4874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487440"/>
                <a:gd name="textAreaBottom" fmla="*/ 487800 h 487440"/>
              </a:gdLst>
              <a:ahLst/>
              <a:cxnLst/>
              <a:rect l="textAreaLeft" t="textAreaTop" r="textAreaRight" b="textAreaBottom"/>
              <a:pathLst>
                <a:path w="76200" h="487679">
                  <a:moveTo>
                    <a:pt x="31750" y="411479"/>
                  </a:moveTo>
                  <a:lnTo>
                    <a:pt x="0" y="411479"/>
                  </a:lnTo>
                  <a:lnTo>
                    <a:pt x="38100" y="487679"/>
                  </a:lnTo>
                  <a:lnTo>
                    <a:pt x="69850" y="424179"/>
                  </a:lnTo>
                  <a:lnTo>
                    <a:pt x="31750" y="424179"/>
                  </a:lnTo>
                  <a:lnTo>
                    <a:pt x="31750" y="411479"/>
                  </a:lnTo>
                  <a:close/>
                </a:path>
                <a:path w="76200" h="487679">
                  <a:moveTo>
                    <a:pt x="44450" y="0"/>
                  </a:moveTo>
                  <a:lnTo>
                    <a:pt x="31750" y="0"/>
                  </a:lnTo>
                  <a:lnTo>
                    <a:pt x="31750" y="424179"/>
                  </a:lnTo>
                  <a:lnTo>
                    <a:pt x="44450" y="424179"/>
                  </a:lnTo>
                  <a:lnTo>
                    <a:pt x="44450" y="0"/>
                  </a:lnTo>
                  <a:close/>
                </a:path>
                <a:path w="76200" h="487679">
                  <a:moveTo>
                    <a:pt x="76200" y="411479"/>
                  </a:moveTo>
                  <a:lnTo>
                    <a:pt x="44450" y="411479"/>
                  </a:lnTo>
                  <a:lnTo>
                    <a:pt x="44450" y="424179"/>
                  </a:lnTo>
                  <a:lnTo>
                    <a:pt x="69850" y="424179"/>
                  </a:lnTo>
                  <a:lnTo>
                    <a:pt x="76200" y="41147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3" name="object 58"/>
          <p:cNvSpPr/>
          <p:nvPr/>
        </p:nvSpPr>
        <p:spPr>
          <a:xfrm>
            <a:off x="1826640" y="5360760"/>
            <a:ext cx="37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BR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4" name="PlaceHolder 2"/>
          <p:cNvSpPr>
            <a:spLocks noGrp="1"/>
          </p:cNvSpPr>
          <p:nvPr>
            <p:ph type="sldNum" idx="45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fld id="{1D9199BA-4550-4B92-8765-723790CC72EF}" type="slidenum"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object 59"/>
          <p:cNvSpPr/>
          <p:nvPr/>
        </p:nvSpPr>
        <p:spPr>
          <a:xfrm>
            <a:off x="2741400" y="5360760"/>
            <a:ext cx="15141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779040" algn="l"/>
              </a:tabLst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JP</a:t>
            </a:r>
            <a:r>
              <a:rPr lang="en-US" sz="2000" b="0" u="none" strike="noStrike">
                <a:solidFill>
                  <a:srgbClr val="C261E8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DMwe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6" name="object 60"/>
          <p:cNvSpPr/>
          <p:nvPr/>
        </p:nvSpPr>
        <p:spPr>
          <a:xfrm>
            <a:off x="5177160" y="5360760"/>
            <a:ext cx="5360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Rwd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7" name="object 61"/>
          <p:cNvSpPr/>
          <p:nvPr/>
        </p:nvSpPr>
        <p:spPr>
          <a:xfrm>
            <a:off x="6015240" y="5376600"/>
            <a:ext cx="5490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0" strike="noStrike">
                <a:solidFill>
                  <a:srgbClr val="C261E8"/>
                </a:solidFill>
                <a:effectLst/>
                <a:uFillTx/>
                <a:latin typeface="Arial"/>
              </a:rPr>
              <a:t>Rdst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8" name="object 62"/>
          <p:cNvSpPr/>
          <p:nvPr/>
        </p:nvSpPr>
        <p:spPr>
          <a:xfrm>
            <a:off x="6917040" y="5376600"/>
            <a:ext cx="803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11" strike="noStrike">
                <a:solidFill>
                  <a:srgbClr val="C261E8"/>
                </a:solidFill>
                <a:effectLst/>
                <a:uFillTx/>
                <a:latin typeface="Arial"/>
              </a:rPr>
              <a:t>ALUop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9" name="object 63"/>
          <p:cNvSpPr/>
          <p:nvPr/>
        </p:nvSpPr>
        <p:spPr>
          <a:xfrm>
            <a:off x="4491000" y="5376600"/>
            <a:ext cx="5360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26" strike="noStrike">
                <a:solidFill>
                  <a:srgbClr val="C261E8"/>
                </a:solidFill>
                <a:effectLst/>
                <a:uFillTx/>
                <a:latin typeface="Arial"/>
              </a:rPr>
              <a:t>Rwe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0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771" name="object 3"/>
            <p:cNvPicPr/>
            <p:nvPr/>
          </p:nvPicPr>
          <p:blipFill>
            <a:blip r:embed="rId1"/>
            <a:stretch/>
          </p:blipFill>
          <p:spPr>
            <a:xfrm>
              <a:off x="1932480" y="131040"/>
              <a:ext cx="52711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72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3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9893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This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Unit: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Processor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Design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74" name="object 6"/>
          <p:cNvSpPr/>
          <p:nvPr/>
        </p:nvSpPr>
        <p:spPr>
          <a:xfrm>
            <a:off x="3775680" y="989280"/>
            <a:ext cx="479448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components</a:t>
            </a:r>
            <a:r>
              <a:rPr lang="en-US" sz="24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timing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Memories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(RAMs)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Clocking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strategies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Mapping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2D04C7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pc="-11" strike="noStrike">
                <a:solidFill>
                  <a:srgbClr val="2D04C7"/>
                </a:solidFill>
                <a:effectLst/>
                <a:uFillTx/>
                <a:latin typeface="Tahoma"/>
              </a:rPr>
              <a:t>Exceptions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5" name="object 7"/>
          <p:cNvSpPr/>
          <p:nvPr/>
        </p:nvSpPr>
        <p:spPr>
          <a:xfrm>
            <a:off x="381600" y="1143720"/>
            <a:ext cx="2437920" cy="1142640"/>
          </a:xfrm>
          <a:custGeom>
            <a:avLst/>
            <a:gdLst>
              <a:gd name="textAreaLeft" fmla="*/ 0 w 2437920"/>
              <a:gd name="textAreaRight" fmla="*/ 2438280 w 2437920"/>
              <a:gd name="textAreaTop" fmla="*/ 0 h 1142640"/>
              <a:gd name="textAreaBottom" fmla="*/ 1143000 h 1142640"/>
            </a:gdLst>
            <a:ahLst/>
            <a:cxnLst/>
            <a:rect l="textAreaLeft" t="textAreaTop" r="textAreaRight" b="textAreaBottom"/>
            <a:pathLst>
              <a:path w="2438400" h="1143000">
                <a:moveTo>
                  <a:pt x="0" y="1143000"/>
                </a:moveTo>
                <a:lnTo>
                  <a:pt x="2438400" y="1143000"/>
                </a:lnTo>
                <a:lnTo>
                  <a:pt x="24384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object 8"/>
          <p:cNvSpPr/>
          <p:nvPr/>
        </p:nvSpPr>
        <p:spPr>
          <a:xfrm>
            <a:off x="459720" y="1171800"/>
            <a:ext cx="11250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77" name="object 9"/>
          <p:cNvGrpSpPr/>
          <p:nvPr/>
        </p:nvGrpSpPr>
        <p:grpSpPr>
          <a:xfrm>
            <a:off x="1372320" y="1448640"/>
            <a:ext cx="1980720" cy="837720"/>
            <a:chOff x="1372320" y="1448640"/>
            <a:chExt cx="1980720" cy="837720"/>
          </a:xfrm>
        </p:grpSpPr>
        <p:sp>
          <p:nvSpPr>
            <p:cNvPr id="1778" name="object 10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1981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81200" y="8382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9" name="object 11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0" y="838200"/>
                  </a:moveTo>
                  <a:lnTo>
                    <a:pt x="1981200" y="838200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0" name="object 12"/>
          <p:cNvSpPr/>
          <p:nvPr/>
        </p:nvSpPr>
        <p:spPr>
          <a:xfrm>
            <a:off x="1545840" y="1552680"/>
            <a:ext cx="316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1" name="object 13"/>
          <p:cNvGrpSpPr/>
          <p:nvPr/>
        </p:nvGrpSpPr>
        <p:grpSpPr>
          <a:xfrm>
            <a:off x="2058120" y="1829520"/>
            <a:ext cx="1371240" cy="456840"/>
            <a:chOff x="2058120" y="1829520"/>
            <a:chExt cx="1371240" cy="456840"/>
          </a:xfrm>
        </p:grpSpPr>
        <p:sp>
          <p:nvSpPr>
            <p:cNvPr id="1782" name="object 14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3" name="object 15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4" name="object 16"/>
          <p:cNvSpPr/>
          <p:nvPr/>
        </p:nvSpPr>
        <p:spPr>
          <a:xfrm>
            <a:off x="2340720" y="1933920"/>
            <a:ext cx="931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Firmware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5" name="object 17"/>
          <p:cNvGrpSpPr/>
          <p:nvPr/>
        </p:nvGrpSpPr>
        <p:grpSpPr>
          <a:xfrm>
            <a:off x="534240" y="1829520"/>
            <a:ext cx="1371240" cy="456840"/>
            <a:chOff x="534240" y="1829520"/>
            <a:chExt cx="1371240" cy="456840"/>
          </a:xfrm>
        </p:grpSpPr>
        <p:sp>
          <p:nvSpPr>
            <p:cNvPr id="1786" name="object 18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7" name="object 19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8" name="object 20"/>
          <p:cNvSpPr/>
          <p:nvPr/>
        </p:nvSpPr>
        <p:spPr>
          <a:xfrm>
            <a:off x="845280" y="1933920"/>
            <a:ext cx="903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Compiler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9" name="object 21"/>
          <p:cNvGrpSpPr/>
          <p:nvPr/>
        </p:nvGrpSpPr>
        <p:grpSpPr>
          <a:xfrm>
            <a:off x="457920" y="2439000"/>
            <a:ext cx="1371240" cy="914040"/>
            <a:chOff x="457920" y="2439000"/>
            <a:chExt cx="1371240" cy="914040"/>
          </a:xfrm>
        </p:grpSpPr>
        <p:sp>
          <p:nvSpPr>
            <p:cNvPr id="1790" name="object 22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1" name="object 23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92" name="object 24"/>
          <p:cNvSpPr/>
          <p:nvPr/>
        </p:nvSpPr>
        <p:spPr>
          <a:xfrm>
            <a:off x="472320" y="2453400"/>
            <a:ext cx="1342800" cy="442800"/>
          </a:xfrm>
          <a:prstGeom prst="rect">
            <a:avLst/>
          </a:prstGeom>
          <a:solidFill>
            <a:srgbClr val="52F4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algn="ctr">
              <a:lnSpc>
                <a:spcPct val="100000"/>
              </a:lnSpc>
              <a:spcBef>
                <a:spcPts val="921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CPU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93" name="object 25"/>
          <p:cNvGrpSpPr/>
          <p:nvPr/>
        </p:nvGrpSpPr>
        <p:grpSpPr>
          <a:xfrm>
            <a:off x="1829520" y="2439000"/>
            <a:ext cx="1371240" cy="914040"/>
            <a:chOff x="1829520" y="2439000"/>
            <a:chExt cx="1371240" cy="914040"/>
          </a:xfrm>
        </p:grpSpPr>
        <p:sp>
          <p:nvSpPr>
            <p:cNvPr id="1794" name="object 26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5" name="object 27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96" name="object 28"/>
          <p:cNvSpPr/>
          <p:nvPr/>
        </p:nvSpPr>
        <p:spPr>
          <a:xfrm>
            <a:off x="2367000" y="2558160"/>
            <a:ext cx="295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I/O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97" name="object 29"/>
          <p:cNvGrpSpPr/>
          <p:nvPr/>
        </p:nvGrpSpPr>
        <p:grpSpPr>
          <a:xfrm>
            <a:off x="1220040" y="2896200"/>
            <a:ext cx="1371240" cy="456840"/>
            <a:chOff x="1220040" y="2896200"/>
            <a:chExt cx="1371240" cy="456840"/>
          </a:xfrm>
        </p:grpSpPr>
        <p:sp>
          <p:nvSpPr>
            <p:cNvPr id="1798" name="object 30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9" name="object 31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0" name="object 32"/>
          <p:cNvSpPr/>
          <p:nvPr/>
        </p:nvSpPr>
        <p:spPr>
          <a:xfrm>
            <a:off x="1636560" y="3000960"/>
            <a:ext cx="802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object 33"/>
          <p:cNvSpPr/>
          <p:nvPr/>
        </p:nvSpPr>
        <p:spPr>
          <a:xfrm>
            <a:off x="457920" y="33534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69156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Digital</a:t>
            </a:r>
            <a:r>
              <a:rPr lang="en-US" sz="1600" b="1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Circuits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2" name="object 34"/>
          <p:cNvSpPr/>
          <p:nvPr/>
        </p:nvSpPr>
        <p:spPr>
          <a:xfrm>
            <a:off x="457920" y="38106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44964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Gates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&amp;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Transistors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03" name="object 35"/>
          <p:cNvGrpSpPr/>
          <p:nvPr/>
        </p:nvGrpSpPr>
        <p:grpSpPr>
          <a:xfrm>
            <a:off x="228600" y="2362320"/>
            <a:ext cx="3276360" cy="838440"/>
            <a:chOff x="228600" y="2362320"/>
            <a:chExt cx="3276360" cy="838440"/>
          </a:xfrm>
        </p:grpSpPr>
        <p:sp>
          <p:nvSpPr>
            <p:cNvPr id="1804" name="object 36"/>
            <p:cNvSpPr/>
            <p:nvPr/>
          </p:nvSpPr>
          <p:spPr>
            <a:xfrm>
              <a:off x="228600" y="2362320"/>
              <a:ext cx="3276360" cy="360"/>
            </a:xfrm>
            <a:custGeom>
              <a:avLst/>
              <a:gdLst>
                <a:gd name="textAreaLeft" fmla="*/ 0 w 3276360"/>
                <a:gd name="textAreaRight" fmla="*/ 3276720 w 3276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76600" h="0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5" name="object 37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6" name="object 38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7" name="PlaceHolder 2"/>
          <p:cNvSpPr>
            <a:spLocks noGrp="1"/>
          </p:cNvSpPr>
          <p:nvPr>
            <p:ph type="sldNum" idx="46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37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8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809" name="object 3"/>
            <p:cNvPicPr/>
            <p:nvPr/>
          </p:nvPicPr>
          <p:blipFill>
            <a:blip r:embed="rId1"/>
            <a:stretch/>
          </p:blipFill>
          <p:spPr>
            <a:xfrm>
              <a:off x="3366360" y="131040"/>
              <a:ext cx="24030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10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11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34239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Exceptions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12" name="PlaceHolder 2"/>
          <p:cNvSpPr>
            <a:spLocks noGrp="1"/>
          </p:cNvSpPr>
          <p:nvPr>
            <p:ph type="sldNum" idx="47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38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object 6"/>
          <p:cNvSpPr/>
          <p:nvPr/>
        </p:nvSpPr>
        <p:spPr>
          <a:xfrm>
            <a:off x="212760" y="989280"/>
            <a:ext cx="8738640" cy="43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86560" indent="-286920" algn="r">
              <a:lnSpc>
                <a:spcPct val="100000"/>
              </a:lnSpc>
              <a:spcBef>
                <a:spcPts val="675"/>
              </a:spcBef>
              <a:buClr>
                <a:srgbClr val="FF0909"/>
              </a:buClr>
              <a:buFont typeface="Tahoma"/>
              <a:buChar char="•"/>
              <a:tabLst>
                <a:tab pos="286560" algn="l"/>
                <a:tab pos="286920" algn="l"/>
              </a:tabLst>
            </a:pP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Exceptions</a:t>
            </a:r>
            <a:r>
              <a:rPr lang="en-US" sz="2400" b="1" u="none" spc="-26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and</a:t>
            </a:r>
            <a:r>
              <a:rPr lang="en-US" sz="2400" b="1" u="none" spc="-20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pc="-11" strike="noStrike">
                <a:solidFill>
                  <a:srgbClr val="FF0909"/>
                </a:solidFill>
                <a:effectLst/>
                <a:uFillTx/>
                <a:latin typeface="Tahoma"/>
              </a:rPr>
              <a:t>interrupts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lvl="1" indent="-228600" algn="r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228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Infrequent</a:t>
            </a:r>
            <a:r>
              <a:rPr lang="en-US" sz="20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(exceptional!)</a:t>
            </a:r>
            <a:r>
              <a:rPr lang="en-US" sz="2000" b="0" u="none" spc="-8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events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ts val="2160"/>
              </a:lnSpc>
              <a:spcBef>
                <a:spcPts val="754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I/O,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divide-by-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0,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illegal instruction,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page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fault,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protection fault,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ctrl-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C,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ctrl-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Z,</a:t>
            </a:r>
            <a:r>
              <a:rPr lang="en-US" sz="2000" b="0" u="none" spc="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timer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tabLst>
                <a:tab pos="1155600" algn="l"/>
              </a:tabLst>
            </a:pP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requires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intervention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operating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End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program: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divide-by-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0,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protection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fault,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illegal insn,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^C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Fix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restart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program: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I/O,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page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fault,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^Z,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timer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1155600" algn="l"/>
              </a:tabLst>
            </a:pP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should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transparent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application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Don’t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want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(can’t)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constantly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check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using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insns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Want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“Fix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restart”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equivalent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“never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happened”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4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815" name="object 3"/>
            <p:cNvPicPr/>
            <p:nvPr/>
          </p:nvPicPr>
          <p:blipFill>
            <a:blip r:embed="rId1"/>
            <a:stretch/>
          </p:blipFill>
          <p:spPr>
            <a:xfrm>
              <a:off x="2656440" y="131040"/>
              <a:ext cx="382500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16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17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71332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Exception</a:t>
            </a:r>
            <a:r>
              <a:rPr lang="en-US" sz="2800" b="1" u="none" spc="-119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18" name="PlaceHolder 2"/>
          <p:cNvSpPr>
            <a:spLocks noGrp="1"/>
          </p:cNvSpPr>
          <p:nvPr>
            <p:ph type="sldNum" idx="48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39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object 6"/>
          <p:cNvSpPr/>
          <p:nvPr/>
        </p:nvSpPr>
        <p:spPr>
          <a:xfrm>
            <a:off x="212760" y="989280"/>
            <a:ext cx="8113680" cy="49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does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look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like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software?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When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happens…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pos="698400" algn="l"/>
              </a:tabLst>
            </a:pP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transfers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OS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pre-specified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handler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access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processes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see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20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hold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information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about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Cause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(e.g.,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page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fault,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arithmetic</a:t>
            </a:r>
            <a:r>
              <a:rPr lang="en-US" sz="2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overflow)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Other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info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(e.g.,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caused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page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fault)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application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return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after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fixed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non-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privileged)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its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“thing”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returns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application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tabLst>
                <a:tab pos="698400" algn="l"/>
              </a:tabLst>
            </a:pP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Same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mechanism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available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programmatically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via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SYSCALL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0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821" name="object 3"/>
            <p:cNvPicPr/>
            <p:nvPr/>
          </p:nvPicPr>
          <p:blipFill>
            <a:blip r:embed="rId1"/>
            <a:stretch/>
          </p:blipFill>
          <p:spPr>
            <a:xfrm>
              <a:off x="2171880" y="131040"/>
              <a:ext cx="479268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22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3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2287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MIPS</a:t>
            </a:r>
            <a:r>
              <a:rPr lang="en-US" sz="2800" b="1" u="none" spc="-113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Exception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24" name="PlaceHolder 2"/>
          <p:cNvSpPr>
            <a:spLocks noGrp="1"/>
          </p:cNvSpPr>
          <p:nvPr>
            <p:ph type="sldNum" idx="49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40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object 6"/>
          <p:cNvSpPr/>
          <p:nvPr/>
        </p:nvSpPr>
        <p:spPr>
          <a:xfrm>
            <a:off x="212760" y="989280"/>
            <a:ext cx="8308080" cy="49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MIPS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hold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state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during</a:t>
            </a:r>
            <a:r>
              <a:rPr lang="en-US" sz="24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live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“coprocessor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0”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34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  <a:tab pos="1998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EPC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(holds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during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type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(SYSCALL,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overflow,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etc.)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virtual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(that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produced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page/protection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fault)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mask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(which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exceptions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trigger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659"/>
              </a:lnSpc>
              <a:spcBef>
                <a:spcPts val="70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accessed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using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two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pc="-11" strike="noStrike">
                <a:solidFill>
                  <a:srgbClr val="FF0909"/>
                </a:solidFill>
                <a:effectLst/>
                <a:uFillTx/>
                <a:latin typeface="Tahoma"/>
              </a:rPr>
              <a:t>privileged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ts val="2659"/>
              </a:lnSpc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instructions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mfc0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,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pc="-20" strike="noStrike">
                <a:solidFill>
                  <a:srgbClr val="000000"/>
                </a:solidFill>
                <a:effectLst/>
                <a:uFillTx/>
                <a:latin typeface="Courier New"/>
              </a:rPr>
              <a:t>mtc0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=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can’t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execute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mfc0: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move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(register)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coprocessor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0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reg)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mtc0: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move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(register)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coprocessor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0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(from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reg)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14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4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rfe</a:t>
            </a:r>
            <a:r>
              <a:rPr lang="en-US" sz="2400" b="1" u="none" spc="-700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restores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mode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Kernel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executes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restore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827" name="object 3"/>
            <p:cNvPicPr/>
            <p:nvPr/>
          </p:nvPicPr>
          <p:blipFill>
            <a:blip r:embed="rId1"/>
            <a:stretch/>
          </p:blipFill>
          <p:spPr>
            <a:xfrm>
              <a:off x="2171880" y="131040"/>
              <a:ext cx="479268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28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9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2287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MIPS</a:t>
            </a:r>
            <a:r>
              <a:rPr lang="en-US" sz="2800" b="1" u="none" spc="-113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Exception</a:t>
            </a:r>
            <a:r>
              <a:rPr lang="en-US" sz="2800" b="1" u="none" spc="-74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30" name="object 6"/>
          <p:cNvSpPr/>
          <p:nvPr/>
        </p:nvSpPr>
        <p:spPr>
          <a:xfrm>
            <a:off x="212760" y="989280"/>
            <a:ext cx="8308080" cy="49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MIPS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hold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state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during</a:t>
            </a:r>
            <a:r>
              <a:rPr lang="en-US" sz="24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live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“coprocessor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0”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34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  <a:tab pos="1998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EPC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(holds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PC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during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type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(SYSCALL,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overflow,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etc.)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virtual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address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(that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produced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page/protection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fault)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7240" lvl="1" indent="-307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777240" algn="l"/>
                <a:tab pos="7779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$12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mask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(which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exceptions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trigger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659"/>
              </a:lnSpc>
              <a:spcBef>
                <a:spcPts val="70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accessed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using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two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pc="-11" strike="noStrike">
                <a:solidFill>
                  <a:srgbClr val="FF0909"/>
                </a:solidFill>
                <a:effectLst/>
                <a:uFillTx/>
                <a:latin typeface="Tahoma"/>
              </a:rPr>
              <a:t>privileged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ts val="2659"/>
              </a:lnSpc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instructions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mfc0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,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pc="-20" strike="noStrike">
                <a:solidFill>
                  <a:srgbClr val="000000"/>
                </a:solidFill>
                <a:effectLst/>
                <a:uFillTx/>
                <a:latin typeface="Courier New"/>
              </a:rPr>
              <a:t>mtc0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=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can’t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execute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mfc0: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move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(register)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coprocessor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0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reg)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Tahoma"/>
              <a:buChar char="•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mtc0: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move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(register)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coprocessor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0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(from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reg)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414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4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rfe</a:t>
            </a:r>
            <a:r>
              <a:rPr lang="en-US" sz="2400" b="1" u="none" spc="-700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restores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mode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Tahoma"/>
              <a:buChar char="•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Kernel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executes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restore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program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1" name="object 7"/>
          <p:cNvGrpSpPr/>
          <p:nvPr/>
        </p:nvGrpSpPr>
        <p:grpSpPr>
          <a:xfrm>
            <a:off x="1277280" y="2212560"/>
            <a:ext cx="6611400" cy="2962080"/>
            <a:chOff x="1277280" y="2212560"/>
            <a:chExt cx="6611400" cy="2962080"/>
          </a:xfrm>
        </p:grpSpPr>
        <p:sp>
          <p:nvSpPr>
            <p:cNvPr id="1832" name="object 8"/>
            <p:cNvSpPr/>
            <p:nvPr/>
          </p:nvSpPr>
          <p:spPr>
            <a:xfrm>
              <a:off x="1277280" y="2212560"/>
              <a:ext cx="6611400" cy="2962080"/>
            </a:xfrm>
            <a:custGeom>
              <a:avLst/>
              <a:gdLst>
                <a:gd name="textAreaLeft" fmla="*/ 0 w 6611400"/>
                <a:gd name="textAreaRight" fmla="*/ 6611760 w 6611400"/>
                <a:gd name="textAreaTop" fmla="*/ 0 h 2962080"/>
                <a:gd name="textAreaBottom" fmla="*/ 2962440 h 2962080"/>
              </a:gdLst>
              <a:ahLst/>
              <a:cxnLst/>
              <a:rect l="textAreaLeft" t="textAreaTop" r="textAreaRight" b="textAreaBottom"/>
              <a:pathLst>
                <a:path w="6611620" h="2962275">
                  <a:moveTo>
                    <a:pt x="6261608" y="0"/>
                  </a:moveTo>
                  <a:lnTo>
                    <a:pt x="0" y="1431163"/>
                  </a:lnTo>
                  <a:lnTo>
                    <a:pt x="349884" y="2961767"/>
                  </a:lnTo>
                  <a:lnTo>
                    <a:pt x="6611492" y="1530604"/>
                  </a:lnTo>
                  <a:lnTo>
                    <a:pt x="626160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3" name="object 9"/>
            <p:cNvSpPr/>
            <p:nvPr/>
          </p:nvSpPr>
          <p:spPr>
            <a:xfrm>
              <a:off x="1277280" y="2212560"/>
              <a:ext cx="6611400" cy="2962080"/>
            </a:xfrm>
            <a:custGeom>
              <a:avLst/>
              <a:gdLst>
                <a:gd name="textAreaLeft" fmla="*/ 0 w 6611400"/>
                <a:gd name="textAreaRight" fmla="*/ 6611760 w 6611400"/>
                <a:gd name="textAreaTop" fmla="*/ 0 h 2962080"/>
                <a:gd name="textAreaBottom" fmla="*/ 2962440 h 2962080"/>
              </a:gdLst>
              <a:ahLst/>
              <a:cxnLst/>
              <a:rect l="textAreaLeft" t="textAreaTop" r="textAreaRight" b="textAreaBottom"/>
              <a:pathLst>
                <a:path w="6611620" h="2962275">
                  <a:moveTo>
                    <a:pt x="0" y="1431163"/>
                  </a:moveTo>
                  <a:lnTo>
                    <a:pt x="6261608" y="0"/>
                  </a:lnTo>
                  <a:lnTo>
                    <a:pt x="6611492" y="1530604"/>
                  </a:lnTo>
                  <a:lnTo>
                    <a:pt x="349884" y="2961767"/>
                  </a:lnTo>
                  <a:lnTo>
                    <a:pt x="0" y="1431163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34" name="object 10"/>
            <p:cNvPicPr/>
            <p:nvPr/>
          </p:nvPicPr>
          <p:blipFill>
            <a:blip r:embed="rId2"/>
            <a:stretch/>
          </p:blipFill>
          <p:spPr>
            <a:xfrm>
              <a:off x="1415880" y="2372400"/>
              <a:ext cx="5982840" cy="26496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35" name="PlaceHolder 2"/>
          <p:cNvSpPr>
            <a:spLocks noGrp="1"/>
          </p:cNvSpPr>
          <p:nvPr>
            <p:ph type="sldNum" idx="50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41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6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837" name="object 3"/>
            <p:cNvPicPr/>
            <p:nvPr/>
          </p:nvPicPr>
          <p:blipFill>
            <a:blip r:embed="rId1"/>
            <a:stretch/>
          </p:blipFill>
          <p:spPr>
            <a:xfrm>
              <a:off x="2161080" y="131040"/>
              <a:ext cx="48139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38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9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22179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Implementing</a:t>
            </a:r>
            <a:r>
              <a:rPr lang="en-US" sz="2800" b="1" u="none" spc="-170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Exceptions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0" name="PlaceHolder 2"/>
          <p:cNvSpPr>
            <a:spLocks noGrp="1"/>
          </p:cNvSpPr>
          <p:nvPr>
            <p:ph type="sldNum" idx="51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42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object 6"/>
          <p:cNvSpPr/>
          <p:nvPr/>
        </p:nvSpPr>
        <p:spPr>
          <a:xfrm>
            <a:off x="212760" y="989280"/>
            <a:ext cx="8289720" cy="30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do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architects care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about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Because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implement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More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precisely…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implement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aspects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Recognition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Transfer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mode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735"/>
              </a:lnSpc>
              <a:spcBef>
                <a:spcPts val="5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Later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semester,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we’ll talk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more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about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exceptions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(b/c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ts val="2735"/>
              </a:lnSpc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them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I/O)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2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843" name="object 3"/>
            <p:cNvPicPr/>
            <p:nvPr/>
          </p:nvPicPr>
          <p:blipFill>
            <a:blip r:embed="rId1"/>
            <a:stretch/>
          </p:blipFill>
          <p:spPr>
            <a:xfrm>
              <a:off x="1132200" y="131040"/>
              <a:ext cx="68713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44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45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1894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Datapath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with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Support</a:t>
            </a:r>
            <a:r>
              <a:rPr lang="en-US" sz="2800" b="1" u="none" spc="-6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Exceptions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6" name="object 6"/>
          <p:cNvSpPr/>
          <p:nvPr/>
        </p:nvSpPr>
        <p:spPr>
          <a:xfrm>
            <a:off x="384120" y="5028840"/>
            <a:ext cx="855252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Co-processor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(CR)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file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needn’t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implemented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RF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91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Independent</a:t>
            </a:r>
            <a:r>
              <a:rPr lang="en-US" sz="2000" b="0" u="none" spc="-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connected</a:t>
            </a:r>
            <a:r>
              <a:rPr lang="en-US" sz="20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directly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pertinent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muxes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5"/>
              </a:spcBef>
              <a:buClr>
                <a:srgbClr val="FF0909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PSR</a:t>
            </a:r>
            <a:r>
              <a:rPr lang="en-US" sz="2400" b="0" u="none" spc="-26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(processor</a:t>
            </a:r>
            <a:r>
              <a:rPr lang="en-US" sz="2400" b="0" u="none" spc="-14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status</a:t>
            </a:r>
            <a:r>
              <a:rPr lang="en-US" sz="2400" b="0" u="none" spc="-11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register)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: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4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privileged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mode?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47" name="object 7"/>
          <p:cNvGrpSpPr/>
          <p:nvPr/>
        </p:nvGrpSpPr>
        <p:grpSpPr>
          <a:xfrm>
            <a:off x="596160" y="3048840"/>
            <a:ext cx="5424120" cy="1980720"/>
            <a:chOff x="596160" y="3048840"/>
            <a:chExt cx="5424120" cy="1980720"/>
          </a:xfrm>
        </p:grpSpPr>
        <p:sp>
          <p:nvSpPr>
            <p:cNvPr id="1848" name="object 8"/>
            <p:cNvSpPr/>
            <p:nvPr/>
          </p:nvSpPr>
          <p:spPr>
            <a:xfrm>
              <a:off x="610200" y="304884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9" name="object 9"/>
            <p:cNvSpPr/>
            <p:nvPr/>
          </p:nvSpPr>
          <p:spPr>
            <a:xfrm>
              <a:off x="610200" y="304884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50" name="object 10"/>
            <p:cNvPicPr/>
            <p:nvPr/>
          </p:nvPicPr>
          <p:blipFill>
            <a:blip r:embed="rId2"/>
            <a:stretch/>
          </p:blipFill>
          <p:spPr>
            <a:xfrm>
              <a:off x="596160" y="402516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51" name="object 11"/>
            <p:cNvSpPr/>
            <p:nvPr/>
          </p:nvSpPr>
          <p:spPr>
            <a:xfrm>
              <a:off x="723960" y="4267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2" name="object 12"/>
            <p:cNvSpPr/>
            <p:nvPr/>
          </p:nvSpPr>
          <p:spPr>
            <a:xfrm>
              <a:off x="1220040" y="3048840"/>
              <a:ext cx="761760" cy="12189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762000" h="1219200">
                  <a:moveTo>
                    <a:pt x="7620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762000" y="12192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3" name="object 13"/>
            <p:cNvSpPr/>
            <p:nvPr/>
          </p:nvSpPr>
          <p:spPr>
            <a:xfrm>
              <a:off x="1220040" y="3048840"/>
              <a:ext cx="761760" cy="12189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762000" h="1219200">
                  <a:moveTo>
                    <a:pt x="0" y="1219200"/>
                  </a:moveTo>
                  <a:lnTo>
                    <a:pt x="762000" y="12192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54" name="object 14"/>
            <p:cNvPicPr/>
            <p:nvPr/>
          </p:nvPicPr>
          <p:blipFill>
            <a:blip r:embed="rId3"/>
            <a:stretch/>
          </p:blipFill>
          <p:spPr>
            <a:xfrm>
              <a:off x="1205640" y="402516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55" name="object 15"/>
            <p:cNvSpPr/>
            <p:nvPr/>
          </p:nvSpPr>
          <p:spPr>
            <a:xfrm>
              <a:off x="915120" y="36154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362" y="57150"/>
                  </a:lnTo>
                  <a:lnTo>
                    <a:pt x="233362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362" y="28575"/>
                  </a:lnTo>
                  <a:lnTo>
                    <a:pt x="233362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6" name="object 16"/>
            <p:cNvSpPr/>
            <p:nvPr/>
          </p:nvSpPr>
          <p:spPr>
            <a:xfrm>
              <a:off x="2591640" y="3658320"/>
              <a:ext cx="151920" cy="3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52400" h="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7" name="object 17"/>
            <p:cNvSpPr/>
            <p:nvPr/>
          </p:nvSpPr>
          <p:spPr>
            <a:xfrm>
              <a:off x="2972520" y="304884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121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219200" y="1219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8" name="object 18"/>
            <p:cNvSpPr/>
            <p:nvPr/>
          </p:nvSpPr>
          <p:spPr>
            <a:xfrm>
              <a:off x="2972520" y="3048840"/>
              <a:ext cx="1218960" cy="121896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1219200" h="1219200">
                  <a:moveTo>
                    <a:pt x="0" y="1219200"/>
                  </a:moveTo>
                  <a:lnTo>
                    <a:pt x="1219200" y="1219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59" name="object 19"/>
            <p:cNvPicPr/>
            <p:nvPr/>
          </p:nvPicPr>
          <p:blipFill>
            <a:blip r:embed="rId4"/>
            <a:stretch/>
          </p:blipFill>
          <p:spPr>
            <a:xfrm>
              <a:off x="2958120" y="402516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60" name="object 20"/>
            <p:cNvSpPr/>
            <p:nvPr/>
          </p:nvSpPr>
          <p:spPr>
            <a:xfrm>
              <a:off x="3086280" y="4267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1" name="object 21"/>
            <p:cNvSpPr/>
            <p:nvPr/>
          </p:nvSpPr>
          <p:spPr>
            <a:xfrm>
              <a:off x="3390840" y="4267080"/>
              <a:ext cx="685440" cy="761760"/>
            </a:xfrm>
            <a:custGeom>
              <a:avLst/>
              <a:gdLst>
                <a:gd name="textAreaLeft" fmla="*/ 0 w 685440"/>
                <a:gd name="textAreaRight" fmla="*/ 685800 w 68544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685800" h="76200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762000"/>
                  </a:lnTo>
                  <a:lnTo>
                    <a:pt x="44450" y="762000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685800" h="762000">
                  <a:moveTo>
                    <a:pt x="381000" y="76200"/>
                  </a:moveTo>
                  <a:lnTo>
                    <a:pt x="374650" y="63500"/>
                  </a:lnTo>
                  <a:lnTo>
                    <a:pt x="342900" y="0"/>
                  </a:lnTo>
                  <a:lnTo>
                    <a:pt x="304800" y="76200"/>
                  </a:lnTo>
                  <a:lnTo>
                    <a:pt x="336550" y="76200"/>
                  </a:lnTo>
                  <a:lnTo>
                    <a:pt x="336550" y="762000"/>
                  </a:lnTo>
                  <a:lnTo>
                    <a:pt x="349250" y="762000"/>
                  </a:lnTo>
                  <a:lnTo>
                    <a:pt x="349250" y="76200"/>
                  </a:lnTo>
                  <a:lnTo>
                    <a:pt x="381000" y="76200"/>
                  </a:lnTo>
                  <a:close/>
                </a:path>
                <a:path w="685800" h="762000">
                  <a:moveTo>
                    <a:pt x="685800" y="76200"/>
                  </a:moveTo>
                  <a:lnTo>
                    <a:pt x="679450" y="63500"/>
                  </a:lnTo>
                  <a:lnTo>
                    <a:pt x="647700" y="0"/>
                  </a:lnTo>
                  <a:lnTo>
                    <a:pt x="609600" y="76200"/>
                  </a:lnTo>
                  <a:lnTo>
                    <a:pt x="641350" y="76200"/>
                  </a:lnTo>
                  <a:lnTo>
                    <a:pt x="641350" y="304800"/>
                  </a:lnTo>
                  <a:lnTo>
                    <a:pt x="654050" y="304800"/>
                  </a:lnTo>
                  <a:lnTo>
                    <a:pt x="654050" y="76200"/>
                  </a:lnTo>
                  <a:lnTo>
                    <a:pt x="6858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2" name="object 22"/>
            <p:cNvSpPr/>
            <p:nvPr/>
          </p:nvSpPr>
          <p:spPr>
            <a:xfrm>
              <a:off x="3276720" y="4343400"/>
              <a:ext cx="609120" cy="1519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609600" h="152400">
                  <a:moveTo>
                    <a:pt x="304800" y="0"/>
                  </a:moveTo>
                  <a:lnTo>
                    <a:pt x="0" y="152400"/>
                  </a:lnTo>
                </a:path>
                <a:path w="609600" h="152400">
                  <a:moveTo>
                    <a:pt x="609600" y="0"/>
                  </a:moveTo>
                  <a:lnTo>
                    <a:pt x="30480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3" name="object 23"/>
            <p:cNvSpPr/>
            <p:nvPr/>
          </p:nvSpPr>
          <p:spPr>
            <a:xfrm>
              <a:off x="2743920" y="3658320"/>
              <a:ext cx="1676160" cy="1371240"/>
            </a:xfrm>
            <a:custGeom>
              <a:avLst/>
              <a:gdLst>
                <a:gd name="textAreaLeft" fmla="*/ 0 w 1676160"/>
                <a:gd name="textAreaRight" fmla="*/ 1676520 w 1676160"/>
                <a:gd name="textAreaTop" fmla="*/ 0 h 1371240"/>
                <a:gd name="textAreaBottom" fmla="*/ 1371600 h 1371240"/>
              </a:gdLst>
              <a:ahLst/>
              <a:cxnLst/>
              <a:rect l="textAreaLeft" t="textAreaTop" r="textAreaRight" b="textAreaBottom"/>
              <a:pathLst>
                <a:path w="1676400" h="1371600">
                  <a:moveTo>
                    <a:pt x="0" y="0"/>
                  </a:moveTo>
                  <a:lnTo>
                    <a:pt x="0" y="1371600"/>
                  </a:lnTo>
                  <a:lnTo>
                    <a:pt x="1676400" y="137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4" name="object 24"/>
            <p:cNvSpPr/>
            <p:nvPr/>
          </p:nvSpPr>
          <p:spPr>
            <a:xfrm>
              <a:off x="4413240" y="4610160"/>
              <a:ext cx="234720" cy="418680"/>
            </a:xfrm>
            <a:custGeom>
              <a:avLst/>
              <a:gdLst>
                <a:gd name="textAreaLeft" fmla="*/ 0 w 234720"/>
                <a:gd name="textAreaRight" fmla="*/ 235080 w 234720"/>
                <a:gd name="textAreaTop" fmla="*/ 0 h 418680"/>
                <a:gd name="textAreaBottom" fmla="*/ 419040 h 418680"/>
              </a:gdLst>
              <a:ahLst/>
              <a:cxnLst/>
              <a:rect l="textAreaLeft" t="textAreaTop" r="textAreaRight" b="textAreaBottom"/>
              <a:pathLst>
                <a:path w="234950" h="419100">
                  <a:moveTo>
                    <a:pt x="158750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9100"/>
                  </a:lnTo>
                  <a:lnTo>
                    <a:pt x="12700" y="4191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158750" y="38100"/>
                  </a:lnTo>
                  <a:lnTo>
                    <a:pt x="158750" y="31750"/>
                  </a:lnTo>
                  <a:close/>
                </a:path>
                <a:path w="234950" h="419100">
                  <a:moveTo>
                    <a:pt x="158750" y="0"/>
                  </a:moveTo>
                  <a:lnTo>
                    <a:pt x="158750" y="76200"/>
                  </a:lnTo>
                  <a:lnTo>
                    <a:pt x="222250" y="44450"/>
                  </a:lnTo>
                  <a:lnTo>
                    <a:pt x="171450" y="44450"/>
                  </a:lnTo>
                  <a:lnTo>
                    <a:pt x="171450" y="31750"/>
                  </a:lnTo>
                  <a:lnTo>
                    <a:pt x="222250" y="31750"/>
                  </a:lnTo>
                  <a:lnTo>
                    <a:pt x="158750" y="0"/>
                  </a:lnTo>
                  <a:close/>
                </a:path>
                <a:path w="234950" h="4191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234950" h="419100">
                  <a:moveTo>
                    <a:pt x="1587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  <a:path w="234950" h="419100">
                  <a:moveTo>
                    <a:pt x="222250" y="31750"/>
                  </a:moveTo>
                  <a:lnTo>
                    <a:pt x="171450" y="31750"/>
                  </a:lnTo>
                  <a:lnTo>
                    <a:pt x="171450" y="44450"/>
                  </a:lnTo>
                  <a:lnTo>
                    <a:pt x="222250" y="44450"/>
                  </a:lnTo>
                  <a:lnTo>
                    <a:pt x="234950" y="38100"/>
                  </a:lnTo>
                  <a:lnTo>
                    <a:pt x="222250" y="317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5" name="object 25"/>
            <p:cNvSpPr/>
            <p:nvPr/>
          </p:nvSpPr>
          <p:spPr>
            <a:xfrm>
              <a:off x="5715720" y="304884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0"/>
                  </a:moveTo>
                  <a:lnTo>
                    <a:pt x="0" y="457200"/>
                  </a:lnTo>
                  <a:lnTo>
                    <a:pt x="67437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304800" y="914400"/>
                  </a:lnTo>
                  <a:lnTo>
                    <a:pt x="3048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6" name="object 26"/>
            <p:cNvSpPr/>
            <p:nvPr/>
          </p:nvSpPr>
          <p:spPr>
            <a:xfrm>
              <a:off x="5715720" y="304884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0"/>
                  </a:moveTo>
                  <a:lnTo>
                    <a:pt x="0" y="457200"/>
                  </a:lnTo>
                  <a:lnTo>
                    <a:pt x="67437" y="612775"/>
                  </a:lnTo>
                  <a:lnTo>
                    <a:pt x="0" y="762000"/>
                  </a:lnTo>
                  <a:lnTo>
                    <a:pt x="0" y="1219200"/>
                  </a:lnTo>
                  <a:lnTo>
                    <a:pt x="304800" y="914400"/>
                  </a:lnTo>
                  <a:lnTo>
                    <a:pt x="30480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67" name="object 27"/>
            <p:cNvPicPr/>
            <p:nvPr/>
          </p:nvPicPr>
          <p:blipFill>
            <a:blip r:embed="rId5"/>
            <a:stretch/>
          </p:blipFill>
          <p:spPr>
            <a:xfrm>
              <a:off x="5486400" y="3240360"/>
              <a:ext cx="22896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68" name="object 28"/>
            <p:cNvSpPr/>
            <p:nvPr/>
          </p:nvSpPr>
          <p:spPr>
            <a:xfrm>
              <a:off x="5829480" y="411480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69" name="object 29"/>
            <p:cNvPicPr/>
            <p:nvPr/>
          </p:nvPicPr>
          <p:blipFill>
            <a:blip r:embed="rId6"/>
            <a:stretch/>
          </p:blipFill>
          <p:spPr>
            <a:xfrm>
              <a:off x="5487120" y="399636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70" name="object 30"/>
            <p:cNvSpPr/>
            <p:nvPr/>
          </p:nvSpPr>
          <p:spPr>
            <a:xfrm>
              <a:off x="4877640" y="3996360"/>
              <a:ext cx="456840" cy="8532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457200" h="85725">
                  <a:moveTo>
                    <a:pt x="371475" y="0"/>
                  </a:moveTo>
                  <a:lnTo>
                    <a:pt x="371475" y="85725"/>
                  </a:lnTo>
                  <a:lnTo>
                    <a:pt x="428709" y="57150"/>
                  </a:lnTo>
                  <a:lnTo>
                    <a:pt x="385699" y="57150"/>
                  </a:lnTo>
                  <a:lnTo>
                    <a:pt x="385699" y="28575"/>
                  </a:lnTo>
                  <a:lnTo>
                    <a:pt x="428540" y="28575"/>
                  </a:lnTo>
                  <a:lnTo>
                    <a:pt x="371475" y="0"/>
                  </a:lnTo>
                  <a:close/>
                </a:path>
                <a:path w="457200" h="85725">
                  <a:moveTo>
                    <a:pt x="3714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371475" y="57150"/>
                  </a:lnTo>
                  <a:lnTo>
                    <a:pt x="371475" y="28575"/>
                  </a:lnTo>
                  <a:close/>
                </a:path>
                <a:path w="457200" h="85725">
                  <a:moveTo>
                    <a:pt x="428540" y="28575"/>
                  </a:moveTo>
                  <a:lnTo>
                    <a:pt x="385699" y="28575"/>
                  </a:lnTo>
                  <a:lnTo>
                    <a:pt x="385699" y="57150"/>
                  </a:lnTo>
                  <a:lnTo>
                    <a:pt x="428709" y="57150"/>
                  </a:lnTo>
                  <a:lnTo>
                    <a:pt x="457200" y="42925"/>
                  </a:lnTo>
                  <a:lnTo>
                    <a:pt x="4285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1" name="object 31"/>
            <p:cNvSpPr/>
            <p:nvPr/>
          </p:nvSpPr>
          <p:spPr>
            <a:xfrm>
              <a:off x="5334840" y="396324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76200" y="0"/>
                  </a:moveTo>
                  <a:lnTo>
                    <a:pt x="46559" y="9630"/>
                  </a:lnTo>
                  <a:lnTo>
                    <a:pt x="22336" y="35893"/>
                  </a:lnTo>
                  <a:lnTo>
                    <a:pt x="5994" y="74848"/>
                  </a:lnTo>
                  <a:lnTo>
                    <a:pt x="0" y="122555"/>
                  </a:lnTo>
                  <a:lnTo>
                    <a:pt x="0" y="639444"/>
                  </a:lnTo>
                  <a:lnTo>
                    <a:pt x="5994" y="687151"/>
                  </a:lnTo>
                  <a:lnTo>
                    <a:pt x="22336" y="726106"/>
                  </a:lnTo>
                  <a:lnTo>
                    <a:pt x="46559" y="752369"/>
                  </a:lnTo>
                  <a:lnTo>
                    <a:pt x="76200" y="762000"/>
                  </a:lnTo>
                  <a:lnTo>
                    <a:pt x="105840" y="752369"/>
                  </a:lnTo>
                  <a:lnTo>
                    <a:pt x="130063" y="726106"/>
                  </a:lnTo>
                  <a:lnTo>
                    <a:pt x="146405" y="687151"/>
                  </a:lnTo>
                  <a:lnTo>
                    <a:pt x="152400" y="639444"/>
                  </a:lnTo>
                  <a:lnTo>
                    <a:pt x="152400" y="122555"/>
                  </a:lnTo>
                  <a:lnTo>
                    <a:pt x="146405" y="74848"/>
                  </a:lnTo>
                  <a:lnTo>
                    <a:pt x="130063" y="35893"/>
                  </a:lnTo>
                  <a:lnTo>
                    <a:pt x="105840" y="96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2" name="object 32"/>
            <p:cNvSpPr/>
            <p:nvPr/>
          </p:nvSpPr>
          <p:spPr>
            <a:xfrm>
              <a:off x="5334840" y="3963240"/>
              <a:ext cx="151920" cy="7617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761760"/>
                <a:gd name="textAreaBottom" fmla="*/ 762120 h 761760"/>
              </a:gdLst>
              <a:ahLst/>
              <a:cxnLst/>
              <a:rect l="textAreaLeft" t="textAreaTop" r="textAreaRight" b="textAreaBottom"/>
              <a:pathLst>
                <a:path w="152400" h="762000">
                  <a:moveTo>
                    <a:pt x="152400" y="122555"/>
                  </a:moveTo>
                  <a:lnTo>
                    <a:pt x="152400" y="639444"/>
                  </a:lnTo>
                  <a:lnTo>
                    <a:pt x="146405" y="687151"/>
                  </a:lnTo>
                  <a:lnTo>
                    <a:pt x="130063" y="726106"/>
                  </a:lnTo>
                  <a:lnTo>
                    <a:pt x="105840" y="752369"/>
                  </a:lnTo>
                  <a:lnTo>
                    <a:pt x="76200" y="762000"/>
                  </a:lnTo>
                  <a:lnTo>
                    <a:pt x="46559" y="752369"/>
                  </a:lnTo>
                  <a:lnTo>
                    <a:pt x="22336" y="726106"/>
                  </a:lnTo>
                  <a:lnTo>
                    <a:pt x="5994" y="687151"/>
                  </a:lnTo>
                  <a:lnTo>
                    <a:pt x="0" y="639444"/>
                  </a:lnTo>
                  <a:lnTo>
                    <a:pt x="0" y="122555"/>
                  </a:lnTo>
                  <a:lnTo>
                    <a:pt x="5994" y="74848"/>
                  </a:lnTo>
                  <a:lnTo>
                    <a:pt x="22336" y="35893"/>
                  </a:lnTo>
                  <a:lnTo>
                    <a:pt x="46559" y="9630"/>
                  </a:lnTo>
                  <a:lnTo>
                    <a:pt x="76200" y="0"/>
                  </a:lnTo>
                  <a:lnTo>
                    <a:pt x="105840" y="9630"/>
                  </a:lnTo>
                  <a:lnTo>
                    <a:pt x="130063" y="35893"/>
                  </a:lnTo>
                  <a:lnTo>
                    <a:pt x="146405" y="74848"/>
                  </a:lnTo>
                  <a:lnTo>
                    <a:pt x="152400" y="12255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3" name="object 33"/>
            <p:cNvSpPr/>
            <p:nvPr/>
          </p:nvSpPr>
          <p:spPr>
            <a:xfrm>
              <a:off x="4953600" y="4621320"/>
              <a:ext cx="380520" cy="8532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81000" h="85725">
                  <a:moveTo>
                    <a:pt x="352340" y="28575"/>
                  </a:moveTo>
                  <a:lnTo>
                    <a:pt x="309499" y="28575"/>
                  </a:lnTo>
                  <a:lnTo>
                    <a:pt x="309499" y="57150"/>
                  </a:lnTo>
                  <a:lnTo>
                    <a:pt x="295275" y="57155"/>
                  </a:lnTo>
                  <a:lnTo>
                    <a:pt x="295275" y="85725"/>
                  </a:lnTo>
                  <a:lnTo>
                    <a:pt x="381000" y="42925"/>
                  </a:lnTo>
                  <a:lnTo>
                    <a:pt x="352340" y="28575"/>
                  </a:lnTo>
                  <a:close/>
                </a:path>
                <a:path w="381000" h="85725">
                  <a:moveTo>
                    <a:pt x="295275" y="28580"/>
                  </a:moveTo>
                  <a:lnTo>
                    <a:pt x="0" y="28701"/>
                  </a:lnTo>
                  <a:lnTo>
                    <a:pt x="0" y="57276"/>
                  </a:lnTo>
                  <a:lnTo>
                    <a:pt x="295275" y="57155"/>
                  </a:lnTo>
                  <a:lnTo>
                    <a:pt x="295275" y="28580"/>
                  </a:lnTo>
                  <a:close/>
                </a:path>
                <a:path w="381000" h="85725">
                  <a:moveTo>
                    <a:pt x="309499" y="28575"/>
                  </a:moveTo>
                  <a:lnTo>
                    <a:pt x="295275" y="28580"/>
                  </a:lnTo>
                  <a:lnTo>
                    <a:pt x="295275" y="57155"/>
                  </a:lnTo>
                  <a:lnTo>
                    <a:pt x="309499" y="57150"/>
                  </a:lnTo>
                  <a:lnTo>
                    <a:pt x="309499" y="28575"/>
                  </a:lnTo>
                  <a:close/>
                </a:path>
                <a:path w="381000" h="85725">
                  <a:moveTo>
                    <a:pt x="295275" y="0"/>
                  </a:moveTo>
                  <a:lnTo>
                    <a:pt x="295275" y="28580"/>
                  </a:lnTo>
                  <a:lnTo>
                    <a:pt x="352340" y="28575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4" name="object 34"/>
            <p:cNvSpPr/>
            <p:nvPr/>
          </p:nvSpPr>
          <p:spPr>
            <a:xfrm>
              <a:off x="5372280" y="47242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5" name="object 35"/>
            <p:cNvSpPr/>
            <p:nvPr/>
          </p:nvSpPr>
          <p:spPr>
            <a:xfrm>
              <a:off x="4649040" y="44204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6" name="object 36"/>
            <p:cNvSpPr/>
            <p:nvPr/>
          </p:nvSpPr>
          <p:spPr>
            <a:xfrm>
              <a:off x="4649040" y="44204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77" name="object 37"/>
          <p:cNvSpPr/>
          <p:nvPr/>
        </p:nvSpPr>
        <p:spPr>
          <a:xfrm>
            <a:off x="4728600" y="4416840"/>
            <a:ext cx="145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S 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object 38"/>
          <p:cNvSpPr/>
          <p:nvPr/>
        </p:nvSpPr>
        <p:spPr>
          <a:xfrm>
            <a:off x="4267080" y="4800600"/>
            <a:ext cx="304560" cy="151920"/>
          </a:xfrm>
          <a:custGeom>
            <a:avLst/>
            <a:gdLst>
              <a:gd name="textAreaLeft" fmla="*/ 0 w 304560"/>
              <a:gd name="textAreaRight" fmla="*/ 304920 w 30456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304800" h="152400">
                <a:moveTo>
                  <a:pt x="304800" y="0"/>
                </a:moveTo>
                <a:lnTo>
                  <a:pt x="0" y="15240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object 39"/>
          <p:cNvSpPr/>
          <p:nvPr/>
        </p:nvSpPr>
        <p:spPr>
          <a:xfrm>
            <a:off x="3094560" y="3333240"/>
            <a:ext cx="100944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81880" indent="-27000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Register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7640">
              <a:lnSpc>
                <a:spcPct val="100000"/>
              </a:lnSpc>
              <a:spcBef>
                <a:spcPts val="485"/>
              </a:spcBef>
              <a:tabLst>
                <a:tab pos="8834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s1</a:t>
            </a:r>
            <a:r>
              <a:rPr lang="en-US" sz="1600" b="0" u="none" spc="24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s2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0" name="object 40"/>
          <p:cNvGrpSpPr/>
          <p:nvPr/>
        </p:nvGrpSpPr>
        <p:grpSpPr>
          <a:xfrm>
            <a:off x="3733920" y="3048840"/>
            <a:ext cx="3962880" cy="1980000"/>
            <a:chOff x="3733920" y="3048840"/>
            <a:chExt cx="3962880" cy="1980000"/>
          </a:xfrm>
        </p:grpSpPr>
        <p:sp>
          <p:nvSpPr>
            <p:cNvPr id="1881" name="object 41"/>
            <p:cNvSpPr/>
            <p:nvPr/>
          </p:nvSpPr>
          <p:spPr>
            <a:xfrm>
              <a:off x="3886920" y="457272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0"/>
                  </a:moveTo>
                  <a:lnTo>
                    <a:pt x="49022" y="0"/>
                  </a:lnTo>
                  <a:lnTo>
                    <a:pt x="29950" y="5994"/>
                  </a:lnTo>
                  <a:lnTo>
                    <a:pt x="14366" y="22336"/>
                  </a:lnTo>
                  <a:lnTo>
                    <a:pt x="3855" y="46559"/>
                  </a:lnTo>
                  <a:lnTo>
                    <a:pt x="0" y="76200"/>
                  </a:lnTo>
                  <a:lnTo>
                    <a:pt x="3855" y="105840"/>
                  </a:lnTo>
                  <a:lnTo>
                    <a:pt x="14366" y="130063"/>
                  </a:lnTo>
                  <a:lnTo>
                    <a:pt x="29950" y="146405"/>
                  </a:lnTo>
                  <a:lnTo>
                    <a:pt x="49022" y="152400"/>
                  </a:lnTo>
                  <a:lnTo>
                    <a:pt x="255777" y="152400"/>
                  </a:lnTo>
                  <a:lnTo>
                    <a:pt x="274849" y="146405"/>
                  </a:lnTo>
                  <a:lnTo>
                    <a:pt x="290433" y="130063"/>
                  </a:lnTo>
                  <a:lnTo>
                    <a:pt x="300944" y="105840"/>
                  </a:lnTo>
                  <a:lnTo>
                    <a:pt x="304800" y="76200"/>
                  </a:lnTo>
                  <a:lnTo>
                    <a:pt x="300944" y="46559"/>
                  </a:lnTo>
                  <a:lnTo>
                    <a:pt x="290433" y="22336"/>
                  </a:lnTo>
                  <a:lnTo>
                    <a:pt x="274849" y="5994"/>
                  </a:lnTo>
                  <a:lnTo>
                    <a:pt x="255777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2" name="object 42"/>
            <p:cNvSpPr/>
            <p:nvPr/>
          </p:nvSpPr>
          <p:spPr>
            <a:xfrm>
              <a:off x="3886920" y="457272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255777" y="152400"/>
                  </a:moveTo>
                  <a:lnTo>
                    <a:pt x="49022" y="152400"/>
                  </a:lnTo>
                  <a:lnTo>
                    <a:pt x="29950" y="146405"/>
                  </a:lnTo>
                  <a:lnTo>
                    <a:pt x="14366" y="130063"/>
                  </a:lnTo>
                  <a:lnTo>
                    <a:pt x="3855" y="105840"/>
                  </a:lnTo>
                  <a:lnTo>
                    <a:pt x="0" y="76200"/>
                  </a:lnTo>
                  <a:lnTo>
                    <a:pt x="3855" y="46559"/>
                  </a:lnTo>
                  <a:lnTo>
                    <a:pt x="14366" y="22336"/>
                  </a:lnTo>
                  <a:lnTo>
                    <a:pt x="29950" y="5994"/>
                  </a:lnTo>
                  <a:lnTo>
                    <a:pt x="49022" y="0"/>
                  </a:lnTo>
                  <a:lnTo>
                    <a:pt x="255777" y="0"/>
                  </a:lnTo>
                  <a:lnTo>
                    <a:pt x="274849" y="5994"/>
                  </a:lnTo>
                  <a:lnTo>
                    <a:pt x="290433" y="22336"/>
                  </a:lnTo>
                  <a:lnTo>
                    <a:pt x="300944" y="46559"/>
                  </a:lnTo>
                  <a:lnTo>
                    <a:pt x="304800" y="76200"/>
                  </a:lnTo>
                  <a:lnTo>
                    <a:pt x="300944" y="105840"/>
                  </a:lnTo>
                  <a:lnTo>
                    <a:pt x="290433" y="130063"/>
                  </a:lnTo>
                  <a:lnTo>
                    <a:pt x="274849" y="146405"/>
                  </a:lnTo>
                  <a:lnTo>
                    <a:pt x="255777" y="152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3" name="object 43"/>
            <p:cNvSpPr/>
            <p:nvPr/>
          </p:nvSpPr>
          <p:spPr>
            <a:xfrm>
              <a:off x="3733920" y="4724280"/>
              <a:ext cx="418680" cy="30456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419100" h="304800">
                  <a:moveTo>
                    <a:pt x="266700" y="76200"/>
                  </a:moveTo>
                  <a:lnTo>
                    <a:pt x="260350" y="63500"/>
                  </a:lnTo>
                  <a:lnTo>
                    <a:pt x="228600" y="0"/>
                  </a:lnTo>
                  <a:lnTo>
                    <a:pt x="190500" y="76200"/>
                  </a:lnTo>
                  <a:lnTo>
                    <a:pt x="222250" y="76200"/>
                  </a:lnTo>
                  <a:lnTo>
                    <a:pt x="222250" y="146050"/>
                  </a:lnTo>
                  <a:lnTo>
                    <a:pt x="0" y="146050"/>
                  </a:lnTo>
                  <a:lnTo>
                    <a:pt x="0" y="158750"/>
                  </a:lnTo>
                  <a:lnTo>
                    <a:pt x="232156" y="158750"/>
                  </a:lnTo>
                  <a:lnTo>
                    <a:pt x="234950" y="155956"/>
                  </a:lnTo>
                  <a:lnTo>
                    <a:pt x="234950" y="152400"/>
                  </a:lnTo>
                  <a:lnTo>
                    <a:pt x="234950" y="146050"/>
                  </a:lnTo>
                  <a:lnTo>
                    <a:pt x="234950" y="76200"/>
                  </a:lnTo>
                  <a:lnTo>
                    <a:pt x="266700" y="76200"/>
                  </a:lnTo>
                  <a:close/>
                </a:path>
                <a:path w="419100" h="304800">
                  <a:moveTo>
                    <a:pt x="419100" y="76200"/>
                  </a:moveTo>
                  <a:lnTo>
                    <a:pt x="412750" y="63500"/>
                  </a:lnTo>
                  <a:lnTo>
                    <a:pt x="381000" y="0"/>
                  </a:lnTo>
                  <a:lnTo>
                    <a:pt x="342900" y="76200"/>
                  </a:lnTo>
                  <a:lnTo>
                    <a:pt x="374650" y="76200"/>
                  </a:lnTo>
                  <a:lnTo>
                    <a:pt x="374650" y="304800"/>
                  </a:lnTo>
                  <a:lnTo>
                    <a:pt x="387350" y="304800"/>
                  </a:lnTo>
                  <a:lnTo>
                    <a:pt x="387350" y="76200"/>
                  </a:lnTo>
                  <a:lnTo>
                    <a:pt x="419100" y="762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4" name="object 44"/>
            <p:cNvSpPr/>
            <p:nvPr/>
          </p:nvSpPr>
          <p:spPr>
            <a:xfrm>
              <a:off x="3886200" y="434340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5" name="object 45"/>
            <p:cNvSpPr/>
            <p:nvPr/>
          </p:nvSpPr>
          <p:spPr>
            <a:xfrm>
              <a:off x="4191120" y="4610160"/>
              <a:ext cx="158400" cy="26640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58750" h="266700">
                  <a:moveTo>
                    <a:pt x="146050" y="38100"/>
                  </a:moveTo>
                  <a:lnTo>
                    <a:pt x="146050" y="266700"/>
                  </a:lnTo>
                  <a:lnTo>
                    <a:pt x="158750" y="266700"/>
                  </a:lnTo>
                  <a:lnTo>
                    <a:pt x="158750" y="44450"/>
                  </a:lnTo>
                  <a:lnTo>
                    <a:pt x="152400" y="44450"/>
                  </a:lnTo>
                  <a:lnTo>
                    <a:pt x="146050" y="38100"/>
                  </a:lnTo>
                  <a:close/>
                </a:path>
                <a:path w="158750" h="2667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58750" h="2667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58750" h="266700">
                  <a:moveTo>
                    <a:pt x="15595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6050" y="44450"/>
                  </a:lnTo>
                  <a:lnTo>
                    <a:pt x="146050" y="38100"/>
                  </a:lnTo>
                  <a:lnTo>
                    <a:pt x="158750" y="38100"/>
                  </a:lnTo>
                  <a:lnTo>
                    <a:pt x="158750" y="34543"/>
                  </a:lnTo>
                  <a:lnTo>
                    <a:pt x="155955" y="31750"/>
                  </a:lnTo>
                  <a:close/>
                </a:path>
                <a:path w="158750" h="266700">
                  <a:moveTo>
                    <a:pt x="158750" y="38100"/>
                  </a:moveTo>
                  <a:lnTo>
                    <a:pt x="146050" y="38100"/>
                  </a:lnTo>
                  <a:lnTo>
                    <a:pt x="1524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6" name="object 46"/>
            <p:cNvSpPr/>
            <p:nvPr/>
          </p:nvSpPr>
          <p:spPr>
            <a:xfrm>
              <a:off x="6935040" y="3048840"/>
              <a:ext cx="761760" cy="12189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762000" h="1219200">
                  <a:moveTo>
                    <a:pt x="7620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762000" y="12192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7" name="object 47"/>
            <p:cNvSpPr/>
            <p:nvPr/>
          </p:nvSpPr>
          <p:spPr>
            <a:xfrm>
              <a:off x="6935040" y="3048840"/>
              <a:ext cx="761760" cy="12189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762000" h="1219200">
                  <a:moveTo>
                    <a:pt x="0" y="1219200"/>
                  </a:moveTo>
                  <a:lnTo>
                    <a:pt x="762000" y="12192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88" name="object 48"/>
            <p:cNvPicPr/>
            <p:nvPr/>
          </p:nvPicPr>
          <p:blipFill>
            <a:blip r:embed="rId7"/>
            <a:stretch/>
          </p:blipFill>
          <p:spPr>
            <a:xfrm>
              <a:off x="6920640" y="402516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89" name="object 49"/>
            <p:cNvSpPr/>
            <p:nvPr/>
          </p:nvSpPr>
          <p:spPr>
            <a:xfrm>
              <a:off x="7048440" y="4267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90" name="object 50"/>
            <p:cNvPicPr/>
            <p:nvPr/>
          </p:nvPicPr>
          <p:blipFill>
            <a:blip r:embed="rId8"/>
            <a:stretch/>
          </p:blipFill>
          <p:spPr>
            <a:xfrm>
              <a:off x="6706440" y="331056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91" name="object 51"/>
          <p:cNvSpPr/>
          <p:nvPr/>
        </p:nvSpPr>
        <p:spPr>
          <a:xfrm>
            <a:off x="6937920" y="3167640"/>
            <a:ext cx="673920" cy="8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ts val="1613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9080">
              <a:lnSpc>
                <a:spcPts val="2095"/>
              </a:lnSpc>
            </a:pP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400">
              <a:lnSpc>
                <a:spcPct val="100000"/>
              </a:lnSpc>
            </a:pP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object 52"/>
          <p:cNvSpPr/>
          <p:nvPr/>
        </p:nvSpPr>
        <p:spPr>
          <a:xfrm>
            <a:off x="6937920" y="3777480"/>
            <a:ext cx="1382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93" name="object 53"/>
          <p:cNvGrpSpPr/>
          <p:nvPr/>
        </p:nvGrpSpPr>
        <p:grpSpPr>
          <a:xfrm>
            <a:off x="1053360" y="2286720"/>
            <a:ext cx="7557480" cy="1446840"/>
            <a:chOff x="1053360" y="2286720"/>
            <a:chExt cx="7557480" cy="1446840"/>
          </a:xfrm>
        </p:grpSpPr>
        <p:sp>
          <p:nvSpPr>
            <p:cNvPr id="1894" name="object 54"/>
            <p:cNvSpPr/>
            <p:nvPr/>
          </p:nvSpPr>
          <p:spPr>
            <a:xfrm>
              <a:off x="1524600" y="228672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5" name="object 55"/>
            <p:cNvSpPr/>
            <p:nvPr/>
          </p:nvSpPr>
          <p:spPr>
            <a:xfrm>
              <a:off x="1524600" y="228672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6" name="object 56"/>
            <p:cNvSpPr/>
            <p:nvPr/>
          </p:nvSpPr>
          <p:spPr>
            <a:xfrm>
              <a:off x="1053360" y="2701080"/>
              <a:ext cx="471600" cy="957240"/>
            </a:xfrm>
            <a:custGeom>
              <a:avLst/>
              <a:gdLst>
                <a:gd name="textAreaLeft" fmla="*/ 0 w 471600"/>
                <a:gd name="textAreaRight" fmla="*/ 471960 w 47160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471805" h="957579">
                  <a:moveTo>
                    <a:pt x="385762" y="28575"/>
                  </a:moveTo>
                  <a:lnTo>
                    <a:pt x="6400" y="28575"/>
                  </a:lnTo>
                  <a:lnTo>
                    <a:pt x="0" y="35051"/>
                  </a:lnTo>
                  <a:lnTo>
                    <a:pt x="0" y="957326"/>
                  </a:lnTo>
                  <a:lnTo>
                    <a:pt x="28575" y="957326"/>
                  </a:lnTo>
                  <a:lnTo>
                    <a:pt x="28575" y="57150"/>
                  </a:lnTo>
                  <a:lnTo>
                    <a:pt x="14287" y="57150"/>
                  </a:lnTo>
                  <a:lnTo>
                    <a:pt x="28575" y="42925"/>
                  </a:lnTo>
                  <a:lnTo>
                    <a:pt x="385762" y="42925"/>
                  </a:lnTo>
                  <a:lnTo>
                    <a:pt x="385762" y="28575"/>
                  </a:lnTo>
                  <a:close/>
                </a:path>
                <a:path w="471805" h="957579">
                  <a:moveTo>
                    <a:pt x="385762" y="0"/>
                  </a:moveTo>
                  <a:lnTo>
                    <a:pt x="385762" y="85725"/>
                  </a:lnTo>
                  <a:lnTo>
                    <a:pt x="442997" y="57150"/>
                  </a:lnTo>
                  <a:lnTo>
                    <a:pt x="399986" y="57150"/>
                  </a:lnTo>
                  <a:lnTo>
                    <a:pt x="399986" y="28575"/>
                  </a:lnTo>
                  <a:lnTo>
                    <a:pt x="442827" y="28575"/>
                  </a:lnTo>
                  <a:lnTo>
                    <a:pt x="385762" y="0"/>
                  </a:lnTo>
                  <a:close/>
                </a:path>
                <a:path w="471805" h="957579">
                  <a:moveTo>
                    <a:pt x="28575" y="42925"/>
                  </a:moveTo>
                  <a:lnTo>
                    <a:pt x="14287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471805" h="957579">
                  <a:moveTo>
                    <a:pt x="385762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385762" y="57150"/>
                  </a:lnTo>
                  <a:lnTo>
                    <a:pt x="385762" y="42925"/>
                  </a:lnTo>
                  <a:close/>
                </a:path>
                <a:path w="471805" h="957579">
                  <a:moveTo>
                    <a:pt x="442827" y="28575"/>
                  </a:moveTo>
                  <a:lnTo>
                    <a:pt x="399986" y="28575"/>
                  </a:lnTo>
                  <a:lnTo>
                    <a:pt x="399986" y="57150"/>
                  </a:lnTo>
                  <a:lnTo>
                    <a:pt x="442997" y="57150"/>
                  </a:lnTo>
                  <a:lnTo>
                    <a:pt x="471487" y="42925"/>
                  </a:lnTo>
                  <a:lnTo>
                    <a:pt x="442827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97" name="object 57"/>
            <p:cNvPicPr/>
            <p:nvPr/>
          </p:nvPicPr>
          <p:blipFill>
            <a:blip r:embed="rId9"/>
            <a:stretch/>
          </p:blipFill>
          <p:spPr>
            <a:xfrm>
              <a:off x="8230320" y="3310560"/>
              <a:ext cx="228240" cy="8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98" name="object 58"/>
            <p:cNvSpPr/>
            <p:nvPr/>
          </p:nvSpPr>
          <p:spPr>
            <a:xfrm>
              <a:off x="8458920" y="282024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76200" y="0"/>
                  </a:moveTo>
                  <a:lnTo>
                    <a:pt x="46559" y="7711"/>
                  </a:lnTo>
                  <a:lnTo>
                    <a:pt x="22336" y="28733"/>
                  </a:lnTo>
                  <a:lnTo>
                    <a:pt x="5994" y="59900"/>
                  </a:lnTo>
                  <a:lnTo>
                    <a:pt x="0" y="98043"/>
                  </a:lnTo>
                  <a:lnTo>
                    <a:pt x="0" y="511555"/>
                  </a:lnTo>
                  <a:lnTo>
                    <a:pt x="5994" y="549699"/>
                  </a:lnTo>
                  <a:lnTo>
                    <a:pt x="22336" y="580866"/>
                  </a:lnTo>
                  <a:lnTo>
                    <a:pt x="46559" y="601888"/>
                  </a:lnTo>
                  <a:lnTo>
                    <a:pt x="76200" y="609600"/>
                  </a:lnTo>
                  <a:lnTo>
                    <a:pt x="105840" y="601888"/>
                  </a:lnTo>
                  <a:lnTo>
                    <a:pt x="130063" y="580866"/>
                  </a:lnTo>
                  <a:lnTo>
                    <a:pt x="146405" y="549699"/>
                  </a:lnTo>
                  <a:lnTo>
                    <a:pt x="152400" y="511555"/>
                  </a:lnTo>
                  <a:lnTo>
                    <a:pt x="152400" y="98043"/>
                  </a:lnTo>
                  <a:lnTo>
                    <a:pt x="146405" y="59900"/>
                  </a:lnTo>
                  <a:lnTo>
                    <a:pt x="130063" y="28733"/>
                  </a:lnTo>
                  <a:lnTo>
                    <a:pt x="105840" y="771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9" name="object 59"/>
            <p:cNvSpPr/>
            <p:nvPr/>
          </p:nvSpPr>
          <p:spPr>
            <a:xfrm>
              <a:off x="8458920" y="2820240"/>
              <a:ext cx="151920" cy="6091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52400" h="609600">
                  <a:moveTo>
                    <a:pt x="152400" y="98043"/>
                  </a:moveTo>
                  <a:lnTo>
                    <a:pt x="152400" y="511555"/>
                  </a:lnTo>
                  <a:lnTo>
                    <a:pt x="146405" y="549699"/>
                  </a:lnTo>
                  <a:lnTo>
                    <a:pt x="130063" y="580866"/>
                  </a:lnTo>
                  <a:lnTo>
                    <a:pt x="105840" y="601888"/>
                  </a:lnTo>
                  <a:lnTo>
                    <a:pt x="76200" y="609600"/>
                  </a:lnTo>
                  <a:lnTo>
                    <a:pt x="46559" y="601888"/>
                  </a:lnTo>
                  <a:lnTo>
                    <a:pt x="22336" y="580866"/>
                  </a:lnTo>
                  <a:lnTo>
                    <a:pt x="5994" y="549699"/>
                  </a:lnTo>
                  <a:lnTo>
                    <a:pt x="0" y="511555"/>
                  </a:lnTo>
                  <a:lnTo>
                    <a:pt x="0" y="98043"/>
                  </a:lnTo>
                  <a:lnTo>
                    <a:pt x="5994" y="59900"/>
                  </a:lnTo>
                  <a:lnTo>
                    <a:pt x="22336" y="28733"/>
                  </a:lnTo>
                  <a:lnTo>
                    <a:pt x="46559" y="7711"/>
                  </a:lnTo>
                  <a:lnTo>
                    <a:pt x="76200" y="0"/>
                  </a:lnTo>
                  <a:lnTo>
                    <a:pt x="105840" y="7711"/>
                  </a:lnTo>
                  <a:lnTo>
                    <a:pt x="130063" y="28733"/>
                  </a:lnTo>
                  <a:lnTo>
                    <a:pt x="146405" y="59900"/>
                  </a:lnTo>
                  <a:lnTo>
                    <a:pt x="152400" y="9804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0" name="object 60"/>
            <p:cNvSpPr/>
            <p:nvPr/>
          </p:nvSpPr>
          <p:spPr>
            <a:xfrm>
              <a:off x="8496360" y="342900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1" name="object 61"/>
          <p:cNvSpPr/>
          <p:nvPr/>
        </p:nvSpPr>
        <p:spPr>
          <a:xfrm>
            <a:off x="1603080" y="2315160"/>
            <a:ext cx="143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+ 4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2" name="object 62"/>
          <p:cNvGrpSpPr/>
          <p:nvPr/>
        </p:nvGrpSpPr>
        <p:grpSpPr>
          <a:xfrm>
            <a:off x="5410800" y="1829520"/>
            <a:ext cx="304560" cy="456840"/>
            <a:chOff x="5410800" y="1829520"/>
            <a:chExt cx="304560" cy="456840"/>
          </a:xfrm>
        </p:grpSpPr>
        <p:sp>
          <p:nvSpPr>
            <p:cNvPr id="1903" name="object 63"/>
            <p:cNvSpPr/>
            <p:nvPr/>
          </p:nvSpPr>
          <p:spPr>
            <a:xfrm>
              <a:off x="5410800" y="1829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4" name="object 64"/>
            <p:cNvSpPr/>
            <p:nvPr/>
          </p:nvSpPr>
          <p:spPr>
            <a:xfrm>
              <a:off x="5410800" y="182952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5" name="object 65"/>
          <p:cNvSpPr/>
          <p:nvPr/>
        </p:nvSpPr>
        <p:spPr>
          <a:xfrm>
            <a:off x="5447880" y="1825200"/>
            <a:ext cx="2325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5520">
              <a:lnSpc>
                <a:spcPct val="100000"/>
              </a:lnSpc>
              <a:spcBef>
                <a:spcPts val="6"/>
              </a:spcBef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6" name="object 66"/>
          <p:cNvGrpSpPr/>
          <p:nvPr/>
        </p:nvGrpSpPr>
        <p:grpSpPr>
          <a:xfrm>
            <a:off x="2134440" y="1448640"/>
            <a:ext cx="5257080" cy="3200040"/>
            <a:chOff x="2134440" y="1448640"/>
            <a:chExt cx="5257080" cy="3200040"/>
          </a:xfrm>
        </p:grpSpPr>
        <p:sp>
          <p:nvSpPr>
            <p:cNvPr id="1907" name="object 67"/>
            <p:cNvSpPr/>
            <p:nvPr/>
          </p:nvSpPr>
          <p:spPr>
            <a:xfrm>
              <a:off x="5715720" y="20152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8" name="object 68"/>
            <p:cNvSpPr/>
            <p:nvPr/>
          </p:nvSpPr>
          <p:spPr>
            <a:xfrm>
              <a:off x="6020640" y="160092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9" name="object 69"/>
            <p:cNvSpPr/>
            <p:nvPr/>
          </p:nvSpPr>
          <p:spPr>
            <a:xfrm>
              <a:off x="6020640" y="160092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0"/>
                  </a:moveTo>
                  <a:lnTo>
                    <a:pt x="0" y="228600"/>
                  </a:lnTo>
                  <a:lnTo>
                    <a:pt x="67437" y="306324"/>
                  </a:lnTo>
                  <a:lnTo>
                    <a:pt x="0" y="381000"/>
                  </a:lnTo>
                  <a:lnTo>
                    <a:pt x="0" y="609600"/>
                  </a:lnTo>
                  <a:lnTo>
                    <a:pt x="304800" y="457200"/>
                  </a:lnTo>
                  <a:lnTo>
                    <a:pt x="304800" y="152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0" name="object 70"/>
            <p:cNvSpPr/>
            <p:nvPr/>
          </p:nvSpPr>
          <p:spPr>
            <a:xfrm>
              <a:off x="2134440" y="1710360"/>
              <a:ext cx="3885840" cy="2938320"/>
            </a:xfrm>
            <a:custGeom>
              <a:avLst/>
              <a:gdLst>
                <a:gd name="textAreaLeft" fmla="*/ 0 w 3885840"/>
                <a:gd name="textAreaRight" fmla="*/ 3886200 w 3885840"/>
                <a:gd name="textAreaTop" fmla="*/ 0 h 2938320"/>
                <a:gd name="textAreaBottom" fmla="*/ 2938680 h 2938320"/>
              </a:gdLst>
              <a:ahLst/>
              <a:cxnLst/>
              <a:rect l="textAreaLeft" t="textAreaTop" r="textAreaRight" b="textAreaBottom"/>
              <a:pathLst>
                <a:path w="3886200" h="2938779">
                  <a:moveTo>
                    <a:pt x="3276600" y="347726"/>
                  </a:moveTo>
                  <a:lnTo>
                    <a:pt x="3247936" y="333375"/>
                  </a:lnTo>
                  <a:lnTo>
                    <a:pt x="3190875" y="304800"/>
                  </a:lnTo>
                  <a:lnTo>
                    <a:pt x="3190875" y="333375"/>
                  </a:lnTo>
                  <a:lnTo>
                    <a:pt x="2887726" y="333375"/>
                  </a:lnTo>
                  <a:lnTo>
                    <a:pt x="2881249" y="339852"/>
                  </a:lnTo>
                  <a:lnTo>
                    <a:pt x="2881249" y="2938526"/>
                  </a:lnTo>
                  <a:lnTo>
                    <a:pt x="2909824" y="2938526"/>
                  </a:lnTo>
                  <a:lnTo>
                    <a:pt x="2909824" y="361950"/>
                  </a:lnTo>
                  <a:lnTo>
                    <a:pt x="3190875" y="361950"/>
                  </a:lnTo>
                  <a:lnTo>
                    <a:pt x="3190875" y="390525"/>
                  </a:lnTo>
                  <a:lnTo>
                    <a:pt x="3248101" y="361950"/>
                  </a:lnTo>
                  <a:lnTo>
                    <a:pt x="3276600" y="347726"/>
                  </a:lnTo>
                  <a:close/>
                </a:path>
                <a:path w="3886200" h="2938779">
                  <a:moveTo>
                    <a:pt x="3886200" y="42926"/>
                  </a:moveTo>
                  <a:lnTo>
                    <a:pt x="3857536" y="28575"/>
                  </a:lnTo>
                  <a:lnTo>
                    <a:pt x="3800475" y="0"/>
                  </a:lnTo>
                  <a:lnTo>
                    <a:pt x="3800475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800475" y="57150"/>
                  </a:lnTo>
                  <a:lnTo>
                    <a:pt x="3800475" y="85725"/>
                  </a:lnTo>
                  <a:lnTo>
                    <a:pt x="3857701" y="57150"/>
                  </a:lnTo>
                  <a:lnTo>
                    <a:pt x="3886200" y="429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1" name="object 71"/>
            <p:cNvSpPr/>
            <p:nvPr/>
          </p:nvSpPr>
          <p:spPr>
            <a:xfrm>
              <a:off x="7239600" y="144864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2" name="object 72"/>
            <p:cNvSpPr/>
            <p:nvPr/>
          </p:nvSpPr>
          <p:spPr>
            <a:xfrm>
              <a:off x="7239600" y="144864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3" name="object 73"/>
            <p:cNvSpPr/>
            <p:nvPr/>
          </p:nvSpPr>
          <p:spPr>
            <a:xfrm>
              <a:off x="6706440" y="198180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4" name="object 74"/>
            <p:cNvSpPr/>
            <p:nvPr/>
          </p:nvSpPr>
          <p:spPr>
            <a:xfrm>
              <a:off x="6706440" y="1981800"/>
              <a:ext cx="304560" cy="3045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object 75"/>
            <p:cNvSpPr/>
            <p:nvPr/>
          </p:nvSpPr>
          <p:spPr>
            <a:xfrm>
              <a:off x="6325200" y="1863000"/>
              <a:ext cx="1027800" cy="277200"/>
            </a:xfrm>
            <a:custGeom>
              <a:avLst/>
              <a:gdLst>
                <a:gd name="textAreaLeft" fmla="*/ 0 w 1027800"/>
                <a:gd name="textAreaRight" fmla="*/ 1028160 w 1027800"/>
                <a:gd name="textAreaTop" fmla="*/ 0 h 277200"/>
                <a:gd name="textAreaBottom" fmla="*/ 277560 h 277200"/>
              </a:gdLst>
              <a:ahLst/>
              <a:cxnLst/>
              <a:rect l="textAreaLeft" t="textAreaTop" r="textAreaRight" b="textAreaBottom"/>
              <a:pathLst>
                <a:path w="1028065" h="277494">
                  <a:moveTo>
                    <a:pt x="914400" y="42926"/>
                  </a:moveTo>
                  <a:lnTo>
                    <a:pt x="828675" y="0"/>
                  </a:lnTo>
                  <a:lnTo>
                    <a:pt x="828675" y="28702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828675" y="57150"/>
                  </a:lnTo>
                  <a:lnTo>
                    <a:pt x="828675" y="85725"/>
                  </a:lnTo>
                  <a:lnTo>
                    <a:pt x="885901" y="57150"/>
                  </a:lnTo>
                  <a:lnTo>
                    <a:pt x="914400" y="42926"/>
                  </a:lnTo>
                  <a:close/>
                </a:path>
                <a:path w="1028065" h="277494">
                  <a:moveTo>
                    <a:pt x="1027938" y="194564"/>
                  </a:moveTo>
                  <a:lnTo>
                    <a:pt x="1021588" y="181864"/>
                  </a:lnTo>
                  <a:lnTo>
                    <a:pt x="989838" y="118364"/>
                  </a:lnTo>
                  <a:lnTo>
                    <a:pt x="951738" y="194564"/>
                  </a:lnTo>
                  <a:lnTo>
                    <a:pt x="983488" y="194564"/>
                  </a:lnTo>
                  <a:lnTo>
                    <a:pt x="983488" y="264414"/>
                  </a:lnTo>
                  <a:lnTo>
                    <a:pt x="685038" y="264414"/>
                  </a:lnTo>
                  <a:lnTo>
                    <a:pt x="685038" y="277114"/>
                  </a:lnTo>
                  <a:lnTo>
                    <a:pt x="993394" y="277114"/>
                  </a:lnTo>
                  <a:lnTo>
                    <a:pt x="996188" y="274320"/>
                  </a:lnTo>
                  <a:lnTo>
                    <a:pt x="996188" y="270764"/>
                  </a:lnTo>
                  <a:lnTo>
                    <a:pt x="996188" y="264414"/>
                  </a:lnTo>
                  <a:lnTo>
                    <a:pt x="996188" y="194564"/>
                  </a:lnTo>
                  <a:lnTo>
                    <a:pt x="1027938" y="1945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object 76"/>
            <p:cNvSpPr/>
            <p:nvPr/>
          </p:nvSpPr>
          <p:spPr>
            <a:xfrm>
              <a:off x="6400800" y="2019240"/>
              <a:ext cx="304560" cy="75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304800" h="76200">
                  <a:moveTo>
                    <a:pt x="228600" y="0"/>
                  </a:moveTo>
                  <a:lnTo>
                    <a:pt x="228600" y="76200"/>
                  </a:lnTo>
                  <a:lnTo>
                    <a:pt x="292100" y="44450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92100" y="31750"/>
                  </a:lnTo>
                  <a:lnTo>
                    <a:pt x="228600" y="0"/>
                  </a:lnTo>
                  <a:close/>
                </a:path>
                <a:path w="304800" h="76200">
                  <a:moveTo>
                    <a:pt x="228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304800" h="76200">
                  <a:moveTo>
                    <a:pt x="292100" y="31750"/>
                  </a:moveTo>
                  <a:lnTo>
                    <a:pt x="241300" y="31750"/>
                  </a:lnTo>
                  <a:lnTo>
                    <a:pt x="241300" y="44450"/>
                  </a:lnTo>
                  <a:lnTo>
                    <a:pt x="292100" y="44450"/>
                  </a:lnTo>
                  <a:lnTo>
                    <a:pt x="304800" y="38100"/>
                  </a:lnTo>
                  <a:lnTo>
                    <a:pt x="292100" y="3175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7" name="object 77"/>
            <p:cNvSpPr/>
            <p:nvPr/>
          </p:nvSpPr>
          <p:spPr>
            <a:xfrm>
              <a:off x="4413240" y="2400480"/>
              <a:ext cx="234720" cy="2247480"/>
            </a:xfrm>
            <a:custGeom>
              <a:avLst/>
              <a:gdLst>
                <a:gd name="textAreaLeft" fmla="*/ 0 w 234720"/>
                <a:gd name="textAreaRight" fmla="*/ 235080 w 234720"/>
                <a:gd name="textAreaTop" fmla="*/ 0 h 2247480"/>
                <a:gd name="textAreaBottom" fmla="*/ 2247840 h 2247480"/>
              </a:gdLst>
              <a:ahLst/>
              <a:cxnLst/>
              <a:rect l="textAreaLeft" t="textAreaTop" r="textAreaRight" b="textAreaBottom"/>
              <a:pathLst>
                <a:path w="234950" h="2247900">
                  <a:moveTo>
                    <a:pt x="158750" y="31750"/>
                  </a:moveTo>
                  <a:lnTo>
                    <a:pt x="2794" y="31750"/>
                  </a:lnTo>
                  <a:lnTo>
                    <a:pt x="0" y="34544"/>
                  </a:lnTo>
                  <a:lnTo>
                    <a:pt x="0" y="2247900"/>
                  </a:lnTo>
                  <a:lnTo>
                    <a:pt x="12700" y="22479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158750" y="38100"/>
                  </a:lnTo>
                  <a:lnTo>
                    <a:pt x="158750" y="31750"/>
                  </a:lnTo>
                  <a:close/>
                </a:path>
                <a:path w="234950" h="2247900">
                  <a:moveTo>
                    <a:pt x="158750" y="0"/>
                  </a:moveTo>
                  <a:lnTo>
                    <a:pt x="158750" y="76200"/>
                  </a:lnTo>
                  <a:lnTo>
                    <a:pt x="222250" y="44450"/>
                  </a:lnTo>
                  <a:lnTo>
                    <a:pt x="171450" y="44450"/>
                  </a:lnTo>
                  <a:lnTo>
                    <a:pt x="171450" y="31750"/>
                  </a:lnTo>
                  <a:lnTo>
                    <a:pt x="222250" y="31750"/>
                  </a:lnTo>
                  <a:lnTo>
                    <a:pt x="158750" y="0"/>
                  </a:lnTo>
                  <a:close/>
                </a:path>
                <a:path w="234950" h="22479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234950" h="2247900">
                  <a:moveTo>
                    <a:pt x="1587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158750" y="44450"/>
                  </a:lnTo>
                  <a:lnTo>
                    <a:pt x="158750" y="38100"/>
                  </a:lnTo>
                  <a:close/>
                </a:path>
                <a:path w="234950" h="2247900">
                  <a:moveTo>
                    <a:pt x="222250" y="31750"/>
                  </a:moveTo>
                  <a:lnTo>
                    <a:pt x="171450" y="31750"/>
                  </a:lnTo>
                  <a:lnTo>
                    <a:pt x="171450" y="44450"/>
                  </a:lnTo>
                  <a:lnTo>
                    <a:pt x="222250" y="44450"/>
                  </a:lnTo>
                  <a:lnTo>
                    <a:pt x="234950" y="38100"/>
                  </a:lnTo>
                  <a:lnTo>
                    <a:pt x="222250" y="317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8" name="object 78"/>
            <p:cNvSpPr/>
            <p:nvPr/>
          </p:nvSpPr>
          <p:spPr>
            <a:xfrm>
              <a:off x="4649040" y="22104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152400" y="0"/>
                  </a:moveTo>
                  <a:lnTo>
                    <a:pt x="85363" y="23237"/>
                  </a:lnTo>
                  <a:lnTo>
                    <a:pt x="57067" y="50225"/>
                  </a:lnTo>
                  <a:lnTo>
                    <a:pt x="33470" y="85628"/>
                  </a:lnTo>
                  <a:lnTo>
                    <a:pt x="15484" y="128073"/>
                  </a:lnTo>
                  <a:lnTo>
                    <a:pt x="4023" y="176188"/>
                  </a:lnTo>
                  <a:lnTo>
                    <a:pt x="0" y="228600"/>
                  </a:lnTo>
                  <a:lnTo>
                    <a:pt x="4023" y="281011"/>
                  </a:lnTo>
                  <a:lnTo>
                    <a:pt x="15484" y="329126"/>
                  </a:lnTo>
                  <a:lnTo>
                    <a:pt x="33470" y="371571"/>
                  </a:lnTo>
                  <a:lnTo>
                    <a:pt x="57067" y="406974"/>
                  </a:lnTo>
                  <a:lnTo>
                    <a:pt x="85363" y="433962"/>
                  </a:lnTo>
                  <a:lnTo>
                    <a:pt x="152400" y="457200"/>
                  </a:lnTo>
                  <a:lnTo>
                    <a:pt x="187354" y="451161"/>
                  </a:lnTo>
                  <a:lnTo>
                    <a:pt x="247732" y="406974"/>
                  </a:lnTo>
                  <a:lnTo>
                    <a:pt x="271329" y="371571"/>
                  </a:lnTo>
                  <a:lnTo>
                    <a:pt x="289315" y="329126"/>
                  </a:lnTo>
                  <a:lnTo>
                    <a:pt x="300776" y="281011"/>
                  </a:lnTo>
                  <a:lnTo>
                    <a:pt x="304800" y="228600"/>
                  </a:lnTo>
                  <a:lnTo>
                    <a:pt x="300776" y="176188"/>
                  </a:lnTo>
                  <a:lnTo>
                    <a:pt x="289315" y="128073"/>
                  </a:lnTo>
                  <a:lnTo>
                    <a:pt x="271329" y="85628"/>
                  </a:lnTo>
                  <a:lnTo>
                    <a:pt x="247732" y="50225"/>
                  </a:lnTo>
                  <a:lnTo>
                    <a:pt x="219436" y="232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9" name="object 79"/>
            <p:cNvSpPr/>
            <p:nvPr/>
          </p:nvSpPr>
          <p:spPr>
            <a:xfrm>
              <a:off x="4649040" y="22104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228600"/>
                  </a:moveTo>
                  <a:lnTo>
                    <a:pt x="4023" y="176188"/>
                  </a:lnTo>
                  <a:lnTo>
                    <a:pt x="15484" y="128073"/>
                  </a:lnTo>
                  <a:lnTo>
                    <a:pt x="33470" y="85628"/>
                  </a:lnTo>
                  <a:lnTo>
                    <a:pt x="57067" y="50225"/>
                  </a:lnTo>
                  <a:lnTo>
                    <a:pt x="85363" y="23237"/>
                  </a:lnTo>
                  <a:lnTo>
                    <a:pt x="152400" y="0"/>
                  </a:lnTo>
                  <a:lnTo>
                    <a:pt x="187354" y="6038"/>
                  </a:lnTo>
                  <a:lnTo>
                    <a:pt x="247732" y="50225"/>
                  </a:lnTo>
                  <a:lnTo>
                    <a:pt x="271329" y="85628"/>
                  </a:lnTo>
                  <a:lnTo>
                    <a:pt x="289315" y="128073"/>
                  </a:lnTo>
                  <a:lnTo>
                    <a:pt x="300776" y="176188"/>
                  </a:lnTo>
                  <a:lnTo>
                    <a:pt x="304800" y="228600"/>
                  </a:lnTo>
                  <a:lnTo>
                    <a:pt x="300776" y="281011"/>
                  </a:lnTo>
                  <a:lnTo>
                    <a:pt x="289315" y="329126"/>
                  </a:lnTo>
                  <a:lnTo>
                    <a:pt x="271329" y="371571"/>
                  </a:lnTo>
                  <a:lnTo>
                    <a:pt x="247732" y="406974"/>
                  </a:lnTo>
                  <a:lnTo>
                    <a:pt x="219436" y="433962"/>
                  </a:lnTo>
                  <a:lnTo>
                    <a:pt x="152400" y="457200"/>
                  </a:lnTo>
                  <a:lnTo>
                    <a:pt x="117445" y="451161"/>
                  </a:lnTo>
                  <a:lnTo>
                    <a:pt x="57067" y="406974"/>
                  </a:lnTo>
                  <a:lnTo>
                    <a:pt x="33470" y="371571"/>
                  </a:lnTo>
                  <a:lnTo>
                    <a:pt x="15484" y="329126"/>
                  </a:lnTo>
                  <a:lnTo>
                    <a:pt x="4023" y="281011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0" name="object 80"/>
          <p:cNvSpPr/>
          <p:nvPr/>
        </p:nvSpPr>
        <p:spPr>
          <a:xfrm>
            <a:off x="4685760" y="2206800"/>
            <a:ext cx="232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65880" indent="-53280">
              <a:lnSpc>
                <a:spcPct val="100000"/>
              </a:lnSpc>
              <a:spcBef>
                <a:spcPts val="105"/>
              </a:spcBef>
              <a:tabLst>
                <a:tab pos="0" algn="l"/>
              </a:tabLst>
            </a:pP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&lt;&lt; </a:t>
            </a:r>
            <a:r>
              <a:rPr lang="en-US" sz="14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21" name="object 81"/>
          <p:cNvGrpSpPr/>
          <p:nvPr/>
        </p:nvGrpSpPr>
        <p:grpSpPr>
          <a:xfrm>
            <a:off x="2286720" y="1448640"/>
            <a:ext cx="5714640" cy="2819160"/>
            <a:chOff x="2286720" y="1448640"/>
            <a:chExt cx="5714640" cy="2819160"/>
          </a:xfrm>
        </p:grpSpPr>
        <p:sp>
          <p:nvSpPr>
            <p:cNvPr id="1922" name="object 82"/>
            <p:cNvSpPr/>
            <p:nvPr/>
          </p:nvSpPr>
          <p:spPr>
            <a:xfrm>
              <a:off x="7849440" y="144864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76200" y="0"/>
                  </a:moveTo>
                  <a:lnTo>
                    <a:pt x="46559" y="6752"/>
                  </a:lnTo>
                  <a:lnTo>
                    <a:pt x="22336" y="25161"/>
                  </a:lnTo>
                  <a:lnTo>
                    <a:pt x="5994" y="52452"/>
                  </a:lnTo>
                  <a:lnTo>
                    <a:pt x="0" y="85851"/>
                  </a:lnTo>
                  <a:lnTo>
                    <a:pt x="0" y="447548"/>
                  </a:lnTo>
                  <a:lnTo>
                    <a:pt x="5994" y="480947"/>
                  </a:lnTo>
                  <a:lnTo>
                    <a:pt x="22336" y="508238"/>
                  </a:lnTo>
                  <a:lnTo>
                    <a:pt x="46559" y="526647"/>
                  </a:lnTo>
                  <a:lnTo>
                    <a:pt x="76200" y="533400"/>
                  </a:lnTo>
                  <a:lnTo>
                    <a:pt x="105840" y="526647"/>
                  </a:lnTo>
                  <a:lnTo>
                    <a:pt x="130063" y="508238"/>
                  </a:lnTo>
                  <a:lnTo>
                    <a:pt x="146405" y="480947"/>
                  </a:lnTo>
                  <a:lnTo>
                    <a:pt x="152400" y="447548"/>
                  </a:lnTo>
                  <a:lnTo>
                    <a:pt x="152400" y="85851"/>
                  </a:lnTo>
                  <a:lnTo>
                    <a:pt x="146405" y="52452"/>
                  </a:lnTo>
                  <a:lnTo>
                    <a:pt x="130063" y="25161"/>
                  </a:lnTo>
                  <a:lnTo>
                    <a:pt x="105840" y="675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3" name="object 83"/>
            <p:cNvSpPr/>
            <p:nvPr/>
          </p:nvSpPr>
          <p:spPr>
            <a:xfrm>
              <a:off x="7849440" y="1448640"/>
              <a:ext cx="151920" cy="5331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152400" h="533400">
                  <a:moveTo>
                    <a:pt x="152400" y="85851"/>
                  </a:moveTo>
                  <a:lnTo>
                    <a:pt x="152400" y="447548"/>
                  </a:lnTo>
                  <a:lnTo>
                    <a:pt x="146405" y="480947"/>
                  </a:lnTo>
                  <a:lnTo>
                    <a:pt x="130063" y="508238"/>
                  </a:lnTo>
                  <a:lnTo>
                    <a:pt x="105840" y="526647"/>
                  </a:lnTo>
                  <a:lnTo>
                    <a:pt x="76200" y="533400"/>
                  </a:lnTo>
                  <a:lnTo>
                    <a:pt x="46559" y="526647"/>
                  </a:lnTo>
                  <a:lnTo>
                    <a:pt x="22336" y="508238"/>
                  </a:lnTo>
                  <a:lnTo>
                    <a:pt x="5994" y="480947"/>
                  </a:lnTo>
                  <a:lnTo>
                    <a:pt x="0" y="447548"/>
                  </a:lnTo>
                  <a:lnTo>
                    <a:pt x="0" y="85851"/>
                  </a:lnTo>
                  <a:lnTo>
                    <a:pt x="5994" y="52452"/>
                  </a:lnTo>
                  <a:lnTo>
                    <a:pt x="22336" y="25161"/>
                  </a:lnTo>
                  <a:lnTo>
                    <a:pt x="46559" y="6752"/>
                  </a:lnTo>
                  <a:lnTo>
                    <a:pt x="76200" y="0"/>
                  </a:lnTo>
                  <a:lnTo>
                    <a:pt x="105840" y="6752"/>
                  </a:lnTo>
                  <a:lnTo>
                    <a:pt x="130063" y="25161"/>
                  </a:lnTo>
                  <a:lnTo>
                    <a:pt x="146405" y="52452"/>
                  </a:lnTo>
                  <a:lnTo>
                    <a:pt x="152400" y="8585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4" name="object 84"/>
            <p:cNvSpPr/>
            <p:nvPr/>
          </p:nvSpPr>
          <p:spPr>
            <a:xfrm>
              <a:off x="7392240" y="1482120"/>
              <a:ext cx="456840" cy="8532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457200" h="85725">
                  <a:moveTo>
                    <a:pt x="371475" y="57145"/>
                  </a:moveTo>
                  <a:lnTo>
                    <a:pt x="371475" y="85725"/>
                  </a:lnTo>
                  <a:lnTo>
                    <a:pt x="428540" y="57150"/>
                  </a:lnTo>
                  <a:lnTo>
                    <a:pt x="371475" y="57145"/>
                  </a:lnTo>
                  <a:close/>
                </a:path>
                <a:path w="457200" h="85725">
                  <a:moveTo>
                    <a:pt x="371475" y="28570"/>
                  </a:moveTo>
                  <a:lnTo>
                    <a:pt x="371475" y="57145"/>
                  </a:lnTo>
                  <a:lnTo>
                    <a:pt x="385699" y="57150"/>
                  </a:lnTo>
                  <a:lnTo>
                    <a:pt x="385699" y="28575"/>
                  </a:lnTo>
                  <a:lnTo>
                    <a:pt x="371475" y="28570"/>
                  </a:lnTo>
                  <a:close/>
                </a:path>
                <a:path w="457200" h="85725">
                  <a:moveTo>
                    <a:pt x="371475" y="0"/>
                  </a:moveTo>
                  <a:lnTo>
                    <a:pt x="371475" y="28570"/>
                  </a:lnTo>
                  <a:lnTo>
                    <a:pt x="385699" y="28575"/>
                  </a:lnTo>
                  <a:lnTo>
                    <a:pt x="385699" y="57150"/>
                  </a:lnTo>
                  <a:lnTo>
                    <a:pt x="428549" y="57145"/>
                  </a:lnTo>
                  <a:lnTo>
                    <a:pt x="457200" y="42799"/>
                  </a:lnTo>
                  <a:lnTo>
                    <a:pt x="371475" y="0"/>
                  </a:lnTo>
                  <a:close/>
                </a:path>
                <a:path w="457200" h="85725">
                  <a:moveTo>
                    <a:pt x="0" y="28448"/>
                  </a:moveTo>
                  <a:lnTo>
                    <a:pt x="0" y="57023"/>
                  </a:lnTo>
                  <a:lnTo>
                    <a:pt x="371475" y="57145"/>
                  </a:lnTo>
                  <a:lnTo>
                    <a:pt x="371475" y="28570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5" name="object 85"/>
            <p:cNvSpPr/>
            <p:nvPr/>
          </p:nvSpPr>
          <p:spPr>
            <a:xfrm>
              <a:off x="7886880" y="198108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6" name="object 86"/>
            <p:cNvSpPr/>
            <p:nvPr/>
          </p:nvSpPr>
          <p:spPr>
            <a:xfrm>
              <a:off x="2286720" y="304884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304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304800" y="1219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7" name="object 87"/>
            <p:cNvSpPr/>
            <p:nvPr/>
          </p:nvSpPr>
          <p:spPr>
            <a:xfrm>
              <a:off x="2286720" y="3048840"/>
              <a:ext cx="304560" cy="1218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218960"/>
                <a:gd name="textAreaBottom" fmla="*/ 1219320 h 1218960"/>
              </a:gdLst>
              <a:ahLst/>
              <a:cxnLst/>
              <a:rect l="textAreaLeft" t="textAreaTop" r="textAreaRight" b="textAreaBottom"/>
              <a:pathLst>
                <a:path w="304800" h="1219200">
                  <a:moveTo>
                    <a:pt x="0" y="1219200"/>
                  </a:moveTo>
                  <a:lnTo>
                    <a:pt x="304800" y="1219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8" name="object 88"/>
          <p:cNvSpPr/>
          <p:nvPr/>
        </p:nvSpPr>
        <p:spPr>
          <a:xfrm>
            <a:off x="657000" y="3333240"/>
            <a:ext cx="192060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0160">
              <a:lnSpc>
                <a:spcPct val="100000"/>
              </a:lnSpc>
              <a:spcBef>
                <a:spcPts val="105"/>
              </a:spcBef>
              <a:tabLst>
                <a:tab pos="701640" algn="l"/>
                <a:tab pos="1745640" algn="l"/>
              </a:tabLst>
            </a:pP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Insn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tabLst>
                <a:tab pos="660240" algn="l"/>
                <a:tab pos="1689120" algn="l"/>
              </a:tabLst>
            </a:pP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Mem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29" name="object 89"/>
          <p:cNvGrpSpPr/>
          <p:nvPr/>
        </p:nvGrpSpPr>
        <p:grpSpPr>
          <a:xfrm>
            <a:off x="1981800" y="3615480"/>
            <a:ext cx="2895480" cy="651960"/>
            <a:chOff x="1981800" y="3615480"/>
            <a:chExt cx="2895480" cy="651960"/>
          </a:xfrm>
        </p:grpSpPr>
        <p:pic>
          <p:nvPicPr>
            <p:cNvPr id="1930" name="object 90"/>
            <p:cNvPicPr/>
            <p:nvPr/>
          </p:nvPicPr>
          <p:blipFill>
            <a:blip r:embed="rId10"/>
            <a:stretch/>
          </p:blipFill>
          <p:spPr>
            <a:xfrm>
              <a:off x="2272320" y="402516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31" name="object 91"/>
            <p:cNvSpPr/>
            <p:nvPr/>
          </p:nvSpPr>
          <p:spPr>
            <a:xfrm>
              <a:off x="1981800" y="361548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4800" h="85725">
                  <a:moveTo>
                    <a:pt x="219075" y="0"/>
                  </a:moveTo>
                  <a:lnTo>
                    <a:pt x="219075" y="85725"/>
                  </a:lnTo>
                  <a:lnTo>
                    <a:pt x="276309" y="57150"/>
                  </a:lnTo>
                  <a:lnTo>
                    <a:pt x="233299" y="57150"/>
                  </a:lnTo>
                  <a:lnTo>
                    <a:pt x="233299" y="28575"/>
                  </a:lnTo>
                  <a:lnTo>
                    <a:pt x="276140" y="28575"/>
                  </a:lnTo>
                  <a:lnTo>
                    <a:pt x="219075" y="0"/>
                  </a:lnTo>
                  <a:close/>
                </a:path>
                <a:path w="304800" h="85725">
                  <a:moveTo>
                    <a:pt x="2190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19075" y="57150"/>
                  </a:lnTo>
                  <a:lnTo>
                    <a:pt x="219075" y="28575"/>
                  </a:lnTo>
                  <a:close/>
                </a:path>
                <a:path w="304800" h="85725">
                  <a:moveTo>
                    <a:pt x="276140" y="28575"/>
                  </a:moveTo>
                  <a:lnTo>
                    <a:pt x="233299" y="28575"/>
                  </a:lnTo>
                  <a:lnTo>
                    <a:pt x="233299" y="57150"/>
                  </a:lnTo>
                  <a:lnTo>
                    <a:pt x="276309" y="57150"/>
                  </a:lnTo>
                  <a:lnTo>
                    <a:pt x="304800" y="42925"/>
                  </a:lnTo>
                  <a:lnTo>
                    <a:pt x="276140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2" name="object 92"/>
            <p:cNvSpPr/>
            <p:nvPr/>
          </p:nvSpPr>
          <p:spPr>
            <a:xfrm>
              <a:off x="4572720" y="38106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3" name="object 93"/>
          <p:cNvSpPr/>
          <p:nvPr/>
        </p:nvSpPr>
        <p:spPr>
          <a:xfrm>
            <a:off x="4572720" y="3810600"/>
            <a:ext cx="30456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69120" rIns="0" bIns="0" anchor="t">
            <a:spAutoFit/>
          </a:bodyPr>
          <a:p>
            <a:pPr marL="67320">
              <a:lnSpc>
                <a:spcPct val="100000"/>
              </a:lnSpc>
              <a:spcBef>
                <a:spcPts val="544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34" name="object 94"/>
          <p:cNvGrpSpPr/>
          <p:nvPr/>
        </p:nvGrpSpPr>
        <p:grpSpPr>
          <a:xfrm>
            <a:off x="4558320" y="3048840"/>
            <a:ext cx="928440" cy="1157040"/>
            <a:chOff x="4558320" y="3048840"/>
            <a:chExt cx="928440" cy="1157040"/>
          </a:xfrm>
        </p:grpSpPr>
        <p:pic>
          <p:nvPicPr>
            <p:cNvPr id="1935" name="object 95"/>
            <p:cNvPicPr/>
            <p:nvPr/>
          </p:nvPicPr>
          <p:blipFill>
            <a:blip r:embed="rId11"/>
            <a:stretch/>
          </p:blipFill>
          <p:spPr>
            <a:xfrm>
              <a:off x="4558320" y="402516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36" name="object 96"/>
            <p:cNvSpPr/>
            <p:nvPr/>
          </p:nvSpPr>
          <p:spPr>
            <a:xfrm>
              <a:off x="5182200" y="3048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7" name="object 97"/>
            <p:cNvSpPr/>
            <p:nvPr/>
          </p:nvSpPr>
          <p:spPr>
            <a:xfrm>
              <a:off x="5182200" y="30488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8" name="object 98"/>
          <p:cNvSpPr/>
          <p:nvPr/>
        </p:nvSpPr>
        <p:spPr>
          <a:xfrm>
            <a:off x="5237640" y="3104280"/>
            <a:ext cx="195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39" name="object 99"/>
          <p:cNvGrpSpPr/>
          <p:nvPr/>
        </p:nvGrpSpPr>
        <p:grpSpPr>
          <a:xfrm>
            <a:off x="5168160" y="3278160"/>
            <a:ext cx="1385640" cy="684720"/>
            <a:chOff x="5168160" y="3278160"/>
            <a:chExt cx="1385640" cy="684720"/>
          </a:xfrm>
        </p:grpSpPr>
        <p:pic>
          <p:nvPicPr>
            <p:cNvPr id="1940" name="object 100"/>
            <p:cNvPicPr/>
            <p:nvPr/>
          </p:nvPicPr>
          <p:blipFill>
            <a:blip r:embed="rId12"/>
            <a:stretch/>
          </p:blipFill>
          <p:spPr>
            <a:xfrm>
              <a:off x="5168160" y="327816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41" name="object 101"/>
            <p:cNvSpPr/>
            <p:nvPr/>
          </p:nvSpPr>
          <p:spPr>
            <a:xfrm>
              <a:off x="6249240" y="35060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30479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799" y="457200"/>
                  </a:lnTo>
                  <a:lnTo>
                    <a:pt x="304799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2" name="object 102"/>
            <p:cNvSpPr/>
            <p:nvPr/>
          </p:nvSpPr>
          <p:spPr>
            <a:xfrm>
              <a:off x="6249240" y="350604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457200"/>
                  </a:moveTo>
                  <a:lnTo>
                    <a:pt x="304799" y="457200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3" name="object 103"/>
          <p:cNvSpPr/>
          <p:nvPr/>
        </p:nvSpPr>
        <p:spPr>
          <a:xfrm>
            <a:off x="6290640" y="3561840"/>
            <a:ext cx="2232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44" name="object 104"/>
          <p:cNvGrpSpPr/>
          <p:nvPr/>
        </p:nvGrpSpPr>
        <p:grpSpPr>
          <a:xfrm>
            <a:off x="4939560" y="3124800"/>
            <a:ext cx="3290400" cy="1233360"/>
            <a:chOff x="4939560" y="3124800"/>
            <a:chExt cx="3290400" cy="1233360"/>
          </a:xfrm>
        </p:grpSpPr>
        <p:pic>
          <p:nvPicPr>
            <p:cNvPr id="1945" name="object 105"/>
            <p:cNvPicPr/>
            <p:nvPr/>
          </p:nvPicPr>
          <p:blipFill>
            <a:blip r:embed="rId13"/>
            <a:stretch/>
          </p:blipFill>
          <p:spPr>
            <a:xfrm>
              <a:off x="6020640" y="3691800"/>
              <a:ext cx="39492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46" name="object 106"/>
            <p:cNvSpPr/>
            <p:nvPr/>
          </p:nvSpPr>
          <p:spPr>
            <a:xfrm>
              <a:off x="4939560" y="3920400"/>
              <a:ext cx="1995480" cy="437760"/>
            </a:xfrm>
            <a:custGeom>
              <a:avLst/>
              <a:gdLst>
                <a:gd name="textAreaLeft" fmla="*/ 0 w 1995480"/>
                <a:gd name="textAreaRight" fmla="*/ 1995840 w 199548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1995804" h="438150">
                  <a:moveTo>
                    <a:pt x="28575" y="119125"/>
                  </a:moveTo>
                  <a:lnTo>
                    <a:pt x="0" y="119125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1774824" y="438150"/>
                  </a:lnTo>
                  <a:lnTo>
                    <a:pt x="1781174" y="431800"/>
                  </a:lnTo>
                  <a:lnTo>
                    <a:pt x="1781174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119125"/>
                  </a:lnTo>
                  <a:close/>
                </a:path>
                <a:path w="1995804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1995804" h="438150">
                  <a:moveTo>
                    <a:pt x="1752599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1752599" y="423925"/>
                  </a:lnTo>
                  <a:lnTo>
                    <a:pt x="1752599" y="409575"/>
                  </a:lnTo>
                  <a:close/>
                </a:path>
                <a:path w="1995804" h="438150">
                  <a:moveTo>
                    <a:pt x="1909825" y="28575"/>
                  </a:moveTo>
                  <a:lnTo>
                    <a:pt x="1759077" y="28575"/>
                  </a:lnTo>
                  <a:lnTo>
                    <a:pt x="1752599" y="35051"/>
                  </a:lnTo>
                  <a:lnTo>
                    <a:pt x="1752599" y="423925"/>
                  </a:lnTo>
                  <a:lnTo>
                    <a:pt x="1766950" y="409575"/>
                  </a:lnTo>
                  <a:lnTo>
                    <a:pt x="1781174" y="409575"/>
                  </a:lnTo>
                  <a:lnTo>
                    <a:pt x="1781174" y="57150"/>
                  </a:lnTo>
                  <a:lnTo>
                    <a:pt x="1766950" y="57150"/>
                  </a:lnTo>
                  <a:lnTo>
                    <a:pt x="1781174" y="42925"/>
                  </a:lnTo>
                  <a:lnTo>
                    <a:pt x="1909825" y="42925"/>
                  </a:lnTo>
                  <a:lnTo>
                    <a:pt x="1909825" y="28575"/>
                  </a:lnTo>
                  <a:close/>
                </a:path>
                <a:path w="1995804" h="438150">
                  <a:moveTo>
                    <a:pt x="1781174" y="409575"/>
                  </a:moveTo>
                  <a:lnTo>
                    <a:pt x="1766950" y="409575"/>
                  </a:lnTo>
                  <a:lnTo>
                    <a:pt x="1752599" y="423925"/>
                  </a:lnTo>
                  <a:lnTo>
                    <a:pt x="1781174" y="423925"/>
                  </a:lnTo>
                  <a:lnTo>
                    <a:pt x="1781174" y="409575"/>
                  </a:lnTo>
                  <a:close/>
                </a:path>
                <a:path w="1995804" h="438150">
                  <a:moveTo>
                    <a:pt x="1909825" y="0"/>
                  </a:moveTo>
                  <a:lnTo>
                    <a:pt x="1909825" y="85725"/>
                  </a:lnTo>
                  <a:lnTo>
                    <a:pt x="1967060" y="57150"/>
                  </a:lnTo>
                  <a:lnTo>
                    <a:pt x="1924049" y="57150"/>
                  </a:lnTo>
                  <a:lnTo>
                    <a:pt x="1924049" y="28575"/>
                  </a:lnTo>
                  <a:lnTo>
                    <a:pt x="1966891" y="28575"/>
                  </a:lnTo>
                  <a:lnTo>
                    <a:pt x="1909825" y="0"/>
                  </a:lnTo>
                  <a:close/>
                </a:path>
                <a:path w="1995804" h="438150">
                  <a:moveTo>
                    <a:pt x="1781174" y="42925"/>
                  </a:moveTo>
                  <a:lnTo>
                    <a:pt x="1766950" y="57150"/>
                  </a:lnTo>
                  <a:lnTo>
                    <a:pt x="1781174" y="57150"/>
                  </a:lnTo>
                  <a:lnTo>
                    <a:pt x="1781174" y="42925"/>
                  </a:lnTo>
                  <a:close/>
                </a:path>
                <a:path w="1995804" h="438150">
                  <a:moveTo>
                    <a:pt x="1909825" y="42925"/>
                  </a:moveTo>
                  <a:lnTo>
                    <a:pt x="1781174" y="42925"/>
                  </a:lnTo>
                  <a:lnTo>
                    <a:pt x="1781174" y="57150"/>
                  </a:lnTo>
                  <a:lnTo>
                    <a:pt x="1909825" y="57150"/>
                  </a:lnTo>
                  <a:lnTo>
                    <a:pt x="1909825" y="42925"/>
                  </a:lnTo>
                  <a:close/>
                </a:path>
                <a:path w="1995804" h="438150">
                  <a:moveTo>
                    <a:pt x="1966891" y="28575"/>
                  </a:moveTo>
                  <a:lnTo>
                    <a:pt x="1924049" y="28575"/>
                  </a:lnTo>
                  <a:lnTo>
                    <a:pt x="1924049" y="57150"/>
                  </a:lnTo>
                  <a:lnTo>
                    <a:pt x="1967060" y="57150"/>
                  </a:lnTo>
                  <a:lnTo>
                    <a:pt x="1995550" y="42925"/>
                  </a:lnTo>
                  <a:lnTo>
                    <a:pt x="1966891" y="2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7" name="object 107"/>
            <p:cNvSpPr/>
            <p:nvPr/>
          </p:nvSpPr>
          <p:spPr>
            <a:xfrm>
              <a:off x="7925400" y="31248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8" name="object 108"/>
            <p:cNvSpPr/>
            <p:nvPr/>
          </p:nvSpPr>
          <p:spPr>
            <a:xfrm>
              <a:off x="7925400" y="3124800"/>
              <a:ext cx="304560" cy="45684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9" name="object 109"/>
          <p:cNvSpPr/>
          <p:nvPr/>
        </p:nvSpPr>
        <p:spPr>
          <a:xfrm>
            <a:off x="7973280" y="3180240"/>
            <a:ext cx="20916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50" name="object 110"/>
          <p:cNvGrpSpPr/>
          <p:nvPr/>
        </p:nvGrpSpPr>
        <p:grpSpPr>
          <a:xfrm>
            <a:off x="1829520" y="1158840"/>
            <a:ext cx="6781320" cy="2922840"/>
            <a:chOff x="1829520" y="1158840"/>
            <a:chExt cx="6781320" cy="2922840"/>
          </a:xfrm>
        </p:grpSpPr>
        <p:pic>
          <p:nvPicPr>
            <p:cNvPr id="1951" name="object 111"/>
            <p:cNvPicPr/>
            <p:nvPr/>
          </p:nvPicPr>
          <p:blipFill>
            <a:blip r:embed="rId14"/>
            <a:stretch/>
          </p:blipFill>
          <p:spPr>
            <a:xfrm>
              <a:off x="7696800" y="3310560"/>
              <a:ext cx="39492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52" name="object 112"/>
            <p:cNvSpPr/>
            <p:nvPr/>
          </p:nvSpPr>
          <p:spPr>
            <a:xfrm>
              <a:off x="1829520" y="1481760"/>
              <a:ext cx="6629040" cy="2599920"/>
            </a:xfrm>
            <a:custGeom>
              <a:avLst/>
              <a:gdLst>
                <a:gd name="textAreaLeft" fmla="*/ 0 w 6629040"/>
                <a:gd name="textAreaRight" fmla="*/ 6629400 w 6629040"/>
                <a:gd name="textAreaTop" fmla="*/ 0 h 2599920"/>
                <a:gd name="textAreaBottom" fmla="*/ 2600280 h 2599920"/>
              </a:gdLst>
              <a:ahLst/>
              <a:cxnLst/>
              <a:rect l="textAreaLeft" t="textAreaTop" r="textAreaRight" b="textAreaBottom"/>
              <a:pathLst>
                <a:path w="6629400" h="2600325">
                  <a:moveTo>
                    <a:pt x="2743200" y="2557526"/>
                  </a:moveTo>
                  <a:lnTo>
                    <a:pt x="2714536" y="2543175"/>
                  </a:lnTo>
                  <a:lnTo>
                    <a:pt x="2657475" y="2514600"/>
                  </a:lnTo>
                  <a:lnTo>
                    <a:pt x="2657475" y="2543175"/>
                  </a:lnTo>
                  <a:lnTo>
                    <a:pt x="2362200" y="2543175"/>
                  </a:lnTo>
                  <a:lnTo>
                    <a:pt x="2362200" y="2571750"/>
                  </a:lnTo>
                  <a:lnTo>
                    <a:pt x="2657475" y="2571750"/>
                  </a:lnTo>
                  <a:lnTo>
                    <a:pt x="2657475" y="2600325"/>
                  </a:lnTo>
                  <a:lnTo>
                    <a:pt x="2714701" y="2571750"/>
                  </a:lnTo>
                  <a:lnTo>
                    <a:pt x="2743200" y="2557526"/>
                  </a:lnTo>
                  <a:close/>
                </a:path>
                <a:path w="6629400" h="2600325">
                  <a:moveTo>
                    <a:pt x="2895600" y="1963166"/>
                  </a:moveTo>
                  <a:lnTo>
                    <a:pt x="2866936" y="1948815"/>
                  </a:lnTo>
                  <a:lnTo>
                    <a:pt x="2809875" y="1920240"/>
                  </a:lnTo>
                  <a:lnTo>
                    <a:pt x="2809875" y="1948815"/>
                  </a:lnTo>
                  <a:lnTo>
                    <a:pt x="2362200" y="1948815"/>
                  </a:lnTo>
                  <a:lnTo>
                    <a:pt x="2362200" y="1977390"/>
                  </a:lnTo>
                  <a:lnTo>
                    <a:pt x="2809875" y="1977390"/>
                  </a:lnTo>
                  <a:lnTo>
                    <a:pt x="2809875" y="2005965"/>
                  </a:lnTo>
                  <a:lnTo>
                    <a:pt x="2867101" y="1977390"/>
                  </a:lnTo>
                  <a:lnTo>
                    <a:pt x="2895600" y="1963166"/>
                  </a:lnTo>
                  <a:close/>
                </a:path>
                <a:path w="6629400" h="2600325">
                  <a:moveTo>
                    <a:pt x="5410200" y="42926"/>
                  </a:moveTo>
                  <a:lnTo>
                    <a:pt x="5381536" y="28575"/>
                  </a:lnTo>
                  <a:lnTo>
                    <a:pt x="5324475" y="0"/>
                  </a:lnTo>
                  <a:lnTo>
                    <a:pt x="5324475" y="28575"/>
                  </a:lnTo>
                  <a:lnTo>
                    <a:pt x="296926" y="28575"/>
                  </a:lnTo>
                  <a:lnTo>
                    <a:pt x="290449" y="35052"/>
                  </a:lnTo>
                  <a:lnTo>
                    <a:pt x="290449" y="1095375"/>
                  </a:lnTo>
                  <a:lnTo>
                    <a:pt x="0" y="1095375"/>
                  </a:lnTo>
                  <a:lnTo>
                    <a:pt x="0" y="1123950"/>
                  </a:lnTo>
                  <a:lnTo>
                    <a:pt x="312674" y="1123950"/>
                  </a:lnTo>
                  <a:lnTo>
                    <a:pt x="319024" y="1117600"/>
                  </a:lnTo>
                  <a:lnTo>
                    <a:pt x="319024" y="1109726"/>
                  </a:lnTo>
                  <a:lnTo>
                    <a:pt x="319024" y="1095375"/>
                  </a:lnTo>
                  <a:lnTo>
                    <a:pt x="319024" y="57150"/>
                  </a:lnTo>
                  <a:lnTo>
                    <a:pt x="5324475" y="57150"/>
                  </a:lnTo>
                  <a:lnTo>
                    <a:pt x="5324475" y="85725"/>
                  </a:lnTo>
                  <a:lnTo>
                    <a:pt x="5381701" y="57150"/>
                  </a:lnTo>
                  <a:lnTo>
                    <a:pt x="5410200" y="42926"/>
                  </a:lnTo>
                  <a:close/>
                </a:path>
                <a:path w="6629400" h="2600325">
                  <a:moveTo>
                    <a:pt x="6019800" y="423926"/>
                  </a:moveTo>
                  <a:lnTo>
                    <a:pt x="5991136" y="409575"/>
                  </a:lnTo>
                  <a:lnTo>
                    <a:pt x="5934075" y="381000"/>
                  </a:lnTo>
                  <a:lnTo>
                    <a:pt x="5934075" y="409575"/>
                  </a:lnTo>
                  <a:lnTo>
                    <a:pt x="5777103" y="409575"/>
                  </a:lnTo>
                  <a:lnTo>
                    <a:pt x="5770753" y="416052"/>
                  </a:lnTo>
                  <a:lnTo>
                    <a:pt x="5770753" y="942975"/>
                  </a:lnTo>
                  <a:lnTo>
                    <a:pt x="4425188" y="942975"/>
                  </a:lnTo>
                  <a:lnTo>
                    <a:pt x="4425188" y="734314"/>
                  </a:lnTo>
                  <a:lnTo>
                    <a:pt x="4799838" y="734314"/>
                  </a:lnTo>
                  <a:lnTo>
                    <a:pt x="4799838" y="766064"/>
                  </a:lnTo>
                  <a:lnTo>
                    <a:pt x="4863338" y="734314"/>
                  </a:lnTo>
                  <a:lnTo>
                    <a:pt x="4876038" y="727964"/>
                  </a:lnTo>
                  <a:lnTo>
                    <a:pt x="4863338" y="721614"/>
                  </a:lnTo>
                  <a:lnTo>
                    <a:pt x="4799838" y="689864"/>
                  </a:lnTo>
                  <a:lnTo>
                    <a:pt x="4799838" y="721614"/>
                  </a:lnTo>
                  <a:lnTo>
                    <a:pt x="4415282" y="721614"/>
                  </a:lnTo>
                  <a:lnTo>
                    <a:pt x="4412488" y="724408"/>
                  </a:lnTo>
                  <a:lnTo>
                    <a:pt x="4412488" y="942975"/>
                  </a:lnTo>
                  <a:lnTo>
                    <a:pt x="3124200" y="942975"/>
                  </a:lnTo>
                  <a:lnTo>
                    <a:pt x="3124200" y="971550"/>
                  </a:lnTo>
                  <a:lnTo>
                    <a:pt x="4412488" y="971550"/>
                  </a:lnTo>
                  <a:lnTo>
                    <a:pt x="4412488" y="1940814"/>
                  </a:lnTo>
                  <a:lnTo>
                    <a:pt x="4190238" y="1940814"/>
                  </a:lnTo>
                  <a:lnTo>
                    <a:pt x="4190238" y="1953514"/>
                  </a:lnTo>
                  <a:lnTo>
                    <a:pt x="4422394" y="1953514"/>
                  </a:lnTo>
                  <a:lnTo>
                    <a:pt x="4425188" y="1950720"/>
                  </a:lnTo>
                  <a:lnTo>
                    <a:pt x="4425188" y="1947164"/>
                  </a:lnTo>
                  <a:lnTo>
                    <a:pt x="4425188" y="1940814"/>
                  </a:lnTo>
                  <a:lnTo>
                    <a:pt x="4425188" y="971550"/>
                  </a:lnTo>
                  <a:lnTo>
                    <a:pt x="5792851" y="971550"/>
                  </a:lnTo>
                  <a:lnTo>
                    <a:pt x="5799328" y="965200"/>
                  </a:lnTo>
                  <a:lnTo>
                    <a:pt x="5799328" y="957326"/>
                  </a:lnTo>
                  <a:lnTo>
                    <a:pt x="5799328" y="942975"/>
                  </a:lnTo>
                  <a:lnTo>
                    <a:pt x="5799328" y="438150"/>
                  </a:lnTo>
                  <a:lnTo>
                    <a:pt x="5934075" y="438150"/>
                  </a:lnTo>
                  <a:lnTo>
                    <a:pt x="5934075" y="466725"/>
                  </a:lnTo>
                  <a:lnTo>
                    <a:pt x="5991301" y="438150"/>
                  </a:lnTo>
                  <a:lnTo>
                    <a:pt x="6019800" y="423926"/>
                  </a:lnTo>
                  <a:close/>
                </a:path>
                <a:path w="6629400" h="2600325">
                  <a:moveTo>
                    <a:pt x="6629400" y="1414526"/>
                  </a:moveTo>
                  <a:lnTo>
                    <a:pt x="6600736" y="1400175"/>
                  </a:lnTo>
                  <a:lnTo>
                    <a:pt x="6543675" y="1371600"/>
                  </a:lnTo>
                  <a:lnTo>
                    <a:pt x="6543675" y="1400175"/>
                  </a:lnTo>
                  <a:lnTo>
                    <a:pt x="4868926" y="1400175"/>
                  </a:lnTo>
                  <a:lnTo>
                    <a:pt x="4862449" y="1406652"/>
                  </a:lnTo>
                  <a:lnTo>
                    <a:pt x="4862449" y="2238375"/>
                  </a:lnTo>
                  <a:lnTo>
                    <a:pt x="4724387" y="2238375"/>
                  </a:lnTo>
                  <a:lnTo>
                    <a:pt x="4724387" y="2266950"/>
                  </a:lnTo>
                  <a:lnTo>
                    <a:pt x="4884674" y="2266950"/>
                  </a:lnTo>
                  <a:lnTo>
                    <a:pt x="4891024" y="2260600"/>
                  </a:lnTo>
                  <a:lnTo>
                    <a:pt x="4891024" y="2252726"/>
                  </a:lnTo>
                  <a:lnTo>
                    <a:pt x="4891024" y="2238375"/>
                  </a:lnTo>
                  <a:lnTo>
                    <a:pt x="4891024" y="1428750"/>
                  </a:lnTo>
                  <a:lnTo>
                    <a:pt x="6543675" y="1428750"/>
                  </a:lnTo>
                  <a:lnTo>
                    <a:pt x="6543675" y="1457325"/>
                  </a:lnTo>
                  <a:lnTo>
                    <a:pt x="6600901" y="1428750"/>
                  </a:lnTo>
                  <a:lnTo>
                    <a:pt x="6629400" y="141452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3" name="object 113"/>
            <p:cNvSpPr/>
            <p:nvPr/>
          </p:nvSpPr>
          <p:spPr>
            <a:xfrm>
              <a:off x="8458920" y="1158840"/>
              <a:ext cx="151920" cy="4568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52400" h="457200">
                  <a:moveTo>
                    <a:pt x="76200" y="0"/>
                  </a:moveTo>
                  <a:lnTo>
                    <a:pt x="46559" y="5774"/>
                  </a:lnTo>
                  <a:lnTo>
                    <a:pt x="22336" y="21526"/>
                  </a:lnTo>
                  <a:lnTo>
                    <a:pt x="5994" y="44898"/>
                  </a:lnTo>
                  <a:lnTo>
                    <a:pt x="0" y="73533"/>
                  </a:lnTo>
                  <a:lnTo>
                    <a:pt x="0" y="383667"/>
                  </a:lnTo>
                  <a:lnTo>
                    <a:pt x="5994" y="412301"/>
                  </a:lnTo>
                  <a:lnTo>
                    <a:pt x="22336" y="435673"/>
                  </a:lnTo>
                  <a:lnTo>
                    <a:pt x="46559" y="451425"/>
                  </a:lnTo>
                  <a:lnTo>
                    <a:pt x="76200" y="457200"/>
                  </a:lnTo>
                  <a:lnTo>
                    <a:pt x="105840" y="451425"/>
                  </a:lnTo>
                  <a:lnTo>
                    <a:pt x="130063" y="435673"/>
                  </a:lnTo>
                  <a:lnTo>
                    <a:pt x="146405" y="412301"/>
                  </a:lnTo>
                  <a:lnTo>
                    <a:pt x="152400" y="383667"/>
                  </a:lnTo>
                  <a:lnTo>
                    <a:pt x="152400" y="73533"/>
                  </a:lnTo>
                  <a:lnTo>
                    <a:pt x="146405" y="44898"/>
                  </a:lnTo>
                  <a:lnTo>
                    <a:pt x="130063" y="21526"/>
                  </a:lnTo>
                  <a:lnTo>
                    <a:pt x="105840" y="5774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4" name="object 114"/>
            <p:cNvSpPr/>
            <p:nvPr/>
          </p:nvSpPr>
          <p:spPr>
            <a:xfrm>
              <a:off x="8458920" y="1158840"/>
              <a:ext cx="151920" cy="4568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52400" h="457200">
                  <a:moveTo>
                    <a:pt x="152400" y="73533"/>
                  </a:moveTo>
                  <a:lnTo>
                    <a:pt x="152400" y="383667"/>
                  </a:lnTo>
                  <a:lnTo>
                    <a:pt x="146405" y="412301"/>
                  </a:lnTo>
                  <a:lnTo>
                    <a:pt x="130063" y="435673"/>
                  </a:lnTo>
                  <a:lnTo>
                    <a:pt x="105840" y="451425"/>
                  </a:lnTo>
                  <a:lnTo>
                    <a:pt x="76200" y="457200"/>
                  </a:lnTo>
                  <a:lnTo>
                    <a:pt x="46559" y="451425"/>
                  </a:lnTo>
                  <a:lnTo>
                    <a:pt x="22336" y="435673"/>
                  </a:lnTo>
                  <a:lnTo>
                    <a:pt x="5994" y="412301"/>
                  </a:lnTo>
                  <a:lnTo>
                    <a:pt x="0" y="383667"/>
                  </a:lnTo>
                  <a:lnTo>
                    <a:pt x="0" y="73533"/>
                  </a:lnTo>
                  <a:lnTo>
                    <a:pt x="5994" y="44898"/>
                  </a:lnTo>
                  <a:lnTo>
                    <a:pt x="22336" y="21526"/>
                  </a:lnTo>
                  <a:lnTo>
                    <a:pt x="46559" y="5774"/>
                  </a:lnTo>
                  <a:lnTo>
                    <a:pt x="76200" y="0"/>
                  </a:lnTo>
                  <a:lnTo>
                    <a:pt x="105840" y="5774"/>
                  </a:lnTo>
                  <a:lnTo>
                    <a:pt x="130063" y="21526"/>
                  </a:lnTo>
                  <a:lnTo>
                    <a:pt x="146405" y="44898"/>
                  </a:lnTo>
                  <a:lnTo>
                    <a:pt x="152400" y="7353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5" name="object 115"/>
            <p:cNvSpPr/>
            <p:nvPr/>
          </p:nvSpPr>
          <p:spPr>
            <a:xfrm>
              <a:off x="2972520" y="1920960"/>
              <a:ext cx="1218960" cy="60912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219200" h="609600">
                  <a:moveTo>
                    <a:pt x="1219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219200" y="6096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6" name="object 116"/>
            <p:cNvSpPr/>
            <p:nvPr/>
          </p:nvSpPr>
          <p:spPr>
            <a:xfrm>
              <a:off x="2972520" y="1920960"/>
              <a:ext cx="1218960" cy="609120"/>
            </a:xfrm>
            <a:custGeom>
              <a:avLst/>
              <a:gdLst>
                <a:gd name="textAreaLeft" fmla="*/ 0 w 1218960"/>
                <a:gd name="textAreaRight" fmla="*/ 1219320 w 12189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1219200" h="609600">
                  <a:moveTo>
                    <a:pt x="0" y="609600"/>
                  </a:moveTo>
                  <a:lnTo>
                    <a:pt x="1219200" y="6096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7" name="object 117"/>
          <p:cNvSpPr/>
          <p:nvPr/>
        </p:nvSpPr>
        <p:spPr>
          <a:xfrm>
            <a:off x="2972520" y="1920960"/>
            <a:ext cx="12189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6400" rIns="0" bIns="0" anchor="t">
            <a:spAutoFit/>
          </a:bodyPr>
          <a:p>
            <a:pPr marL="76320" indent="4320">
              <a:lnSpc>
                <a:spcPct val="100000"/>
              </a:lnSpc>
              <a:spcBef>
                <a:spcPts val="680"/>
              </a:spcBef>
              <a:tabLst>
                <a:tab pos="0" algn="l"/>
              </a:tabLst>
            </a:pP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Arial"/>
              </a:rPr>
              <a:t>Co-procesor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Register</a:t>
            </a:r>
            <a:r>
              <a:rPr lang="en-US" sz="1400" b="1" u="none" spc="-71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400" b="1" u="none" spc="-20" strike="noStrike">
                <a:solidFill>
                  <a:srgbClr val="FFFFFF"/>
                </a:solidFill>
                <a:effectLst/>
                <a:uFillTx/>
                <a:latin typeface="Arial"/>
              </a:rPr>
              <a:t>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58" name="object 118"/>
          <p:cNvGrpSpPr/>
          <p:nvPr/>
        </p:nvGrpSpPr>
        <p:grpSpPr>
          <a:xfrm>
            <a:off x="291240" y="1068480"/>
            <a:ext cx="8562600" cy="2665080"/>
            <a:chOff x="291240" y="1068480"/>
            <a:chExt cx="8562600" cy="2665080"/>
          </a:xfrm>
        </p:grpSpPr>
        <p:pic>
          <p:nvPicPr>
            <p:cNvPr id="1959" name="object 119"/>
            <p:cNvPicPr/>
            <p:nvPr/>
          </p:nvPicPr>
          <p:blipFill>
            <a:blip r:embed="rId15"/>
            <a:stretch/>
          </p:blipFill>
          <p:spPr>
            <a:xfrm>
              <a:off x="2958120" y="228780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60" name="object 120"/>
            <p:cNvSpPr/>
            <p:nvPr/>
          </p:nvSpPr>
          <p:spPr>
            <a:xfrm>
              <a:off x="8001720" y="1497240"/>
              <a:ext cx="456840" cy="8532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457200" h="85725">
                  <a:moveTo>
                    <a:pt x="371475" y="57145"/>
                  </a:moveTo>
                  <a:lnTo>
                    <a:pt x="371475" y="85725"/>
                  </a:lnTo>
                  <a:lnTo>
                    <a:pt x="428540" y="57150"/>
                  </a:lnTo>
                  <a:lnTo>
                    <a:pt x="371475" y="57145"/>
                  </a:lnTo>
                  <a:close/>
                </a:path>
                <a:path w="457200" h="85725">
                  <a:moveTo>
                    <a:pt x="371475" y="28570"/>
                  </a:moveTo>
                  <a:lnTo>
                    <a:pt x="371475" y="57145"/>
                  </a:lnTo>
                  <a:lnTo>
                    <a:pt x="385699" y="57150"/>
                  </a:lnTo>
                  <a:lnTo>
                    <a:pt x="385699" y="28575"/>
                  </a:lnTo>
                  <a:lnTo>
                    <a:pt x="371475" y="28570"/>
                  </a:lnTo>
                  <a:close/>
                </a:path>
                <a:path w="457200" h="85725">
                  <a:moveTo>
                    <a:pt x="371475" y="0"/>
                  </a:moveTo>
                  <a:lnTo>
                    <a:pt x="371475" y="28570"/>
                  </a:lnTo>
                  <a:lnTo>
                    <a:pt x="385699" y="28575"/>
                  </a:lnTo>
                  <a:lnTo>
                    <a:pt x="385699" y="57150"/>
                  </a:lnTo>
                  <a:lnTo>
                    <a:pt x="428549" y="57145"/>
                  </a:lnTo>
                  <a:lnTo>
                    <a:pt x="457200" y="42799"/>
                  </a:lnTo>
                  <a:lnTo>
                    <a:pt x="371475" y="0"/>
                  </a:lnTo>
                  <a:close/>
                </a:path>
                <a:path w="457200" h="85725">
                  <a:moveTo>
                    <a:pt x="0" y="28448"/>
                  </a:moveTo>
                  <a:lnTo>
                    <a:pt x="0" y="57023"/>
                  </a:lnTo>
                  <a:lnTo>
                    <a:pt x="371475" y="57145"/>
                  </a:lnTo>
                  <a:lnTo>
                    <a:pt x="371475" y="28570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1" name="object 121"/>
            <p:cNvSpPr/>
            <p:nvPr/>
          </p:nvSpPr>
          <p:spPr>
            <a:xfrm>
              <a:off x="2515320" y="1997280"/>
              <a:ext cx="151920" cy="4568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52400" h="457200">
                  <a:moveTo>
                    <a:pt x="76200" y="0"/>
                  </a:moveTo>
                  <a:lnTo>
                    <a:pt x="46559" y="5774"/>
                  </a:lnTo>
                  <a:lnTo>
                    <a:pt x="22336" y="21526"/>
                  </a:lnTo>
                  <a:lnTo>
                    <a:pt x="5994" y="44898"/>
                  </a:lnTo>
                  <a:lnTo>
                    <a:pt x="0" y="73533"/>
                  </a:lnTo>
                  <a:lnTo>
                    <a:pt x="0" y="383667"/>
                  </a:lnTo>
                  <a:lnTo>
                    <a:pt x="5994" y="412301"/>
                  </a:lnTo>
                  <a:lnTo>
                    <a:pt x="22336" y="435673"/>
                  </a:lnTo>
                  <a:lnTo>
                    <a:pt x="46559" y="451425"/>
                  </a:lnTo>
                  <a:lnTo>
                    <a:pt x="76200" y="457200"/>
                  </a:lnTo>
                  <a:lnTo>
                    <a:pt x="105840" y="451425"/>
                  </a:lnTo>
                  <a:lnTo>
                    <a:pt x="130063" y="435673"/>
                  </a:lnTo>
                  <a:lnTo>
                    <a:pt x="146405" y="412301"/>
                  </a:lnTo>
                  <a:lnTo>
                    <a:pt x="152400" y="383667"/>
                  </a:lnTo>
                  <a:lnTo>
                    <a:pt x="152400" y="73533"/>
                  </a:lnTo>
                  <a:lnTo>
                    <a:pt x="146405" y="44898"/>
                  </a:lnTo>
                  <a:lnTo>
                    <a:pt x="130063" y="21526"/>
                  </a:lnTo>
                  <a:lnTo>
                    <a:pt x="105840" y="5774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2" name="object 122"/>
            <p:cNvSpPr/>
            <p:nvPr/>
          </p:nvSpPr>
          <p:spPr>
            <a:xfrm>
              <a:off x="2515320" y="1997280"/>
              <a:ext cx="151920" cy="4568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52400" h="457200">
                  <a:moveTo>
                    <a:pt x="152400" y="73533"/>
                  </a:moveTo>
                  <a:lnTo>
                    <a:pt x="152400" y="383667"/>
                  </a:lnTo>
                  <a:lnTo>
                    <a:pt x="146405" y="412301"/>
                  </a:lnTo>
                  <a:lnTo>
                    <a:pt x="130063" y="435673"/>
                  </a:lnTo>
                  <a:lnTo>
                    <a:pt x="105840" y="451425"/>
                  </a:lnTo>
                  <a:lnTo>
                    <a:pt x="76200" y="457200"/>
                  </a:lnTo>
                  <a:lnTo>
                    <a:pt x="46559" y="451425"/>
                  </a:lnTo>
                  <a:lnTo>
                    <a:pt x="22336" y="435673"/>
                  </a:lnTo>
                  <a:lnTo>
                    <a:pt x="5994" y="412301"/>
                  </a:lnTo>
                  <a:lnTo>
                    <a:pt x="0" y="383667"/>
                  </a:lnTo>
                  <a:lnTo>
                    <a:pt x="0" y="73533"/>
                  </a:lnTo>
                  <a:lnTo>
                    <a:pt x="5994" y="44898"/>
                  </a:lnTo>
                  <a:lnTo>
                    <a:pt x="22336" y="21526"/>
                  </a:lnTo>
                  <a:lnTo>
                    <a:pt x="46559" y="5774"/>
                  </a:lnTo>
                  <a:lnTo>
                    <a:pt x="76200" y="0"/>
                  </a:lnTo>
                  <a:lnTo>
                    <a:pt x="105840" y="5774"/>
                  </a:lnTo>
                  <a:lnTo>
                    <a:pt x="130063" y="21526"/>
                  </a:lnTo>
                  <a:lnTo>
                    <a:pt x="146405" y="44898"/>
                  </a:lnTo>
                  <a:lnTo>
                    <a:pt x="152400" y="7353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3" name="object 123"/>
            <p:cNvSpPr/>
            <p:nvPr/>
          </p:nvSpPr>
          <p:spPr>
            <a:xfrm>
              <a:off x="1053360" y="1192320"/>
              <a:ext cx="7405560" cy="2328840"/>
            </a:xfrm>
            <a:custGeom>
              <a:avLst/>
              <a:gdLst>
                <a:gd name="textAreaLeft" fmla="*/ 0 w 7405560"/>
                <a:gd name="textAreaRight" fmla="*/ 7405920 w 7405560"/>
                <a:gd name="textAreaTop" fmla="*/ 0 h 2328840"/>
                <a:gd name="textAreaBottom" fmla="*/ 2329200 h 2328840"/>
              </a:gdLst>
              <a:ahLst/>
              <a:cxnLst/>
              <a:rect l="textAreaLeft" t="textAreaTop" r="textAreaRight" b="textAreaBottom"/>
              <a:pathLst>
                <a:path w="7406005" h="2329179">
                  <a:moveTo>
                    <a:pt x="1462087" y="881126"/>
                  </a:moveTo>
                  <a:lnTo>
                    <a:pt x="1433423" y="866775"/>
                  </a:lnTo>
                  <a:lnTo>
                    <a:pt x="1376362" y="838200"/>
                  </a:lnTo>
                  <a:lnTo>
                    <a:pt x="1376362" y="866775"/>
                  </a:lnTo>
                  <a:lnTo>
                    <a:pt x="6400" y="866775"/>
                  </a:lnTo>
                  <a:lnTo>
                    <a:pt x="0" y="873252"/>
                  </a:lnTo>
                  <a:lnTo>
                    <a:pt x="0" y="1566926"/>
                  </a:lnTo>
                  <a:lnTo>
                    <a:pt x="28575" y="1566926"/>
                  </a:lnTo>
                  <a:lnTo>
                    <a:pt x="28575" y="895350"/>
                  </a:lnTo>
                  <a:lnTo>
                    <a:pt x="1376362" y="895350"/>
                  </a:lnTo>
                  <a:lnTo>
                    <a:pt x="1376362" y="923925"/>
                  </a:lnTo>
                  <a:lnTo>
                    <a:pt x="1433588" y="895350"/>
                  </a:lnTo>
                  <a:lnTo>
                    <a:pt x="1462087" y="881126"/>
                  </a:lnTo>
                  <a:close/>
                </a:path>
                <a:path w="7406005" h="2329179">
                  <a:moveTo>
                    <a:pt x="1919287" y="881126"/>
                  </a:moveTo>
                  <a:lnTo>
                    <a:pt x="1833562" y="838327"/>
                  </a:lnTo>
                  <a:lnTo>
                    <a:pt x="1833562" y="866902"/>
                  </a:lnTo>
                  <a:lnTo>
                    <a:pt x="1614487" y="866775"/>
                  </a:lnTo>
                  <a:lnTo>
                    <a:pt x="1614487" y="895350"/>
                  </a:lnTo>
                  <a:lnTo>
                    <a:pt x="1833562" y="895477"/>
                  </a:lnTo>
                  <a:lnTo>
                    <a:pt x="1833562" y="924052"/>
                  </a:lnTo>
                  <a:lnTo>
                    <a:pt x="1890623" y="895477"/>
                  </a:lnTo>
                  <a:lnTo>
                    <a:pt x="1919287" y="881126"/>
                  </a:lnTo>
                  <a:close/>
                </a:path>
                <a:path w="7406005" h="2329179">
                  <a:moveTo>
                    <a:pt x="3824287" y="1945259"/>
                  </a:moveTo>
                  <a:lnTo>
                    <a:pt x="3818280" y="1916633"/>
                  </a:lnTo>
                  <a:lnTo>
                    <a:pt x="3801948" y="1893252"/>
                  </a:lnTo>
                  <a:lnTo>
                    <a:pt x="3777716" y="1877504"/>
                  </a:lnTo>
                  <a:lnTo>
                    <a:pt x="3748087" y="1871726"/>
                  </a:lnTo>
                  <a:lnTo>
                    <a:pt x="3718445" y="1877504"/>
                  </a:lnTo>
                  <a:lnTo>
                    <a:pt x="3694214" y="1893265"/>
                  </a:lnTo>
                  <a:lnTo>
                    <a:pt x="3677882" y="1916633"/>
                  </a:lnTo>
                  <a:lnTo>
                    <a:pt x="3671887" y="1945259"/>
                  </a:lnTo>
                  <a:lnTo>
                    <a:pt x="3671887" y="1947926"/>
                  </a:lnTo>
                  <a:lnTo>
                    <a:pt x="3671887" y="2255393"/>
                  </a:lnTo>
                  <a:lnTo>
                    <a:pt x="3677882" y="2284031"/>
                  </a:lnTo>
                  <a:lnTo>
                    <a:pt x="3694214" y="2307399"/>
                  </a:lnTo>
                  <a:lnTo>
                    <a:pt x="3718445" y="2323160"/>
                  </a:lnTo>
                  <a:lnTo>
                    <a:pt x="3748087" y="2328926"/>
                  </a:lnTo>
                  <a:lnTo>
                    <a:pt x="3777716" y="2323160"/>
                  </a:lnTo>
                  <a:lnTo>
                    <a:pt x="3801948" y="2307399"/>
                  </a:lnTo>
                  <a:lnTo>
                    <a:pt x="3818280" y="2284031"/>
                  </a:lnTo>
                  <a:lnTo>
                    <a:pt x="3824287" y="2255393"/>
                  </a:lnTo>
                  <a:lnTo>
                    <a:pt x="3824287" y="1945259"/>
                  </a:lnTo>
                  <a:close/>
                </a:path>
                <a:path w="7406005" h="2329179">
                  <a:moveTo>
                    <a:pt x="7405687" y="42926"/>
                  </a:moveTo>
                  <a:lnTo>
                    <a:pt x="7377023" y="28575"/>
                  </a:lnTo>
                  <a:lnTo>
                    <a:pt x="7319962" y="0"/>
                  </a:lnTo>
                  <a:lnTo>
                    <a:pt x="7319962" y="28575"/>
                  </a:lnTo>
                  <a:lnTo>
                    <a:pt x="3435413" y="28575"/>
                  </a:lnTo>
                  <a:lnTo>
                    <a:pt x="3428936" y="35052"/>
                  </a:lnTo>
                  <a:lnTo>
                    <a:pt x="3428936" y="866775"/>
                  </a:lnTo>
                  <a:lnTo>
                    <a:pt x="3138487" y="866775"/>
                  </a:lnTo>
                  <a:lnTo>
                    <a:pt x="3138487" y="895350"/>
                  </a:lnTo>
                  <a:lnTo>
                    <a:pt x="3428936" y="895350"/>
                  </a:lnTo>
                  <a:lnTo>
                    <a:pt x="3428936" y="1955800"/>
                  </a:lnTo>
                  <a:lnTo>
                    <a:pt x="3435413" y="1962150"/>
                  </a:lnTo>
                  <a:lnTo>
                    <a:pt x="3586162" y="1962150"/>
                  </a:lnTo>
                  <a:lnTo>
                    <a:pt x="3586162" y="1990725"/>
                  </a:lnTo>
                  <a:lnTo>
                    <a:pt x="3643388" y="1962150"/>
                  </a:lnTo>
                  <a:lnTo>
                    <a:pt x="3671887" y="1947926"/>
                  </a:lnTo>
                  <a:lnTo>
                    <a:pt x="3643223" y="1933575"/>
                  </a:lnTo>
                  <a:lnTo>
                    <a:pt x="3586162" y="1905000"/>
                  </a:lnTo>
                  <a:lnTo>
                    <a:pt x="3586162" y="1933575"/>
                  </a:lnTo>
                  <a:lnTo>
                    <a:pt x="3457511" y="1933575"/>
                  </a:lnTo>
                  <a:lnTo>
                    <a:pt x="3457511" y="889000"/>
                  </a:lnTo>
                  <a:lnTo>
                    <a:pt x="3457511" y="881126"/>
                  </a:lnTo>
                  <a:lnTo>
                    <a:pt x="3457511" y="866775"/>
                  </a:lnTo>
                  <a:lnTo>
                    <a:pt x="3457511" y="57150"/>
                  </a:lnTo>
                  <a:lnTo>
                    <a:pt x="7319962" y="57150"/>
                  </a:lnTo>
                  <a:lnTo>
                    <a:pt x="7319962" y="85725"/>
                  </a:lnTo>
                  <a:lnTo>
                    <a:pt x="7377189" y="57150"/>
                  </a:lnTo>
                  <a:lnTo>
                    <a:pt x="7405687" y="42926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4" name="object 124"/>
            <p:cNvSpPr/>
            <p:nvPr/>
          </p:nvSpPr>
          <p:spPr>
            <a:xfrm>
              <a:off x="4725000" y="3063960"/>
              <a:ext cx="151920" cy="45684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52400" h="457200">
                  <a:moveTo>
                    <a:pt x="152400" y="73533"/>
                  </a:moveTo>
                  <a:lnTo>
                    <a:pt x="152400" y="383667"/>
                  </a:lnTo>
                  <a:lnTo>
                    <a:pt x="146405" y="412301"/>
                  </a:lnTo>
                  <a:lnTo>
                    <a:pt x="130063" y="435673"/>
                  </a:lnTo>
                  <a:lnTo>
                    <a:pt x="105840" y="451425"/>
                  </a:lnTo>
                  <a:lnTo>
                    <a:pt x="76200" y="457200"/>
                  </a:lnTo>
                  <a:lnTo>
                    <a:pt x="46559" y="451425"/>
                  </a:lnTo>
                  <a:lnTo>
                    <a:pt x="22336" y="435673"/>
                  </a:lnTo>
                  <a:lnTo>
                    <a:pt x="5994" y="412301"/>
                  </a:lnTo>
                  <a:lnTo>
                    <a:pt x="0" y="383667"/>
                  </a:lnTo>
                  <a:lnTo>
                    <a:pt x="0" y="73533"/>
                  </a:lnTo>
                  <a:lnTo>
                    <a:pt x="5994" y="44898"/>
                  </a:lnTo>
                  <a:lnTo>
                    <a:pt x="22336" y="21526"/>
                  </a:lnTo>
                  <a:lnTo>
                    <a:pt x="46559" y="5774"/>
                  </a:lnTo>
                  <a:lnTo>
                    <a:pt x="76200" y="0"/>
                  </a:lnTo>
                  <a:lnTo>
                    <a:pt x="105840" y="5774"/>
                  </a:lnTo>
                  <a:lnTo>
                    <a:pt x="130063" y="21526"/>
                  </a:lnTo>
                  <a:lnTo>
                    <a:pt x="146405" y="44898"/>
                  </a:lnTo>
                  <a:lnTo>
                    <a:pt x="152400" y="7353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5" name="object 125"/>
            <p:cNvSpPr/>
            <p:nvPr/>
          </p:nvSpPr>
          <p:spPr>
            <a:xfrm>
              <a:off x="2729520" y="2745000"/>
              <a:ext cx="6124320" cy="666360"/>
            </a:xfrm>
            <a:custGeom>
              <a:avLst/>
              <a:gdLst>
                <a:gd name="textAreaLeft" fmla="*/ 0 w 6124320"/>
                <a:gd name="textAreaRight" fmla="*/ 6124680 w 6124320"/>
                <a:gd name="textAreaTop" fmla="*/ 0 h 666360"/>
                <a:gd name="textAreaBottom" fmla="*/ 666720 h 666360"/>
              </a:gdLst>
              <a:ahLst/>
              <a:cxnLst/>
              <a:rect l="textAreaLeft" t="textAreaTop" r="textAreaRight" b="textAreaBottom"/>
              <a:pathLst>
                <a:path w="6124575" h="666750">
                  <a:moveTo>
                    <a:pt x="2452751" y="547624"/>
                  </a:moveTo>
                  <a:lnTo>
                    <a:pt x="2424087" y="533273"/>
                  </a:lnTo>
                  <a:lnTo>
                    <a:pt x="2367026" y="504698"/>
                  </a:lnTo>
                  <a:lnTo>
                    <a:pt x="2367026" y="533273"/>
                  </a:lnTo>
                  <a:lnTo>
                    <a:pt x="2147951" y="533273"/>
                  </a:lnTo>
                  <a:lnTo>
                    <a:pt x="2147951" y="561848"/>
                  </a:lnTo>
                  <a:lnTo>
                    <a:pt x="2367026" y="561848"/>
                  </a:lnTo>
                  <a:lnTo>
                    <a:pt x="2367026" y="590423"/>
                  </a:lnTo>
                  <a:lnTo>
                    <a:pt x="2424252" y="561848"/>
                  </a:lnTo>
                  <a:lnTo>
                    <a:pt x="2452751" y="547624"/>
                  </a:lnTo>
                  <a:close/>
                </a:path>
                <a:path w="6124575" h="666750">
                  <a:moveTo>
                    <a:pt x="6124575" y="6350"/>
                  </a:moveTo>
                  <a:lnTo>
                    <a:pt x="6118225" y="0"/>
                  </a:lnTo>
                  <a:lnTo>
                    <a:pt x="6477" y="0"/>
                  </a:lnTo>
                  <a:lnTo>
                    <a:pt x="0" y="6350"/>
                  </a:lnTo>
                  <a:lnTo>
                    <a:pt x="0" y="631698"/>
                  </a:lnTo>
                  <a:lnTo>
                    <a:pt x="6477" y="638048"/>
                  </a:lnTo>
                  <a:lnTo>
                    <a:pt x="157226" y="638048"/>
                  </a:lnTo>
                  <a:lnTo>
                    <a:pt x="157226" y="666623"/>
                  </a:lnTo>
                  <a:lnTo>
                    <a:pt x="214452" y="638048"/>
                  </a:lnTo>
                  <a:lnTo>
                    <a:pt x="242951" y="623824"/>
                  </a:lnTo>
                  <a:lnTo>
                    <a:pt x="214287" y="609473"/>
                  </a:lnTo>
                  <a:lnTo>
                    <a:pt x="157226" y="580898"/>
                  </a:lnTo>
                  <a:lnTo>
                    <a:pt x="157226" y="609473"/>
                  </a:lnTo>
                  <a:lnTo>
                    <a:pt x="28575" y="609473"/>
                  </a:lnTo>
                  <a:lnTo>
                    <a:pt x="28575" y="28448"/>
                  </a:lnTo>
                  <a:lnTo>
                    <a:pt x="6096000" y="28448"/>
                  </a:lnTo>
                  <a:lnTo>
                    <a:pt x="6096000" y="380873"/>
                  </a:lnTo>
                  <a:lnTo>
                    <a:pt x="5881751" y="380873"/>
                  </a:lnTo>
                  <a:lnTo>
                    <a:pt x="5881751" y="409448"/>
                  </a:lnTo>
                  <a:lnTo>
                    <a:pt x="6118225" y="409448"/>
                  </a:lnTo>
                  <a:lnTo>
                    <a:pt x="6124575" y="403098"/>
                  </a:lnTo>
                  <a:lnTo>
                    <a:pt x="6124575" y="395224"/>
                  </a:lnTo>
                  <a:lnTo>
                    <a:pt x="6124575" y="380873"/>
                  </a:lnTo>
                  <a:lnTo>
                    <a:pt x="6124575" y="28448"/>
                  </a:lnTo>
                  <a:lnTo>
                    <a:pt x="6124575" y="14224"/>
                  </a:lnTo>
                  <a:lnTo>
                    <a:pt x="6124575" y="63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6" name="object 126"/>
            <p:cNvSpPr/>
            <p:nvPr/>
          </p:nvSpPr>
          <p:spPr>
            <a:xfrm>
              <a:off x="2272320" y="2335320"/>
              <a:ext cx="471600" cy="437760"/>
            </a:xfrm>
            <a:custGeom>
              <a:avLst/>
              <a:gdLst>
                <a:gd name="textAreaLeft" fmla="*/ 0 w 471600"/>
                <a:gd name="textAreaRight" fmla="*/ 471960 w 471600"/>
                <a:gd name="textAreaTop" fmla="*/ 0 h 437760"/>
                <a:gd name="textAreaBottom" fmla="*/ 438120 h 437760"/>
              </a:gdLst>
              <a:ahLst/>
              <a:cxnLst/>
              <a:rect l="textAreaLeft" t="textAreaTop" r="textAreaRight" b="textAreaBottom"/>
              <a:pathLst>
                <a:path w="471805" h="438150">
                  <a:moveTo>
                    <a:pt x="157225" y="28575"/>
                  </a:moveTo>
                  <a:lnTo>
                    <a:pt x="6476" y="28575"/>
                  </a:lnTo>
                  <a:lnTo>
                    <a:pt x="0" y="35051"/>
                  </a:lnTo>
                  <a:lnTo>
                    <a:pt x="0" y="431800"/>
                  </a:lnTo>
                  <a:lnTo>
                    <a:pt x="6476" y="438150"/>
                  </a:lnTo>
                  <a:lnTo>
                    <a:pt x="471550" y="438150"/>
                  </a:lnTo>
                  <a:lnTo>
                    <a:pt x="471550" y="423925"/>
                  </a:lnTo>
                  <a:lnTo>
                    <a:pt x="28575" y="423925"/>
                  </a:lnTo>
                  <a:lnTo>
                    <a:pt x="14350" y="409575"/>
                  </a:lnTo>
                  <a:lnTo>
                    <a:pt x="28575" y="409575"/>
                  </a:lnTo>
                  <a:lnTo>
                    <a:pt x="28575" y="57150"/>
                  </a:lnTo>
                  <a:lnTo>
                    <a:pt x="14350" y="57150"/>
                  </a:lnTo>
                  <a:lnTo>
                    <a:pt x="28575" y="42925"/>
                  </a:lnTo>
                  <a:lnTo>
                    <a:pt x="157225" y="42925"/>
                  </a:lnTo>
                  <a:lnTo>
                    <a:pt x="157225" y="28575"/>
                  </a:lnTo>
                  <a:close/>
                </a:path>
                <a:path w="471805" h="438150">
                  <a:moveTo>
                    <a:pt x="28575" y="409575"/>
                  </a:moveTo>
                  <a:lnTo>
                    <a:pt x="14350" y="409575"/>
                  </a:lnTo>
                  <a:lnTo>
                    <a:pt x="28575" y="423925"/>
                  </a:lnTo>
                  <a:lnTo>
                    <a:pt x="28575" y="409575"/>
                  </a:lnTo>
                  <a:close/>
                </a:path>
                <a:path w="471805" h="438150">
                  <a:moveTo>
                    <a:pt x="471550" y="409575"/>
                  </a:moveTo>
                  <a:lnTo>
                    <a:pt x="28575" y="409575"/>
                  </a:lnTo>
                  <a:lnTo>
                    <a:pt x="28575" y="423925"/>
                  </a:lnTo>
                  <a:lnTo>
                    <a:pt x="471550" y="423925"/>
                  </a:lnTo>
                  <a:lnTo>
                    <a:pt x="471550" y="409575"/>
                  </a:lnTo>
                  <a:close/>
                </a:path>
                <a:path w="471805" h="438150">
                  <a:moveTo>
                    <a:pt x="157225" y="0"/>
                  </a:moveTo>
                  <a:lnTo>
                    <a:pt x="157225" y="85725"/>
                  </a:lnTo>
                  <a:lnTo>
                    <a:pt x="214460" y="57150"/>
                  </a:lnTo>
                  <a:lnTo>
                    <a:pt x="171450" y="57150"/>
                  </a:lnTo>
                  <a:lnTo>
                    <a:pt x="171450" y="28575"/>
                  </a:lnTo>
                  <a:lnTo>
                    <a:pt x="214291" y="28575"/>
                  </a:lnTo>
                  <a:lnTo>
                    <a:pt x="157225" y="0"/>
                  </a:lnTo>
                  <a:close/>
                </a:path>
                <a:path w="471805" h="438150">
                  <a:moveTo>
                    <a:pt x="28575" y="42925"/>
                  </a:moveTo>
                  <a:lnTo>
                    <a:pt x="14350" y="57150"/>
                  </a:lnTo>
                  <a:lnTo>
                    <a:pt x="28575" y="57150"/>
                  </a:lnTo>
                  <a:lnTo>
                    <a:pt x="28575" y="42925"/>
                  </a:lnTo>
                  <a:close/>
                </a:path>
                <a:path w="471805" h="438150">
                  <a:moveTo>
                    <a:pt x="157225" y="42925"/>
                  </a:moveTo>
                  <a:lnTo>
                    <a:pt x="28575" y="42925"/>
                  </a:lnTo>
                  <a:lnTo>
                    <a:pt x="28575" y="57150"/>
                  </a:lnTo>
                  <a:lnTo>
                    <a:pt x="157225" y="57150"/>
                  </a:lnTo>
                  <a:lnTo>
                    <a:pt x="157225" y="42925"/>
                  </a:lnTo>
                  <a:close/>
                </a:path>
                <a:path w="471805" h="438150">
                  <a:moveTo>
                    <a:pt x="214291" y="28575"/>
                  </a:moveTo>
                  <a:lnTo>
                    <a:pt x="171450" y="28575"/>
                  </a:lnTo>
                  <a:lnTo>
                    <a:pt x="171450" y="57150"/>
                  </a:lnTo>
                  <a:lnTo>
                    <a:pt x="214460" y="57150"/>
                  </a:lnTo>
                  <a:lnTo>
                    <a:pt x="242950" y="42925"/>
                  </a:lnTo>
                  <a:lnTo>
                    <a:pt x="214291" y="28575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7" name="object 127"/>
            <p:cNvSpPr/>
            <p:nvPr/>
          </p:nvSpPr>
          <p:spPr>
            <a:xfrm>
              <a:off x="291240" y="1068480"/>
              <a:ext cx="8562600" cy="2647440"/>
            </a:xfrm>
            <a:custGeom>
              <a:avLst/>
              <a:gdLst>
                <a:gd name="textAreaLeft" fmla="*/ 0 w 8562600"/>
                <a:gd name="textAreaRight" fmla="*/ 8562960 w 8562600"/>
                <a:gd name="textAreaTop" fmla="*/ 0 h 2647440"/>
                <a:gd name="textAreaBottom" fmla="*/ 2647800 h 2647440"/>
              </a:gdLst>
              <a:ahLst/>
              <a:cxnLst/>
              <a:rect l="textAreaLeft" t="textAreaTop" r="textAreaRight" b="textAreaBottom"/>
              <a:pathLst>
                <a:path w="8562975" h="2647950">
                  <a:moveTo>
                    <a:pt x="233362" y="2562225"/>
                  </a:moveTo>
                  <a:lnTo>
                    <a:pt x="233362" y="2647950"/>
                  </a:lnTo>
                  <a:lnTo>
                    <a:pt x="290597" y="2619375"/>
                  </a:lnTo>
                  <a:lnTo>
                    <a:pt x="247650" y="2619375"/>
                  </a:lnTo>
                  <a:lnTo>
                    <a:pt x="247650" y="2590800"/>
                  </a:lnTo>
                  <a:lnTo>
                    <a:pt x="290427" y="2590800"/>
                  </a:lnTo>
                  <a:lnTo>
                    <a:pt x="233362" y="2562225"/>
                  </a:lnTo>
                  <a:close/>
                </a:path>
                <a:path w="8562975" h="2647950">
                  <a:moveTo>
                    <a:pt x="8556561" y="0"/>
                  </a:moveTo>
                  <a:lnTo>
                    <a:pt x="6400" y="0"/>
                  </a:lnTo>
                  <a:lnTo>
                    <a:pt x="0" y="6476"/>
                  </a:lnTo>
                  <a:lnTo>
                    <a:pt x="0" y="2613025"/>
                  </a:lnTo>
                  <a:lnTo>
                    <a:pt x="6400" y="2619375"/>
                  </a:lnTo>
                  <a:lnTo>
                    <a:pt x="233362" y="2619375"/>
                  </a:lnTo>
                  <a:lnTo>
                    <a:pt x="233362" y="2605151"/>
                  </a:lnTo>
                  <a:lnTo>
                    <a:pt x="28575" y="2605151"/>
                  </a:lnTo>
                  <a:lnTo>
                    <a:pt x="14287" y="2590800"/>
                  </a:lnTo>
                  <a:lnTo>
                    <a:pt x="28575" y="2590800"/>
                  </a:lnTo>
                  <a:lnTo>
                    <a:pt x="28575" y="28575"/>
                  </a:lnTo>
                  <a:lnTo>
                    <a:pt x="14287" y="28575"/>
                  </a:lnTo>
                  <a:lnTo>
                    <a:pt x="28575" y="14350"/>
                  </a:lnTo>
                  <a:lnTo>
                    <a:pt x="8562911" y="14350"/>
                  </a:lnTo>
                  <a:lnTo>
                    <a:pt x="8562911" y="6476"/>
                  </a:lnTo>
                  <a:lnTo>
                    <a:pt x="8556561" y="0"/>
                  </a:lnTo>
                  <a:close/>
                </a:path>
                <a:path w="8562975" h="2647950">
                  <a:moveTo>
                    <a:pt x="290427" y="2590800"/>
                  </a:moveTo>
                  <a:lnTo>
                    <a:pt x="247650" y="2590800"/>
                  </a:lnTo>
                  <a:lnTo>
                    <a:pt x="247650" y="2619375"/>
                  </a:lnTo>
                  <a:lnTo>
                    <a:pt x="290597" y="2619375"/>
                  </a:lnTo>
                  <a:lnTo>
                    <a:pt x="319087" y="2605151"/>
                  </a:lnTo>
                  <a:lnTo>
                    <a:pt x="290427" y="2590800"/>
                  </a:lnTo>
                  <a:close/>
                </a:path>
                <a:path w="8562975" h="2647950">
                  <a:moveTo>
                    <a:pt x="28575" y="2590800"/>
                  </a:moveTo>
                  <a:lnTo>
                    <a:pt x="14287" y="2590800"/>
                  </a:lnTo>
                  <a:lnTo>
                    <a:pt x="28575" y="2605151"/>
                  </a:lnTo>
                  <a:lnTo>
                    <a:pt x="28575" y="2590800"/>
                  </a:lnTo>
                  <a:close/>
                </a:path>
                <a:path w="8562975" h="2647950">
                  <a:moveTo>
                    <a:pt x="233362" y="2590800"/>
                  </a:moveTo>
                  <a:lnTo>
                    <a:pt x="28575" y="2590800"/>
                  </a:lnTo>
                  <a:lnTo>
                    <a:pt x="28575" y="2605151"/>
                  </a:lnTo>
                  <a:lnTo>
                    <a:pt x="233362" y="2605151"/>
                  </a:lnTo>
                  <a:lnTo>
                    <a:pt x="233362" y="2590800"/>
                  </a:lnTo>
                  <a:close/>
                </a:path>
                <a:path w="8562975" h="2647950">
                  <a:moveTo>
                    <a:pt x="8534336" y="304800"/>
                  </a:moveTo>
                  <a:lnTo>
                    <a:pt x="8320087" y="304800"/>
                  </a:lnTo>
                  <a:lnTo>
                    <a:pt x="8320087" y="333375"/>
                  </a:lnTo>
                  <a:lnTo>
                    <a:pt x="8556561" y="333375"/>
                  </a:lnTo>
                  <a:lnTo>
                    <a:pt x="8562911" y="327025"/>
                  </a:lnTo>
                  <a:lnTo>
                    <a:pt x="8562911" y="319150"/>
                  </a:lnTo>
                  <a:lnTo>
                    <a:pt x="8534336" y="319150"/>
                  </a:lnTo>
                  <a:lnTo>
                    <a:pt x="8534336" y="304800"/>
                  </a:lnTo>
                  <a:close/>
                </a:path>
                <a:path w="8562975" h="2647950">
                  <a:moveTo>
                    <a:pt x="8534336" y="14350"/>
                  </a:moveTo>
                  <a:lnTo>
                    <a:pt x="8534336" y="319150"/>
                  </a:lnTo>
                  <a:lnTo>
                    <a:pt x="8548687" y="304800"/>
                  </a:lnTo>
                  <a:lnTo>
                    <a:pt x="8562911" y="304800"/>
                  </a:lnTo>
                  <a:lnTo>
                    <a:pt x="8562911" y="28575"/>
                  </a:lnTo>
                  <a:lnTo>
                    <a:pt x="8548687" y="28575"/>
                  </a:lnTo>
                  <a:lnTo>
                    <a:pt x="8534336" y="14350"/>
                  </a:lnTo>
                  <a:close/>
                </a:path>
                <a:path w="8562975" h="2647950">
                  <a:moveTo>
                    <a:pt x="8562911" y="304800"/>
                  </a:moveTo>
                  <a:lnTo>
                    <a:pt x="8548687" y="304800"/>
                  </a:lnTo>
                  <a:lnTo>
                    <a:pt x="8534336" y="319150"/>
                  </a:lnTo>
                  <a:lnTo>
                    <a:pt x="8562911" y="319150"/>
                  </a:lnTo>
                  <a:lnTo>
                    <a:pt x="8562911" y="304800"/>
                  </a:lnTo>
                  <a:close/>
                </a:path>
                <a:path w="8562975" h="2647950">
                  <a:moveTo>
                    <a:pt x="28575" y="14350"/>
                  </a:moveTo>
                  <a:lnTo>
                    <a:pt x="14287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8562975" h="2647950">
                  <a:moveTo>
                    <a:pt x="8534336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8534336" y="28575"/>
                  </a:lnTo>
                  <a:lnTo>
                    <a:pt x="8534336" y="14350"/>
                  </a:lnTo>
                  <a:close/>
                </a:path>
                <a:path w="8562975" h="2647950">
                  <a:moveTo>
                    <a:pt x="8562911" y="14350"/>
                  </a:moveTo>
                  <a:lnTo>
                    <a:pt x="8534336" y="14350"/>
                  </a:lnTo>
                  <a:lnTo>
                    <a:pt x="8548687" y="28575"/>
                  </a:lnTo>
                  <a:lnTo>
                    <a:pt x="8562911" y="28575"/>
                  </a:lnTo>
                  <a:lnTo>
                    <a:pt x="8562911" y="1435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68" name="object 128"/>
            <p:cNvPicPr/>
            <p:nvPr/>
          </p:nvPicPr>
          <p:blipFill>
            <a:blip r:embed="rId16"/>
            <a:stretch/>
          </p:blipFill>
          <p:spPr>
            <a:xfrm>
              <a:off x="4762440" y="3505320"/>
              <a:ext cx="75960" cy="228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69" name="object 129"/>
            <p:cNvSpPr/>
            <p:nvPr/>
          </p:nvSpPr>
          <p:spPr>
            <a:xfrm>
              <a:off x="3086280" y="251460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70" name="object 130"/>
            <p:cNvPicPr/>
            <p:nvPr/>
          </p:nvPicPr>
          <p:blipFill>
            <a:blip r:embed="rId17"/>
            <a:stretch/>
          </p:blipFill>
          <p:spPr>
            <a:xfrm>
              <a:off x="2552760" y="2438280"/>
              <a:ext cx="75960" cy="228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71" name="object 131"/>
            <p:cNvSpPr/>
            <p:nvPr/>
          </p:nvSpPr>
          <p:spPr>
            <a:xfrm>
              <a:off x="8496360" y="1600200"/>
              <a:ext cx="75960" cy="3045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76200" h="3048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04800"/>
                  </a:lnTo>
                  <a:lnTo>
                    <a:pt x="44450" y="304800"/>
                  </a:lnTo>
                  <a:lnTo>
                    <a:pt x="44450" y="63500"/>
                  </a:lnTo>
                  <a:close/>
                </a:path>
                <a:path w="76200" h="3048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48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2" name="object 132"/>
            <p:cNvSpPr/>
            <p:nvPr/>
          </p:nvSpPr>
          <p:spPr>
            <a:xfrm>
              <a:off x="3390840" y="2514600"/>
              <a:ext cx="75960" cy="5331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76200" h="533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3400"/>
                  </a:lnTo>
                  <a:lnTo>
                    <a:pt x="44450" y="533400"/>
                  </a:lnTo>
                  <a:lnTo>
                    <a:pt x="44450" y="63500"/>
                  </a:lnTo>
                  <a:close/>
                </a:path>
                <a:path w="76200" h="533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33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3" name="object 133"/>
            <p:cNvSpPr/>
            <p:nvPr/>
          </p:nvSpPr>
          <p:spPr>
            <a:xfrm>
              <a:off x="3276720" y="259092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4" name="object 134"/>
            <p:cNvSpPr/>
            <p:nvPr/>
          </p:nvSpPr>
          <p:spPr>
            <a:xfrm>
              <a:off x="3695760" y="2514600"/>
              <a:ext cx="75960" cy="5331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76200" h="533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3400"/>
                  </a:lnTo>
                  <a:lnTo>
                    <a:pt x="44450" y="533400"/>
                  </a:lnTo>
                  <a:lnTo>
                    <a:pt x="44450" y="63500"/>
                  </a:lnTo>
                  <a:close/>
                </a:path>
                <a:path w="76200" h="533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33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5" name="object 135"/>
            <p:cNvSpPr/>
            <p:nvPr/>
          </p:nvSpPr>
          <p:spPr>
            <a:xfrm>
              <a:off x="3581280" y="259092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6" name="object 136"/>
            <p:cNvSpPr/>
            <p:nvPr/>
          </p:nvSpPr>
          <p:spPr>
            <a:xfrm>
              <a:off x="4000680" y="2514600"/>
              <a:ext cx="75960" cy="5331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76200" h="533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33400"/>
                  </a:lnTo>
                  <a:lnTo>
                    <a:pt x="44450" y="533400"/>
                  </a:lnTo>
                  <a:lnTo>
                    <a:pt x="44450" y="63500"/>
                  </a:lnTo>
                  <a:close/>
                </a:path>
                <a:path w="76200" h="533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33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7" name="object 137"/>
            <p:cNvSpPr/>
            <p:nvPr/>
          </p:nvSpPr>
          <p:spPr>
            <a:xfrm>
              <a:off x="3886200" y="2590920"/>
              <a:ext cx="304560" cy="1519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304800" h="152400">
                  <a:moveTo>
                    <a:pt x="304800" y="0"/>
                  </a:moveTo>
                  <a:lnTo>
                    <a:pt x="0" y="1524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8" name="object 138"/>
            <p:cNvSpPr/>
            <p:nvPr/>
          </p:nvSpPr>
          <p:spPr>
            <a:xfrm>
              <a:off x="610200" y="190584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3048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304800" y="6096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90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9" name="object 139"/>
            <p:cNvSpPr/>
            <p:nvPr/>
          </p:nvSpPr>
          <p:spPr>
            <a:xfrm>
              <a:off x="610200" y="1905840"/>
              <a:ext cx="304560" cy="6091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609120"/>
                <a:gd name="textAreaBottom" fmla="*/ 609480 h 609120"/>
              </a:gdLst>
              <a:ahLst/>
              <a:cxnLst/>
              <a:rect l="textAreaLeft" t="textAreaTop" r="textAreaRight" b="textAreaBottom"/>
              <a:pathLst>
                <a:path w="304800" h="609600">
                  <a:moveTo>
                    <a:pt x="0" y="609600"/>
                  </a:moveTo>
                  <a:lnTo>
                    <a:pt x="304800" y="6096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0" name="object 140"/>
          <p:cNvSpPr/>
          <p:nvPr/>
        </p:nvSpPr>
        <p:spPr>
          <a:xfrm>
            <a:off x="610200" y="1905840"/>
            <a:ext cx="304560" cy="208440"/>
          </a:xfrm>
          <a:prstGeom prst="rect">
            <a:avLst/>
          </a:prstGeom>
          <a:solidFill>
            <a:srgbClr val="FF09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90720">
              <a:lnSpc>
                <a:spcPts val="1511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1" name="object 141"/>
          <p:cNvSpPr/>
          <p:nvPr/>
        </p:nvSpPr>
        <p:spPr>
          <a:xfrm>
            <a:off x="610200" y="2114640"/>
            <a:ext cx="3045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90720">
              <a:lnSpc>
                <a:spcPts val="1551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object 142"/>
          <p:cNvSpPr/>
          <p:nvPr/>
        </p:nvSpPr>
        <p:spPr>
          <a:xfrm>
            <a:off x="610200" y="2327760"/>
            <a:ext cx="3045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7480">
              <a:lnSpc>
                <a:spcPts val="1474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83" name="object 143"/>
          <p:cNvGrpSpPr/>
          <p:nvPr/>
        </p:nvGrpSpPr>
        <p:grpSpPr>
          <a:xfrm>
            <a:off x="596160" y="1676520"/>
            <a:ext cx="203760" cy="1066320"/>
            <a:chOff x="596160" y="1676520"/>
            <a:chExt cx="203760" cy="1066320"/>
          </a:xfrm>
        </p:grpSpPr>
        <p:pic>
          <p:nvPicPr>
            <p:cNvPr id="1984" name="object 144"/>
            <p:cNvPicPr/>
            <p:nvPr/>
          </p:nvPicPr>
          <p:blipFill>
            <a:blip r:embed="rId18"/>
            <a:stretch/>
          </p:blipFill>
          <p:spPr>
            <a:xfrm>
              <a:off x="596160" y="2272320"/>
              <a:ext cx="180720" cy="180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85" name="object 145"/>
            <p:cNvPicPr/>
            <p:nvPr/>
          </p:nvPicPr>
          <p:blipFill>
            <a:blip r:embed="rId19"/>
            <a:stretch/>
          </p:blipFill>
          <p:spPr>
            <a:xfrm>
              <a:off x="723960" y="2514600"/>
              <a:ext cx="75960" cy="228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86" name="object 146"/>
            <p:cNvPicPr/>
            <p:nvPr/>
          </p:nvPicPr>
          <p:blipFill>
            <a:blip r:embed="rId20"/>
            <a:stretch/>
          </p:blipFill>
          <p:spPr>
            <a:xfrm>
              <a:off x="723960" y="1676520"/>
              <a:ext cx="75960" cy="228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87" name="object 147"/>
          <p:cNvSpPr/>
          <p:nvPr/>
        </p:nvSpPr>
        <p:spPr>
          <a:xfrm>
            <a:off x="4804200" y="3534480"/>
            <a:ext cx="8600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11" strike="noStrike">
                <a:solidFill>
                  <a:srgbClr val="FF0909"/>
                </a:solidFill>
                <a:effectLst/>
                <a:uFillTx/>
                <a:latin typeface="Arial"/>
              </a:rPr>
              <a:t>ALUinAC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8" name="PlaceHolder 2"/>
          <p:cNvSpPr>
            <a:spLocks noGrp="1"/>
          </p:cNvSpPr>
          <p:nvPr>
            <p:ph type="sldNum" idx="52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43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object 148"/>
          <p:cNvSpPr/>
          <p:nvPr/>
        </p:nvSpPr>
        <p:spPr>
          <a:xfrm>
            <a:off x="8100360" y="1872000"/>
            <a:ext cx="598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PCwC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0" name="object 149"/>
          <p:cNvSpPr/>
          <p:nvPr/>
        </p:nvSpPr>
        <p:spPr>
          <a:xfrm>
            <a:off x="1983960" y="2710440"/>
            <a:ext cx="5756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CRwd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1" name="object 150"/>
          <p:cNvSpPr/>
          <p:nvPr/>
        </p:nvSpPr>
        <p:spPr>
          <a:xfrm>
            <a:off x="2778120" y="2710440"/>
            <a:ext cx="5756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CRwe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2" name="object 151"/>
          <p:cNvSpPr/>
          <p:nvPr/>
        </p:nvSpPr>
        <p:spPr>
          <a:xfrm>
            <a:off x="529560" y="1400400"/>
            <a:ext cx="544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PSRs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3" name="object 152"/>
          <p:cNvSpPr/>
          <p:nvPr/>
        </p:nvSpPr>
        <p:spPr>
          <a:xfrm>
            <a:off x="459720" y="2710440"/>
            <a:ext cx="5101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pc="-20" strike="noStrike">
                <a:solidFill>
                  <a:srgbClr val="FF0909"/>
                </a:solidFill>
                <a:effectLst/>
                <a:uFillTx/>
                <a:latin typeface="Arial"/>
              </a:rPr>
              <a:t>PSRr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4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1995" name="object 3"/>
            <p:cNvPicPr/>
            <p:nvPr/>
          </p:nvPicPr>
          <p:blipFill>
            <a:blip r:embed="rId1"/>
            <a:stretch/>
          </p:blipFill>
          <p:spPr>
            <a:xfrm>
              <a:off x="3508200" y="131040"/>
              <a:ext cx="21211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96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7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356544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98" name="PlaceHolder 2"/>
          <p:cNvSpPr>
            <a:spLocks noGrp="1"/>
          </p:cNvSpPr>
          <p:nvPr>
            <p:ph type="sldNum" idx="53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44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object 6"/>
          <p:cNvSpPr/>
          <p:nvPr/>
        </p:nvSpPr>
        <p:spPr>
          <a:xfrm>
            <a:off x="212760" y="989640"/>
            <a:ext cx="8776440" cy="19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496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now know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how to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build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fully functional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But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ts val="2279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We’re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still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treating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black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box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(actually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two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green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boxes,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>
              <a:lnSpc>
                <a:spcPts val="2279"/>
              </a:lnSpc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precise)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  <a:tab pos="505152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fully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functional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processor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slow.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Really,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really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0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2001" name="object 3"/>
            <p:cNvPicPr/>
            <p:nvPr/>
          </p:nvPicPr>
          <p:blipFill>
            <a:blip r:embed="rId1"/>
            <a:stretch/>
          </p:blipFill>
          <p:spPr>
            <a:xfrm>
              <a:off x="1932480" y="131040"/>
              <a:ext cx="52711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02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3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9893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pc="-20" strike="noStrike">
                <a:solidFill>
                  <a:schemeClr val="lt1"/>
                </a:solidFill>
                <a:effectLst/>
                <a:uFillTx/>
                <a:latin typeface="Arial"/>
              </a:rPr>
              <a:t>“Single-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Cycle”</a:t>
            </a:r>
            <a:r>
              <a:rPr lang="en-US" sz="28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Performance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04" name="PlaceHolder 2"/>
          <p:cNvSpPr>
            <a:spLocks noGrp="1"/>
          </p:cNvSpPr>
          <p:nvPr>
            <p:ph type="sldNum" idx="54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45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object 6"/>
          <p:cNvSpPr/>
          <p:nvPr/>
        </p:nvSpPr>
        <p:spPr>
          <a:xfrm>
            <a:off x="212760" y="989640"/>
            <a:ext cx="8444520" cy="54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496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Useful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metric: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cycles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per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instruction</a:t>
            </a:r>
            <a:r>
              <a:rPr lang="en-US" sz="24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(CPI)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81"/>
              </a:spcBef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+</a:t>
            </a:r>
            <a:r>
              <a:rPr lang="en-US" sz="2400" b="0" u="none" spc="-24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Easy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calculate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24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single-cycle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processor: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CPI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=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Seconds/program</a:t>
            </a:r>
            <a:r>
              <a:rPr lang="en-US" sz="2000" b="0" u="none" spc="-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=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(insns/program)</a:t>
            </a:r>
            <a:r>
              <a:rPr lang="en-US" sz="20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*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CPI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*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seconds/cycle)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FF0909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ICQ:</a:t>
            </a:r>
            <a:r>
              <a:rPr lang="en-US" sz="2000" b="0" u="none" spc="-14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How</a:t>
            </a:r>
            <a:r>
              <a:rPr lang="en-US" sz="2000" b="0" u="none" spc="-20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many</a:t>
            </a:r>
            <a:r>
              <a:rPr lang="en-US" sz="2000" b="0" u="none" spc="-31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cycles/second</a:t>
            </a:r>
            <a:r>
              <a:rPr lang="en-US" sz="2000" b="0" u="none" spc="-45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14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3.8</a:t>
            </a:r>
            <a:r>
              <a:rPr lang="en-US" sz="2000" b="0" u="none" spc="-34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FF0909"/>
                </a:solidFill>
                <a:effectLst/>
                <a:uFillTx/>
                <a:latin typeface="Tahoma"/>
              </a:rPr>
              <a:t>GHz</a:t>
            </a:r>
            <a:r>
              <a:rPr lang="en-US" sz="2000" b="0" u="none" spc="-14" strike="noStrike">
                <a:solidFill>
                  <a:srgbClr val="FF0909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FF0909"/>
                </a:solidFill>
                <a:effectLst/>
                <a:uFillTx/>
                <a:latin typeface="Tahoma"/>
              </a:rPr>
              <a:t>processor?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Symbol" charset="2"/>
              <a:buChar char=""/>
              <a:tabLst>
                <a:tab pos="299880" algn="l"/>
              </a:tabLst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Slow!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period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must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elongated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accommodate</a:t>
            </a:r>
            <a:r>
              <a:rPr lang="en-US" sz="2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longest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operation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34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datapath: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lw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ts val="2160"/>
              </a:lnSpc>
              <a:spcBef>
                <a:spcPts val="884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Goes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through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five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structures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series: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insn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mem,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file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(read),</a:t>
            </a:r>
            <a:r>
              <a:rPr lang="en-US" sz="2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ALU,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mem,</a:t>
            </a:r>
            <a:r>
              <a:rPr lang="en-US" sz="2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file</a:t>
            </a:r>
            <a:r>
              <a:rPr lang="en-US" sz="2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again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(write)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51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will buy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machine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slow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56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115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even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grandparents!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Biggest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issue: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memory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itself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20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sloooooooooooooooooooooooow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Next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up: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Speed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up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24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memory!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Later</a:t>
            </a:r>
            <a:r>
              <a:rPr lang="en-US" sz="24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on: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Faster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processor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cores!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6" name="object 2"/>
          <p:cNvGrpSpPr/>
          <p:nvPr/>
        </p:nvGrpSpPr>
        <p:grpSpPr>
          <a:xfrm>
            <a:off x="0" y="0"/>
            <a:ext cx="9143640" cy="990360"/>
            <a:chOff x="0" y="0"/>
            <a:chExt cx="9143640" cy="990360"/>
          </a:xfrm>
        </p:grpSpPr>
        <p:pic>
          <p:nvPicPr>
            <p:cNvPr id="2007" name="object 3"/>
            <p:cNvPicPr/>
            <p:nvPr/>
          </p:nvPicPr>
          <p:blipFill>
            <a:blip r:embed="rId1"/>
            <a:stretch/>
          </p:blipFill>
          <p:spPr>
            <a:xfrm>
              <a:off x="1932480" y="131040"/>
              <a:ext cx="5271120" cy="82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08" name="object 4"/>
            <p:cNvSpPr/>
            <p:nvPr/>
          </p:nvSpPr>
          <p:spPr>
            <a:xfrm>
              <a:off x="0" y="0"/>
              <a:ext cx="9143640" cy="9903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9" name="PlaceHolder 1"/>
          <p:cNvSpPr>
            <a:spLocks noGrp="1"/>
          </p:cNvSpPr>
          <p:nvPr>
            <p:ph type="title"/>
          </p:nvPr>
        </p:nvSpPr>
        <p:spPr>
          <a:xfrm>
            <a:off x="199800" y="46440"/>
            <a:ext cx="8744040" cy="83664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198936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This</a:t>
            </a:r>
            <a:r>
              <a:rPr lang="en-US" sz="2800" b="1" u="none" spc="-91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Unit:</a:t>
            </a:r>
            <a:r>
              <a:rPr lang="en-US" sz="2800" b="1" u="none" spc="-8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Processor</a:t>
            </a:r>
            <a:r>
              <a:rPr lang="en-US" sz="2800" b="1" u="none" spc="-96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pc="-11" strike="noStrike">
                <a:solidFill>
                  <a:schemeClr val="lt1"/>
                </a:solidFill>
                <a:effectLst/>
                <a:uFillTx/>
                <a:latin typeface="Arial"/>
              </a:rPr>
              <a:t>Design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10" name="object 6"/>
          <p:cNvSpPr/>
          <p:nvPr/>
        </p:nvSpPr>
        <p:spPr>
          <a:xfrm>
            <a:off x="3842280" y="989280"/>
            <a:ext cx="4794480" cy="24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299160" indent="-2869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components</a:t>
            </a:r>
            <a:r>
              <a:rPr lang="en-US" sz="24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timing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Registers</a:t>
            </a:r>
            <a:r>
              <a:rPr lang="en-US" sz="2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2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register</a:t>
            </a:r>
            <a:r>
              <a:rPr lang="en-US" sz="2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85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Memories</a:t>
            </a:r>
            <a:r>
              <a:rPr lang="en-US" sz="2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(RAMs)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8400" lvl="1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69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Clocking</a:t>
            </a:r>
            <a:r>
              <a:rPr lang="en-US" sz="2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strategies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Mapping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ISA</a:t>
            </a:r>
            <a:r>
              <a:rPr lang="en-US" sz="24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24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24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Symbol" charset="2"/>
              <a:buChar char=""/>
              <a:tabLst>
                <a:tab pos="299160" algn="l"/>
                <a:tab pos="299880" algn="l"/>
              </a:tabLst>
            </a:pPr>
            <a:r>
              <a:rPr lang="en-US" sz="24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1" name="object 7"/>
          <p:cNvSpPr/>
          <p:nvPr/>
        </p:nvSpPr>
        <p:spPr>
          <a:xfrm>
            <a:off x="381600" y="1143720"/>
            <a:ext cx="2437920" cy="1142640"/>
          </a:xfrm>
          <a:custGeom>
            <a:avLst/>
            <a:gdLst>
              <a:gd name="textAreaLeft" fmla="*/ 0 w 2437920"/>
              <a:gd name="textAreaRight" fmla="*/ 2438280 w 2437920"/>
              <a:gd name="textAreaTop" fmla="*/ 0 h 1142640"/>
              <a:gd name="textAreaBottom" fmla="*/ 1143000 h 1142640"/>
            </a:gdLst>
            <a:ahLst/>
            <a:cxnLst/>
            <a:rect l="textAreaLeft" t="textAreaTop" r="textAreaRight" b="textAreaBottom"/>
            <a:pathLst>
              <a:path w="2438400" h="1143000">
                <a:moveTo>
                  <a:pt x="0" y="1143000"/>
                </a:moveTo>
                <a:lnTo>
                  <a:pt x="2438400" y="1143000"/>
                </a:lnTo>
                <a:lnTo>
                  <a:pt x="24384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2" name="object 8"/>
          <p:cNvSpPr/>
          <p:nvPr/>
        </p:nvSpPr>
        <p:spPr>
          <a:xfrm>
            <a:off x="459720" y="1171800"/>
            <a:ext cx="11250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13" name="object 9"/>
          <p:cNvGrpSpPr/>
          <p:nvPr/>
        </p:nvGrpSpPr>
        <p:grpSpPr>
          <a:xfrm>
            <a:off x="1372320" y="1448640"/>
            <a:ext cx="1980720" cy="837720"/>
            <a:chOff x="1372320" y="1448640"/>
            <a:chExt cx="1980720" cy="837720"/>
          </a:xfrm>
        </p:grpSpPr>
        <p:sp>
          <p:nvSpPr>
            <p:cNvPr id="2014" name="object 10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1981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81200" y="8382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5" name="object 11"/>
            <p:cNvSpPr/>
            <p:nvPr/>
          </p:nvSpPr>
          <p:spPr>
            <a:xfrm>
              <a:off x="1372320" y="1448640"/>
              <a:ext cx="1980720" cy="837720"/>
            </a:xfrm>
            <a:custGeom>
              <a:avLst/>
              <a:gdLst>
                <a:gd name="textAreaLeft" fmla="*/ 0 w 1980720"/>
                <a:gd name="textAreaRight" fmla="*/ 1981080 w 1980720"/>
                <a:gd name="textAreaTop" fmla="*/ 0 h 837720"/>
                <a:gd name="textAreaBottom" fmla="*/ 838080 h 837720"/>
              </a:gdLst>
              <a:ahLst/>
              <a:cxnLst/>
              <a:rect l="textAreaLeft" t="textAreaTop" r="textAreaRight" b="textAreaBottom"/>
              <a:pathLst>
                <a:path w="1981200" h="838200">
                  <a:moveTo>
                    <a:pt x="0" y="838200"/>
                  </a:moveTo>
                  <a:lnTo>
                    <a:pt x="1981200" y="838200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6" name="object 12"/>
          <p:cNvSpPr/>
          <p:nvPr/>
        </p:nvSpPr>
        <p:spPr>
          <a:xfrm>
            <a:off x="1545840" y="1552680"/>
            <a:ext cx="316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17" name="object 13"/>
          <p:cNvGrpSpPr/>
          <p:nvPr/>
        </p:nvGrpSpPr>
        <p:grpSpPr>
          <a:xfrm>
            <a:off x="2058120" y="1829520"/>
            <a:ext cx="1371240" cy="456840"/>
            <a:chOff x="2058120" y="1829520"/>
            <a:chExt cx="1371240" cy="456840"/>
          </a:xfrm>
        </p:grpSpPr>
        <p:sp>
          <p:nvSpPr>
            <p:cNvPr id="2018" name="object 14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9" name="object 15"/>
            <p:cNvSpPr/>
            <p:nvPr/>
          </p:nvSpPr>
          <p:spPr>
            <a:xfrm>
              <a:off x="205812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20" name="object 16"/>
          <p:cNvSpPr/>
          <p:nvPr/>
        </p:nvSpPr>
        <p:spPr>
          <a:xfrm>
            <a:off x="2340720" y="1933920"/>
            <a:ext cx="931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Firmware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21" name="object 17"/>
          <p:cNvGrpSpPr/>
          <p:nvPr/>
        </p:nvGrpSpPr>
        <p:grpSpPr>
          <a:xfrm>
            <a:off x="534240" y="1829520"/>
            <a:ext cx="1371240" cy="456840"/>
            <a:chOff x="534240" y="1829520"/>
            <a:chExt cx="1371240" cy="456840"/>
          </a:xfrm>
        </p:grpSpPr>
        <p:sp>
          <p:nvSpPr>
            <p:cNvPr id="2022" name="object 18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3" name="object 19"/>
            <p:cNvSpPr/>
            <p:nvPr/>
          </p:nvSpPr>
          <p:spPr>
            <a:xfrm>
              <a:off x="534240" y="182952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24" name="object 20"/>
          <p:cNvSpPr/>
          <p:nvPr/>
        </p:nvSpPr>
        <p:spPr>
          <a:xfrm>
            <a:off x="845280" y="1933920"/>
            <a:ext cx="903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Compiler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25" name="object 21"/>
          <p:cNvGrpSpPr/>
          <p:nvPr/>
        </p:nvGrpSpPr>
        <p:grpSpPr>
          <a:xfrm>
            <a:off x="457920" y="2439000"/>
            <a:ext cx="1371240" cy="914040"/>
            <a:chOff x="457920" y="2439000"/>
            <a:chExt cx="1371240" cy="914040"/>
          </a:xfrm>
        </p:grpSpPr>
        <p:sp>
          <p:nvSpPr>
            <p:cNvPr id="2026" name="object 22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52F4C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7" name="object 23"/>
            <p:cNvSpPr/>
            <p:nvPr/>
          </p:nvSpPr>
          <p:spPr>
            <a:xfrm>
              <a:off x="4579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28" name="object 24"/>
          <p:cNvSpPr/>
          <p:nvPr/>
        </p:nvSpPr>
        <p:spPr>
          <a:xfrm>
            <a:off x="472320" y="2453400"/>
            <a:ext cx="1342800" cy="442800"/>
          </a:xfrm>
          <a:prstGeom prst="rect">
            <a:avLst/>
          </a:prstGeom>
          <a:solidFill>
            <a:srgbClr val="52F4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algn="ctr">
              <a:lnSpc>
                <a:spcPct val="100000"/>
              </a:lnSpc>
              <a:spcBef>
                <a:spcPts val="921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CPU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29" name="object 25"/>
          <p:cNvGrpSpPr/>
          <p:nvPr/>
        </p:nvGrpSpPr>
        <p:grpSpPr>
          <a:xfrm>
            <a:off x="1829520" y="2439000"/>
            <a:ext cx="1371240" cy="914040"/>
            <a:chOff x="1829520" y="2439000"/>
            <a:chExt cx="1371240" cy="914040"/>
          </a:xfrm>
        </p:grpSpPr>
        <p:sp>
          <p:nvSpPr>
            <p:cNvPr id="2030" name="object 26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1371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71600" y="914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1" name="object 27"/>
            <p:cNvSpPr/>
            <p:nvPr/>
          </p:nvSpPr>
          <p:spPr>
            <a:xfrm>
              <a:off x="1829520" y="2439000"/>
              <a:ext cx="1371240" cy="9140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371600" h="914400">
                  <a:moveTo>
                    <a:pt x="0" y="914400"/>
                  </a:moveTo>
                  <a:lnTo>
                    <a:pt x="1371600" y="9144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32" name="object 28"/>
          <p:cNvSpPr/>
          <p:nvPr/>
        </p:nvSpPr>
        <p:spPr>
          <a:xfrm>
            <a:off x="2367000" y="2558160"/>
            <a:ext cx="295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I/O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33" name="object 29"/>
          <p:cNvGrpSpPr/>
          <p:nvPr/>
        </p:nvGrpSpPr>
        <p:grpSpPr>
          <a:xfrm>
            <a:off x="1220040" y="2896200"/>
            <a:ext cx="1371240" cy="456840"/>
            <a:chOff x="1220040" y="2896200"/>
            <a:chExt cx="1371240" cy="456840"/>
          </a:xfrm>
        </p:grpSpPr>
        <p:sp>
          <p:nvSpPr>
            <p:cNvPr id="2034" name="object 30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1371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5" name="object 31"/>
            <p:cNvSpPr/>
            <p:nvPr/>
          </p:nvSpPr>
          <p:spPr>
            <a:xfrm>
              <a:off x="1220040" y="2896200"/>
              <a:ext cx="1371240" cy="45684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1371600" h="457200">
                  <a:moveTo>
                    <a:pt x="0" y="457200"/>
                  </a:moveTo>
                  <a:lnTo>
                    <a:pt x="1371600" y="45720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36" name="object 32"/>
          <p:cNvSpPr/>
          <p:nvPr/>
        </p:nvSpPr>
        <p:spPr>
          <a:xfrm>
            <a:off x="1636560" y="3000960"/>
            <a:ext cx="802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Memory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7" name="object 33"/>
          <p:cNvSpPr/>
          <p:nvPr/>
        </p:nvSpPr>
        <p:spPr>
          <a:xfrm>
            <a:off x="457920" y="33534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69156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Digital</a:t>
            </a:r>
            <a:r>
              <a:rPr lang="en-US" sz="1600" b="1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Circuits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8" name="object 34"/>
          <p:cNvSpPr/>
          <p:nvPr/>
        </p:nvSpPr>
        <p:spPr>
          <a:xfrm>
            <a:off x="457920" y="3810600"/>
            <a:ext cx="2742840" cy="45684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17000" rIns="0" bIns="0" anchor="t">
            <a:spAutoFit/>
          </a:bodyPr>
          <a:p>
            <a:pPr marL="449640">
              <a:lnSpc>
                <a:spcPct val="100000"/>
              </a:lnSpc>
              <a:spcBef>
                <a:spcPts val="918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Gates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&amp;</a:t>
            </a:r>
            <a:r>
              <a:rPr lang="en-US" sz="16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Transistors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39" name="object 35"/>
          <p:cNvGrpSpPr/>
          <p:nvPr/>
        </p:nvGrpSpPr>
        <p:grpSpPr>
          <a:xfrm>
            <a:off x="228600" y="2362320"/>
            <a:ext cx="3276360" cy="838440"/>
            <a:chOff x="228600" y="2362320"/>
            <a:chExt cx="3276360" cy="838440"/>
          </a:xfrm>
        </p:grpSpPr>
        <p:sp>
          <p:nvSpPr>
            <p:cNvPr id="2040" name="object 36"/>
            <p:cNvSpPr/>
            <p:nvPr/>
          </p:nvSpPr>
          <p:spPr>
            <a:xfrm>
              <a:off x="228600" y="2362320"/>
              <a:ext cx="3276360" cy="360"/>
            </a:xfrm>
            <a:custGeom>
              <a:avLst/>
              <a:gdLst>
                <a:gd name="textAreaLeft" fmla="*/ 0 w 3276360"/>
                <a:gd name="textAreaRight" fmla="*/ 3276720 w 3276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76600" h="0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1" name="object 37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object 38"/>
            <p:cNvSpPr/>
            <p:nvPr/>
          </p:nvSpPr>
          <p:spPr>
            <a:xfrm>
              <a:off x="610200" y="2896200"/>
              <a:ext cx="380520" cy="30456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43" name="object 39"/>
          <p:cNvSpPr/>
          <p:nvPr/>
        </p:nvSpPr>
        <p:spPr>
          <a:xfrm>
            <a:off x="2385720" y="5749560"/>
            <a:ext cx="383184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Next</a:t>
            </a:r>
            <a:r>
              <a:rPr lang="en-US" sz="2400" b="1" u="none" spc="-6" strike="noStrike">
                <a:solidFill>
                  <a:srgbClr val="FF0909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up:</a:t>
            </a:r>
            <a:r>
              <a:rPr lang="en-US" sz="2400" b="1" u="none" spc="-34" strike="noStrike">
                <a:solidFill>
                  <a:srgbClr val="FF0909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rgbClr val="FF0909"/>
                </a:solidFill>
                <a:effectLst/>
                <a:uFillTx/>
                <a:latin typeface="Arial"/>
              </a:rPr>
              <a:t>Memory</a:t>
            </a:r>
            <a:r>
              <a:rPr lang="en-US" sz="2400" b="1" u="none" spc="-11" strike="noStrike">
                <a:solidFill>
                  <a:srgbClr val="FF0909"/>
                </a:solidFill>
                <a:effectLst/>
                <a:uFillTx/>
                <a:latin typeface="Arial"/>
              </a:rPr>
              <a:t> Systems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4" name="PlaceHolder 2"/>
          <p:cNvSpPr>
            <a:spLocks noGrp="1"/>
          </p:cNvSpPr>
          <p:nvPr>
            <p:ph type="sldNum" idx="55"/>
          </p:nvPr>
        </p:nvSpPr>
        <p:spPr>
          <a:xfrm>
            <a:off x="8673840" y="6555600"/>
            <a:ext cx="201600" cy="1494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05"/>
              </a:spcBef>
              <a:buNone/>
              <a:def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8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46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LibreOffice/26.2.3.2$Linux_X86_64 LibreOffice_project/620$Build-2</Application>
  <AppVersion>15.0000</AppVersion>
  <Words>3218</Words>
  <Paragraphs>854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2026-04-23T06:39:27Z</dcterms:created>
  <dc:creator>Daniel J. Sorin;tyler.bletsch@duke.edu</dc:creator>
  <dc:description/>
  <dc:language>en-US</dc:language>
  <cp:lastModifiedBy/>
  <dcterms:modified xsi:type="dcterms:W3CDTF">2026-06-17T21:24:42Z</dcterms:modified>
  <cp:revision>3</cp:revision>
  <dc:subject/>
  <dc:title>250: Datapath and Control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2026-04-23T00:00:00Z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Microsoft® PowerPoint® for Microsoft 365</vt:lpwstr>
  </property>
  <property fmtid="{D5CDD505-2E9C-101B-9397-08002B2CF9AE}" pid="7" name="Slides">
    <vt:i4>43</vt:i4>
  </property>
</Properties>
</file>